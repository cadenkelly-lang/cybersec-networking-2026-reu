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slides/slide50.xml" ContentType="application/vnd.openxmlformats-officedocument.presentationml.slide+xml"/>
  <Override PartName="/ppt/slides/slide51.xml" ContentType="application/vnd.openxmlformats-officedocument.presentationml.slide+xml"/>
  <Override PartName="/ppt/slides/slide52.xml" ContentType="application/vnd.openxmlformats-officedocument.presentationml.slide+xml"/>
  <Override PartName="/ppt/slides/slide53.xml" ContentType="application/vnd.openxmlformats-officedocument.presentationml.slide+xml"/>
  <Override PartName="/ppt/slides/slide54.xml" ContentType="application/vnd.openxmlformats-officedocument.presentationml.slide+xml"/>
  <Override PartName="/ppt/slides/slide55.xml" ContentType="application/vnd.openxmlformats-officedocument.presentationml.slide+xml"/>
  <Override PartName="/ppt/slides/slide56.xml" ContentType="application/vnd.openxmlformats-officedocument.presentationml.slide+xml"/>
  <Override PartName="/ppt/slides/slide57.xml" ContentType="application/vnd.openxmlformats-officedocument.presentationml.slide+xml"/>
  <Override PartName="/ppt/slides/slide58.xml" ContentType="application/vnd.openxmlformats-officedocument.presentationml.slide+xml"/>
  <Override PartName="/ppt/slides/slide59.xml" ContentType="application/vnd.openxmlformats-officedocument.presentationml.slide+xml"/>
  <Override PartName="/ppt/slides/slide60.xml" ContentType="application/vnd.openxmlformats-officedocument.presentationml.slide+xml"/>
  <Override PartName="/ppt/slides/slide61.xml" ContentType="application/vnd.openxmlformats-officedocument.presentationml.slide+xml"/>
  <Override PartName="/ppt/slides/slide62.xml" ContentType="application/vnd.openxmlformats-officedocument.presentationml.slide+xml"/>
  <Override PartName="/ppt/slides/slide63.xml" ContentType="application/vnd.openxmlformats-officedocument.presentationml.slide+xml"/>
  <Override PartName="/ppt/slides/slide64.xml" ContentType="application/vnd.openxmlformats-officedocument.presentationml.slide+xml"/>
  <Override PartName="/ppt/slides/slide65.xml" ContentType="application/vnd.openxmlformats-officedocument.presentationml.slide+xml"/>
  <Override PartName="/ppt/slides/slide66.xml" ContentType="application/vnd.openxmlformats-officedocument.presentationml.slide+xml"/>
  <Override PartName="/ppt/slides/slide67.xml" ContentType="application/vnd.openxmlformats-officedocument.presentationml.slide+xml"/>
  <Override PartName="/ppt/slides/slide68.xml" ContentType="application/vnd.openxmlformats-officedocument.presentationml.slide+xml"/>
  <Override PartName="/ppt/slides/slide69.xml" ContentType="application/vnd.openxmlformats-officedocument.presentationml.slide+xml"/>
  <Override PartName="/ppt/slides/slide70.xml" ContentType="application/vnd.openxmlformats-officedocument.presentationml.slide+xml"/>
  <Override PartName="/ppt/slides/slide71.xml" ContentType="application/vnd.openxmlformats-officedocument.presentationml.slide+xml"/>
  <Override PartName="/ppt/slides/slide72.xml" ContentType="application/vnd.openxmlformats-officedocument.presentationml.slide+xml"/>
  <Override PartName="/ppt/slides/slide73.xml" ContentType="application/vnd.openxmlformats-officedocument.presentationml.slide+xml"/>
  <Override PartName="/ppt/slides/slide74.xml" ContentType="application/vnd.openxmlformats-officedocument.presentationml.slide+xml"/>
  <Override PartName="/ppt/slides/slide75.xml" ContentType="application/vnd.openxmlformats-officedocument.presentationml.slide+xml"/>
  <Override PartName="/ppt/slides/slide76.xml" ContentType="application/vnd.openxmlformats-officedocument.presentationml.slide+xml"/>
  <Override PartName="/ppt/slides/slide77.xml" ContentType="application/vnd.openxmlformats-officedocument.presentationml.slide+xml"/>
  <Override PartName="/ppt/slides/slide78.xml" ContentType="application/vnd.openxmlformats-officedocument.presentationml.slide+xml"/>
  <Override PartName="/ppt/slides/slide79.xml" ContentType="application/vnd.openxmlformats-officedocument.presentationml.slide+xml"/>
  <Override PartName="/ppt/slides/slide80.xml" ContentType="application/vnd.openxmlformats-officedocument.presentationml.slide+xml"/>
  <Override PartName="/ppt/slides/slide81.xml" ContentType="application/vnd.openxmlformats-officedocument.presentationml.slide+xml"/>
  <Override PartName="/ppt/slides/slide82.xml" ContentType="application/vnd.openxmlformats-officedocument.presentationml.slide+xml"/>
  <Override PartName="/ppt/slides/slide83.xml" ContentType="application/vnd.openxmlformats-officedocument.presentationml.slide+xml"/>
  <Override PartName="/ppt/slides/slide84.xml" ContentType="application/vnd.openxmlformats-officedocument.presentationml.slide+xml"/>
  <Override PartName="/ppt/slides/slide85.xml" ContentType="application/vnd.openxmlformats-officedocument.presentationml.slide+xml"/>
  <Override PartName="/ppt/slides/slide86.xml" ContentType="application/vnd.openxmlformats-officedocument.presentationml.slide+xml"/>
  <Override PartName="/ppt/slides/slide87.xml" ContentType="application/vnd.openxmlformats-officedocument.presentationml.slide+xml"/>
  <Override PartName="/ppt/slides/slide88.xml" ContentType="application/vnd.openxmlformats-officedocument.presentationml.slide+xml"/>
  <Override PartName="/ppt/slides/slide89.xml" ContentType="application/vnd.openxmlformats-officedocument.presentationml.slide+xml"/>
  <Override PartName="/ppt/slides/slide90.xml" ContentType="application/vnd.openxmlformats-officedocument.presentationml.slide+xml"/>
  <Override PartName="/ppt/slides/slide91.xml" ContentType="application/vnd.openxmlformats-officedocument.presentationml.slide+xml"/>
  <Override PartName="/ppt/slides/slide92.xml" ContentType="application/vnd.openxmlformats-officedocument.presentationml.slide+xml"/>
  <Override PartName="/ppt/slides/slide93.xml" ContentType="application/vnd.openxmlformats-officedocument.presentationml.slide+xml"/>
  <Override PartName="/ppt/slides/slide94.xml" ContentType="application/vnd.openxmlformats-officedocument.presentationml.slide+xml"/>
  <Override PartName="/ppt/slides/slide95.xml" ContentType="application/vnd.openxmlformats-officedocument.presentationml.slide+xml"/>
  <Override PartName="/ppt/slides/slide96.xml" ContentType="application/vnd.openxmlformats-officedocument.presentationml.slide+xml"/>
  <Override PartName="/ppt/slides/slide97.xml" ContentType="application/vnd.openxmlformats-officedocument.presentationml.slide+xml"/>
  <Override PartName="/ppt/slides/slide98.xml" ContentType="application/vnd.openxmlformats-officedocument.presentationml.slide+xml"/>
  <Override PartName="/ppt/slides/slide99.xml" ContentType="application/vnd.openxmlformats-officedocument.presentationml.slide+xml"/>
  <Override PartName="/ppt/slides/slide100.xml" ContentType="application/vnd.openxmlformats-officedocument.presentationml.slide+xml"/>
  <Override PartName="/ppt/slides/slide101.xml" ContentType="application/vnd.openxmlformats-officedocument.presentationml.slide+xml"/>
  <Override PartName="/ppt/slides/slide102.xml" ContentType="application/vnd.openxmlformats-officedocument.presentationml.slide+xml"/>
  <Override PartName="/ppt/slides/slide103.xml" ContentType="application/vnd.openxmlformats-officedocument.presentationml.slide+xml"/>
  <Override PartName="/ppt/slides/slide104.xml" ContentType="application/vnd.openxmlformats-officedocument.presentationml.slide+xml"/>
  <Override PartName="/ppt/slides/slide105.xml" ContentType="application/vnd.openxmlformats-officedocument.presentationml.slide+xml"/>
  <Override PartName="/ppt/slides/slide106.xml" ContentType="application/vnd.openxmlformats-officedocument.presentationml.slide+xml"/>
  <Override PartName="/ppt/slides/slide107.xml" ContentType="application/vnd.openxmlformats-officedocument.presentationml.slide+xml"/>
  <Override PartName="/ppt/slides/slide108.xml" ContentType="application/vnd.openxmlformats-officedocument.presentationml.slide+xml"/>
  <Override PartName="/ppt/slides/slide109.xml" ContentType="application/vnd.openxmlformats-officedocument.presentationml.slide+xml"/>
  <Override PartName="/ppt/slides/slide110.xml" ContentType="application/vnd.openxmlformats-officedocument.presentationml.slide+xml"/>
  <Override PartName="/ppt/slides/slide111.xml" ContentType="application/vnd.openxmlformats-officedocument.presentationml.slide+xml"/>
  <Override PartName="/ppt/slides/slide112.xml" ContentType="application/vnd.openxmlformats-officedocument.presentationml.slide+xml"/>
  <Override PartName="/ppt/slides/slide113.xml" ContentType="application/vnd.openxmlformats-officedocument.presentationml.slide+xml"/>
  <Override PartName="/ppt/slides/slide114.xml" ContentType="application/vnd.openxmlformats-officedocument.presentationml.slide+xml"/>
  <Override PartName="/ppt/slides/slide115.xml" ContentType="application/vnd.openxmlformats-officedocument.presentationml.slide+xml"/>
  <Override PartName="/ppt/slides/slide116.xml" ContentType="application/vnd.openxmlformats-officedocument.presentationml.slide+xml"/>
  <Override PartName="/ppt/slides/slide117.xml" ContentType="application/vnd.openxmlformats-officedocument.presentationml.slide+xml"/>
  <Override PartName="/ppt/slides/slide118.xml" ContentType="application/vnd.openxmlformats-officedocument.presentationml.slide+xml"/>
  <Override PartName="/ppt/slides/slide119.xml" ContentType="application/vnd.openxmlformats-officedocument.presentationml.slide+xml"/>
  <Override PartName="/ppt/slides/slide120.xml" ContentType="application/vnd.openxmlformats-officedocument.presentationml.slide+xml"/>
  <Override PartName="/ppt/slides/slide121.xml" ContentType="application/vnd.openxmlformats-officedocument.presentationml.slide+xml"/>
  <Override PartName="/ppt/slides/slide122.xml" ContentType="application/vnd.openxmlformats-officedocument.presentationml.slide+xml"/>
  <Override PartName="/ppt/slides/slide123.xml" ContentType="application/vnd.openxmlformats-officedocument.presentationml.slide+xml"/>
  <Override PartName="/ppt/slides/slide124.xml" ContentType="application/vnd.openxmlformats-officedocument.presentationml.slide+xml"/>
  <Override PartName="/ppt/slides/slide125.xml" ContentType="application/vnd.openxmlformats-officedocument.presentationml.slide+xml"/>
  <Override PartName="/ppt/slides/slide126.xml" ContentType="application/vnd.openxmlformats-officedocument.presentationml.slide+xml"/>
  <Override PartName="/ppt/slides/slide1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comments/modernComment_100_68C49C6.xml" ContentType="application/vnd.ms-powerpoint.comments+xml"/>
  <Override PartName="/ppt/comments/modernComment_118_CA6F614C.xml" ContentType="application/vnd.ms-powerpoint.comments+xml"/>
  <Override PartName="/ppt/notesSlides/notesSlide2.xml" ContentType="application/vnd.openxmlformats-officedocument.presentationml.notesSlide+xml"/>
  <Override PartName="/ppt/notesSlides/notesSlide3.xml" ContentType="application/vnd.openxmlformats-officedocument.presentationml.notesSlide+xml"/>
  <Override PartName="/ppt/comments/modernComment_10D_6AD608FA.xml" ContentType="application/vnd.ms-powerpoint.comments+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4.xml" ContentType="application/vnd.openxmlformats-officedocument.presentationml.notesSlide+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notesSlides/notesSlide5.xml" ContentType="application/vnd.openxmlformats-officedocument.presentationml.notesSlide+xml"/>
  <Override PartName="/ppt/comments/modernComment_103_143D41DC.xml" ContentType="application/vnd.ms-powerpoint.comments+xml"/>
  <Override PartName="/ppt/notesSlides/notesSlide6.xml" ContentType="application/vnd.openxmlformats-officedocument.presentationml.notesSlide+xml"/>
  <Override PartName="/ppt/comments/modernComment_13B_63E5F794.xml" ContentType="application/vnd.ms-powerpoint.comments+xml"/>
  <Override PartName="/ppt/notesSlides/notesSlide7.xml" ContentType="application/vnd.openxmlformats-officedocument.presentationml.notesSlide+xml"/>
  <Override PartName="/ppt/comments/modernComment_141_5477177.xml" ContentType="application/vnd.ms-powerpoint.comments+xml"/>
  <Override PartName="/ppt/notesSlides/notesSlide8.xml" ContentType="application/vnd.openxmlformats-officedocument.presentationml.notesSlide+xml"/>
  <Override PartName="/ppt/comments/modernComment_14F_A0D5795E.xml" ContentType="application/vnd.ms-powerpoint.comments+xml"/>
  <Override PartName="/ppt/notesSlides/notesSlide9.xml" ContentType="application/vnd.openxmlformats-officedocument.presentationml.notesSlide+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ppt/comments/modernComment_110_2C75EC61.xml" ContentType="application/vnd.ms-powerpoint.comments+xml"/>
  <Override PartName="/ppt/notesSlides/notesSlide10.xml" ContentType="application/vnd.openxmlformats-officedocument.presentationml.notesSlide+xml"/>
  <Override PartName="/ppt/comments/modernComment_113_DADF289.xml" ContentType="application/vnd.ms-powerpoint.comments+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comments/modernComment_133_29C1057A.xml" ContentType="application/vnd.ms-powerpoint.comments+xml"/>
  <Override PartName="/ppt/notesSlides/notesSlide13.xml" ContentType="application/vnd.openxmlformats-officedocument.presentationml.notesSlide+xml"/>
  <Override PartName="/ppt/diagrams/data5.xml" ContentType="application/vnd.openxmlformats-officedocument.drawingml.diagramData+xml"/>
  <Override PartName="/ppt/diagrams/layout5.xml" ContentType="application/vnd.openxmlformats-officedocument.drawingml.diagramLayout+xml"/>
  <Override PartName="/ppt/diagrams/quickStyle5.xml" ContentType="application/vnd.openxmlformats-officedocument.drawingml.diagramStyle+xml"/>
  <Override PartName="/ppt/diagrams/colors5.xml" ContentType="application/vnd.openxmlformats-officedocument.drawingml.diagramColors+xml"/>
  <Override PartName="/ppt/diagrams/drawing5.xml" ContentType="application/vnd.ms-office.drawingml.diagramDrawing+xml"/>
  <Override PartName="/ppt/notesSlides/notesSlide14.xml" ContentType="application/vnd.openxmlformats-officedocument.presentationml.notesSlide+xml"/>
  <Override PartName="/ppt/comments/modernComment_11A_913D2D7.xml" ContentType="application/vnd.ms-powerpoint.comments+xml"/>
  <Override PartName="/ppt/diagrams/data6.xml" ContentType="application/vnd.openxmlformats-officedocument.drawingml.diagramData+xml"/>
  <Override PartName="/ppt/diagrams/layout6.xml" ContentType="application/vnd.openxmlformats-officedocument.drawingml.diagramLayout+xml"/>
  <Override PartName="/ppt/diagrams/quickStyle6.xml" ContentType="application/vnd.openxmlformats-officedocument.drawingml.diagramStyle+xml"/>
  <Override PartName="/ppt/diagrams/colors6.xml" ContentType="application/vnd.openxmlformats-officedocument.drawingml.diagramColors+xml"/>
  <Override PartName="/ppt/diagrams/drawing6.xml" ContentType="application/vnd.ms-office.drawingml.diagramDrawing+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comments/modernComment_13D_FCBC4A8F.xml" ContentType="application/vnd.ms-powerpoint.comments+xml"/>
  <Override PartName="/ppt/notesSlides/notesSlide19.xml" ContentType="application/vnd.openxmlformats-officedocument.presentationml.notesSlide+xml"/>
  <Override PartName="/ppt/comments/modernComment_11D_1659F78C.xml" ContentType="application/vnd.ms-powerpoint.comments+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diagrams/data7.xml" ContentType="application/vnd.openxmlformats-officedocument.drawingml.diagramData+xml"/>
  <Override PartName="/ppt/diagrams/layout7.xml" ContentType="application/vnd.openxmlformats-officedocument.drawingml.diagramLayout+xml"/>
  <Override PartName="/ppt/diagrams/quickStyle7.xml" ContentType="application/vnd.openxmlformats-officedocument.drawingml.diagramStyle+xml"/>
  <Override PartName="/ppt/diagrams/colors7.xml" ContentType="application/vnd.openxmlformats-officedocument.drawingml.diagramColors+xml"/>
  <Override PartName="/ppt/diagrams/drawing7.xml" ContentType="application/vnd.ms-office.drawingml.diagramDrawing+xml"/>
  <Override PartName="/ppt/comments/modernComment_115_AEB10A88.xml" ContentType="application/vnd.ms-powerpoint.comments+xml"/>
  <Override PartName="/ppt/diagrams/data8.xml" ContentType="application/vnd.openxmlformats-officedocument.drawingml.diagramData+xml"/>
  <Override PartName="/ppt/diagrams/layout8.xml" ContentType="application/vnd.openxmlformats-officedocument.drawingml.diagramLayout+xml"/>
  <Override PartName="/ppt/diagrams/quickStyle8.xml" ContentType="application/vnd.openxmlformats-officedocument.drawingml.diagramStyle+xml"/>
  <Override PartName="/ppt/diagrams/colors8.xml" ContentType="application/vnd.openxmlformats-officedocument.drawingml.diagramColors+xml"/>
  <Override PartName="/ppt/diagrams/drawing8.xml" ContentType="application/vnd.ms-office.drawingml.diagramDrawing+xml"/>
  <Override PartName="/ppt/diagrams/data9.xml" ContentType="application/vnd.openxmlformats-officedocument.drawingml.diagramData+xml"/>
  <Override PartName="/ppt/diagrams/layout9.xml" ContentType="application/vnd.openxmlformats-officedocument.drawingml.diagramLayout+xml"/>
  <Override PartName="/ppt/diagrams/quickStyle9.xml" ContentType="application/vnd.openxmlformats-officedocument.drawingml.diagramStyle+xml"/>
  <Override PartName="/ppt/diagrams/colors9.xml" ContentType="application/vnd.openxmlformats-officedocument.drawingml.diagramColors+xml"/>
  <Override PartName="/ppt/diagrams/drawing9.xml" ContentType="application/vnd.ms-office.drawingml.diagramDrawing+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comments/modernComment_138_5843067.xml" ContentType="application/vnd.ms-powerpoint.comments+xml"/>
  <Override PartName="/ppt/notesSlides/notesSlide27.xml" ContentType="application/vnd.openxmlformats-officedocument.presentationml.notesSlide+xml"/>
  <Override PartName="/ppt/comments/modernComment_11F_4C12A447.xml" ContentType="application/vnd.ms-powerpoint.comments+xml"/>
  <Override PartName="/ppt/diagrams/data10.xml" ContentType="application/vnd.openxmlformats-officedocument.drawingml.diagramData+xml"/>
  <Override PartName="/ppt/diagrams/layout10.xml" ContentType="application/vnd.openxmlformats-officedocument.drawingml.diagramLayout+xml"/>
  <Override PartName="/ppt/diagrams/quickStyle10.xml" ContentType="application/vnd.openxmlformats-officedocument.drawingml.diagramStyle+xml"/>
  <Override PartName="/ppt/diagrams/colors10.xml" ContentType="application/vnd.openxmlformats-officedocument.drawingml.diagramColors+xml"/>
  <Override PartName="/ppt/diagrams/drawing10.xml" ContentType="application/vnd.ms-office.drawingml.diagramDrawing+xml"/>
  <Override PartName="/ppt/notesSlides/notesSlide28.xml" ContentType="application/vnd.openxmlformats-officedocument.presentationml.notesSlide+xml"/>
  <Override PartName="/ppt/comments/modernComment_149_17B28CE5.xml" ContentType="application/vnd.ms-powerpoint.comments+xml"/>
  <Override PartName="/ppt/notesSlides/notesSlide29.xml" ContentType="application/vnd.openxmlformats-officedocument.presentationml.notesSlide+xml"/>
  <Override PartName="/ppt/diagrams/data11.xml" ContentType="application/vnd.openxmlformats-officedocument.drawingml.diagramData+xml"/>
  <Override PartName="/ppt/diagrams/layout11.xml" ContentType="application/vnd.openxmlformats-officedocument.drawingml.diagramLayout+xml"/>
  <Override PartName="/ppt/diagrams/quickStyle11.xml" ContentType="application/vnd.openxmlformats-officedocument.drawingml.diagramStyle+xml"/>
  <Override PartName="/ppt/diagrams/colors11.xml" ContentType="application/vnd.openxmlformats-officedocument.drawingml.diagramColors+xml"/>
  <Override PartName="/ppt/diagrams/drawing11.xml" ContentType="application/vnd.ms-office.drawingml.diagramDrawing+xml"/>
  <Override PartName="/ppt/diagrams/data12.xml" ContentType="application/vnd.openxmlformats-officedocument.drawingml.diagramData+xml"/>
  <Override PartName="/ppt/diagrams/layout12.xml" ContentType="application/vnd.openxmlformats-officedocument.drawingml.diagramLayout+xml"/>
  <Override PartName="/ppt/diagrams/quickStyle12.xml" ContentType="application/vnd.openxmlformats-officedocument.drawingml.diagramStyle+xml"/>
  <Override PartName="/ppt/diagrams/colors12.xml" ContentType="application/vnd.openxmlformats-officedocument.drawingml.diagramColors+xml"/>
  <Override PartName="/ppt/diagrams/drawing12.xml" ContentType="application/vnd.ms-office.drawingml.diagramDrawing+xml"/>
  <Override PartName="/ppt/notesSlides/notesSlide30.xml" ContentType="application/vnd.openxmlformats-officedocument.presentationml.notesSlide+xml"/>
  <Override PartName="/ppt/comments/modernComment_14A_9B6AE226.xml" ContentType="application/vnd.ms-powerpoint.comments+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comments/modernComment_121_C391E173.xml" ContentType="application/vnd.ms-powerpoint.comments+xml"/>
  <Override PartName="/ppt/notesSlides/notesSlide33.xml" ContentType="application/vnd.openxmlformats-officedocument.presentationml.notesSlide+xml"/>
  <Override PartName="/ppt/diagrams/data13.xml" ContentType="application/vnd.openxmlformats-officedocument.drawingml.diagramData+xml"/>
  <Override PartName="/ppt/diagrams/layout13.xml" ContentType="application/vnd.openxmlformats-officedocument.drawingml.diagramLayout+xml"/>
  <Override PartName="/ppt/diagrams/quickStyle13.xml" ContentType="application/vnd.openxmlformats-officedocument.drawingml.diagramStyle+xml"/>
  <Override PartName="/ppt/diagrams/colors13.xml" ContentType="application/vnd.openxmlformats-officedocument.drawingml.diagramColors+xml"/>
  <Override PartName="/ppt/diagrams/drawing13.xml" ContentType="application/vnd.ms-office.drawingml.diagramDrawing+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comments/modernComment_125_50735C17.xml" ContentType="application/vnd.ms-powerpoint.comments+xml"/>
  <Override PartName="/ppt/comments/modernComment_14E_DE6C9D26.xml" ContentType="application/vnd.ms-powerpoint.comments+xml"/>
  <Override PartName="/ppt/notesSlides/notesSlide36.xml" ContentType="application/vnd.openxmlformats-officedocument.presentationml.notesSlide+xml"/>
  <Override PartName="/ppt/diagrams/data14.xml" ContentType="application/vnd.openxmlformats-officedocument.drawingml.diagramData+xml"/>
  <Override PartName="/ppt/diagrams/layout14.xml" ContentType="application/vnd.openxmlformats-officedocument.drawingml.diagramLayout+xml"/>
  <Override PartName="/ppt/diagrams/quickStyle14.xml" ContentType="application/vnd.openxmlformats-officedocument.drawingml.diagramStyle+xml"/>
  <Override PartName="/ppt/diagrams/colors14.xml" ContentType="application/vnd.openxmlformats-officedocument.drawingml.diagramColors+xml"/>
  <Override PartName="/ppt/diagrams/drawing14.xml" ContentType="application/vnd.ms-office.drawingml.diagramDrawing+xml"/>
  <Override PartName="/ppt/comments/modernComment_123_4F2B5FA7.xml" ContentType="application/vnd.ms-powerpoint.comments+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diagrams/data15.xml" ContentType="application/vnd.openxmlformats-officedocument.drawingml.diagramData+xml"/>
  <Override PartName="/ppt/diagrams/layout15.xml" ContentType="application/vnd.openxmlformats-officedocument.drawingml.diagramLayout+xml"/>
  <Override PartName="/ppt/diagrams/quickStyle15.xml" ContentType="application/vnd.openxmlformats-officedocument.drawingml.diagramStyle+xml"/>
  <Override PartName="/ppt/diagrams/colors15.xml" ContentType="application/vnd.openxmlformats-officedocument.drawingml.diagramColors+xml"/>
  <Override PartName="/ppt/diagrams/drawing15.xml" ContentType="application/vnd.ms-office.drawingml.diagramDrawing+xml"/>
  <Override PartName="/ppt/diagrams/data16.xml" ContentType="application/vnd.openxmlformats-officedocument.drawingml.diagramData+xml"/>
  <Override PartName="/ppt/diagrams/layout16.xml" ContentType="application/vnd.openxmlformats-officedocument.drawingml.diagramLayout+xml"/>
  <Override PartName="/ppt/diagrams/quickStyle16.xml" ContentType="application/vnd.openxmlformats-officedocument.drawingml.diagramStyle+xml"/>
  <Override PartName="/ppt/diagrams/colors16.xml" ContentType="application/vnd.openxmlformats-officedocument.drawingml.diagramColors+xml"/>
  <Override PartName="/ppt/diagrams/drawing16.xml" ContentType="application/vnd.ms-office.drawingml.diagramDrawing+xml"/>
  <Override PartName="/ppt/notesSlides/notesSlide39.xml" ContentType="application/vnd.openxmlformats-officedocument.presentationml.notesSlide+xml"/>
  <Override PartName="/ppt/comments/modernComment_104_4B6A82FD.xml" ContentType="application/vnd.ms-powerpoint.comments+xml"/>
  <Override PartName="/ppt/notesSlides/notesSlide40.xml" ContentType="application/vnd.openxmlformats-officedocument.presentationml.notesSlide+xml"/>
  <Override PartName="/ppt/comments/modernComment_12D_CC7B37B7.xml" ContentType="application/vnd.ms-powerpoint.comments+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comments/modernComment_13F_533DAB2A.xml" ContentType="application/vnd.ms-powerpoint.comments+xml"/>
  <Override PartName="/ppt/diagrams/data17.xml" ContentType="application/vnd.openxmlformats-officedocument.drawingml.diagramData+xml"/>
  <Override PartName="/ppt/diagrams/layout17.xml" ContentType="application/vnd.openxmlformats-officedocument.drawingml.diagramLayout+xml"/>
  <Override PartName="/ppt/diagrams/quickStyle17.xml" ContentType="application/vnd.openxmlformats-officedocument.drawingml.diagramStyle+xml"/>
  <Override PartName="/ppt/diagrams/colors17.xml" ContentType="application/vnd.openxmlformats-officedocument.drawingml.diagramColors+xml"/>
  <Override PartName="/ppt/diagrams/drawing17.xml" ContentType="application/vnd.ms-office.drawingml.diagramDrawing+xml"/>
  <Override PartName="/ppt/notesSlides/notesSlide43.xml" ContentType="application/vnd.openxmlformats-officedocument.presentationml.notesSlide+xml"/>
  <Override PartName="/ppt/diagrams/data18.xml" ContentType="application/vnd.openxmlformats-officedocument.drawingml.diagramData+xml"/>
  <Override PartName="/ppt/diagrams/layout18.xml" ContentType="application/vnd.openxmlformats-officedocument.drawingml.diagramLayout+xml"/>
  <Override PartName="/ppt/diagrams/quickStyle18.xml" ContentType="application/vnd.openxmlformats-officedocument.drawingml.diagramStyle+xml"/>
  <Override PartName="/ppt/diagrams/colors18.xml" ContentType="application/vnd.openxmlformats-officedocument.drawingml.diagramColors+xml"/>
  <Override PartName="/ppt/diagrams/drawing18.xml" ContentType="application/vnd.ms-office.drawingml.diagramDrawing+xml"/>
  <Override PartName="/ppt/diagrams/data19.xml" ContentType="application/vnd.openxmlformats-officedocument.drawingml.diagramData+xml"/>
  <Override PartName="/ppt/diagrams/layout19.xml" ContentType="application/vnd.openxmlformats-officedocument.drawingml.diagramLayout+xml"/>
  <Override PartName="/ppt/diagrams/quickStyle19.xml" ContentType="application/vnd.openxmlformats-officedocument.drawingml.diagramStyle+xml"/>
  <Override PartName="/ppt/diagrams/colors19.xml" ContentType="application/vnd.openxmlformats-officedocument.drawingml.diagramColors+xml"/>
  <Override PartName="/ppt/diagrams/drawing19.xml" ContentType="application/vnd.ms-office.drawingml.diagramDrawing+xml"/>
  <Override PartName="/ppt/comments/modernComment_12B_AF2C9B4C.xml" ContentType="application/vnd.ms-powerpoint.comments+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comments/modernComment_156_32D349DE.xml" ContentType="application/vnd.ms-powerpoint.comments+xml"/>
  <Override PartName="/ppt/notesSlides/notesSlide46.xml" ContentType="application/vnd.openxmlformats-officedocument.presentationml.notesSlide+xml"/>
  <Override PartName="/ppt/comments/modernComment_158_8B9892E2.xml" ContentType="application/vnd.ms-powerpoint.comments+xml"/>
  <Override PartName="/ppt/notesSlides/notesSlide47.xml" ContentType="application/vnd.openxmlformats-officedocument.presentationml.notesSlide+xml"/>
  <Override PartName="/ppt/notesSlides/notesSlide48.xml" ContentType="application/vnd.openxmlformats-officedocument.presentationml.notesSlide+xml"/>
  <Override PartName="/ppt/notesSlides/notesSlide49.xml" ContentType="application/vnd.openxmlformats-officedocument.presentationml.notesSlide+xml"/>
  <Override PartName="/ppt/diagrams/data20.xml" ContentType="application/vnd.openxmlformats-officedocument.drawingml.diagramData+xml"/>
  <Override PartName="/ppt/diagrams/layout20.xml" ContentType="application/vnd.openxmlformats-officedocument.drawingml.diagramLayout+xml"/>
  <Override PartName="/ppt/diagrams/quickStyle20.xml" ContentType="application/vnd.openxmlformats-officedocument.drawingml.diagramStyle+xml"/>
  <Override PartName="/ppt/diagrams/colors20.xml" ContentType="application/vnd.openxmlformats-officedocument.drawingml.diagramColors+xml"/>
  <Override PartName="/ppt/diagrams/drawing20.xml" ContentType="application/vnd.ms-office.drawingml.diagramDrawing+xml"/>
  <Override PartName="/ppt/notesSlides/notesSlide50.xml" ContentType="application/vnd.openxmlformats-officedocument.presentationml.notesSlide+xml"/>
  <Override PartName="/ppt/notesSlides/notesSlide51.xml" ContentType="application/vnd.openxmlformats-officedocument.presentationml.notesSlide+xml"/>
  <Override PartName="/ppt/notesSlides/notesSlide52.xml" ContentType="application/vnd.openxmlformats-officedocument.presentationml.notesSlide+xml"/>
  <Override PartName="/ppt/comments/modernComment_17F_3741EB1C.xml" ContentType="application/vnd.ms-powerpoint.comments+xml"/>
  <Override PartName="/ppt/notesSlides/notesSlide53.xml" ContentType="application/vnd.openxmlformats-officedocument.presentationml.notesSlide+xml"/>
  <Override PartName="/ppt/notesSlides/notesSlide54.xml" ContentType="application/vnd.openxmlformats-officedocument.presentationml.notesSlide+xml"/>
  <Override PartName="/ppt/comments/modernComment_1AC_B4BC4688.xml" ContentType="application/vnd.ms-powerpoint.comments+xml"/>
  <Override PartName="/ppt/notesSlides/notesSlide55.xml" ContentType="application/vnd.openxmlformats-officedocument.presentationml.notesSlide+xml"/>
  <Override PartName="/ppt/comments/modernComment_1AB_2AD2AE9F.xml" ContentType="application/vnd.ms-powerpoint.comments+xml"/>
  <Override PartName="/ppt/notesSlides/notesSlide56.xml" ContentType="application/vnd.openxmlformats-officedocument.presentationml.notesSlide+xml"/>
  <Override PartName="/ppt/notesSlides/notesSlide57.xml" ContentType="application/vnd.openxmlformats-officedocument.presentationml.notesSlide+xml"/>
  <Override PartName="/ppt/notesSlides/notesSlide58.xml" ContentType="application/vnd.openxmlformats-officedocument.presentationml.notesSlide+xml"/>
  <Override PartName="/ppt/comments/modernComment_105_5C24EAE5.xml" ContentType="application/vnd.ms-powerpoint.comments+xml"/>
  <Override PartName="/ppt/revisionInfo.xml" ContentType="application/vnd.ms-powerpoint.revisioninfo+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129"/>
  </p:notesMasterIdLst>
  <p:sldIdLst>
    <p:sldId id="256" r:id="rId2"/>
    <p:sldId id="336" r:id="rId3"/>
    <p:sldId id="257" r:id="rId4"/>
    <p:sldId id="280" r:id="rId5"/>
    <p:sldId id="432" r:id="rId6"/>
    <p:sldId id="269" r:id="rId7"/>
    <p:sldId id="270" r:id="rId8"/>
    <p:sldId id="268" r:id="rId9"/>
    <p:sldId id="259" r:id="rId10"/>
    <p:sldId id="320" r:id="rId11"/>
    <p:sldId id="435" r:id="rId12"/>
    <p:sldId id="436" r:id="rId13"/>
    <p:sldId id="315" r:id="rId14"/>
    <p:sldId id="431" r:id="rId15"/>
    <p:sldId id="321" r:id="rId16"/>
    <p:sldId id="322" r:id="rId17"/>
    <p:sldId id="434" r:id="rId18"/>
    <p:sldId id="323" r:id="rId19"/>
    <p:sldId id="335" r:id="rId20"/>
    <p:sldId id="264" r:id="rId21"/>
    <p:sldId id="265" r:id="rId22"/>
    <p:sldId id="271" r:id="rId23"/>
    <p:sldId id="272" r:id="rId24"/>
    <p:sldId id="275" r:id="rId25"/>
    <p:sldId id="278" r:id="rId26"/>
    <p:sldId id="279" r:id="rId27"/>
    <p:sldId id="307" r:id="rId28"/>
    <p:sldId id="281" r:id="rId29"/>
    <p:sldId id="309" r:id="rId30"/>
    <p:sldId id="308" r:id="rId31"/>
    <p:sldId id="282" r:id="rId32"/>
    <p:sldId id="310" r:id="rId33"/>
    <p:sldId id="283" r:id="rId34"/>
    <p:sldId id="316" r:id="rId35"/>
    <p:sldId id="317" r:id="rId36"/>
    <p:sldId id="285" r:id="rId37"/>
    <p:sldId id="350" r:id="rId38"/>
    <p:sldId id="314" r:id="rId39"/>
    <p:sldId id="433" r:id="rId40"/>
    <p:sldId id="340" r:id="rId41"/>
    <p:sldId id="327" r:id="rId42"/>
    <p:sldId id="328" r:id="rId43"/>
    <p:sldId id="277" r:id="rId44"/>
    <p:sldId id="273" r:id="rId45"/>
    <p:sldId id="274" r:id="rId46"/>
    <p:sldId id="276" r:id="rId47"/>
    <p:sldId id="312" r:id="rId48"/>
    <p:sldId id="287" r:id="rId49"/>
    <p:sldId id="329" r:id="rId50"/>
    <p:sldId id="331" r:id="rId51"/>
    <p:sldId id="330" r:id="rId52"/>
    <p:sldId id="341" r:id="rId53"/>
    <p:sldId id="295" r:id="rId54"/>
    <p:sldId id="351" r:id="rId55"/>
    <p:sldId id="289" r:id="rId56"/>
    <p:sldId id="333" r:id="rId57"/>
    <p:sldId id="332" r:id="rId58"/>
    <p:sldId id="293" r:id="rId59"/>
    <p:sldId id="334" r:id="rId60"/>
    <p:sldId id="337" r:id="rId61"/>
    <p:sldId id="304" r:id="rId62"/>
    <p:sldId id="291" r:id="rId63"/>
    <p:sldId id="296" r:id="rId64"/>
    <p:sldId id="297" r:id="rId65"/>
    <p:sldId id="300" r:id="rId66"/>
    <p:sldId id="417" r:id="rId67"/>
    <p:sldId id="260" r:id="rId68"/>
    <p:sldId id="301" r:id="rId69"/>
    <p:sldId id="302" r:id="rId70"/>
    <p:sldId id="319" r:id="rId71"/>
    <p:sldId id="338" r:id="rId72"/>
    <p:sldId id="424" r:id="rId73"/>
    <p:sldId id="416" r:id="rId74"/>
    <p:sldId id="299" r:id="rId75"/>
    <p:sldId id="369" r:id="rId76"/>
    <p:sldId id="342" r:id="rId77"/>
    <p:sldId id="344" r:id="rId78"/>
    <p:sldId id="361" r:id="rId79"/>
    <p:sldId id="358" r:id="rId80"/>
    <p:sldId id="374" r:id="rId81"/>
    <p:sldId id="375" r:id="rId82"/>
    <p:sldId id="376" r:id="rId83"/>
    <p:sldId id="349" r:id="rId84"/>
    <p:sldId id="352" r:id="rId85"/>
    <p:sldId id="393" r:id="rId86"/>
    <p:sldId id="389" r:id="rId87"/>
    <p:sldId id="353" r:id="rId88"/>
    <p:sldId id="381" r:id="rId89"/>
    <p:sldId id="391" r:id="rId90"/>
    <p:sldId id="421" r:id="rId91"/>
    <p:sldId id="379" r:id="rId92"/>
    <p:sldId id="390" r:id="rId93"/>
    <p:sldId id="423" r:id="rId94"/>
    <p:sldId id="388" r:id="rId95"/>
    <p:sldId id="354" r:id="rId96"/>
    <p:sldId id="394" r:id="rId97"/>
    <p:sldId id="383" r:id="rId98"/>
    <p:sldId id="387" r:id="rId99"/>
    <p:sldId id="385" r:id="rId100"/>
    <p:sldId id="382" r:id="rId101"/>
    <p:sldId id="386" r:id="rId102"/>
    <p:sldId id="399" r:id="rId103"/>
    <p:sldId id="356" r:id="rId104"/>
    <p:sldId id="377" r:id="rId105"/>
    <p:sldId id="396" r:id="rId106"/>
    <p:sldId id="395" r:id="rId107"/>
    <p:sldId id="397" r:id="rId108"/>
    <p:sldId id="398" r:id="rId109"/>
    <p:sldId id="400" r:id="rId110"/>
    <p:sldId id="401" r:id="rId111"/>
    <p:sldId id="402" r:id="rId112"/>
    <p:sldId id="404" r:id="rId113"/>
    <p:sldId id="403" r:id="rId114"/>
    <p:sldId id="406" r:id="rId115"/>
    <p:sldId id="405" r:id="rId116"/>
    <p:sldId id="408" r:id="rId117"/>
    <p:sldId id="407" r:id="rId118"/>
    <p:sldId id="409" r:id="rId119"/>
    <p:sldId id="430" r:id="rId120"/>
    <p:sldId id="429" r:id="rId121"/>
    <p:sldId id="428" r:id="rId122"/>
    <p:sldId id="427" r:id="rId123"/>
    <p:sldId id="426" r:id="rId124"/>
    <p:sldId id="410" r:id="rId125"/>
    <p:sldId id="411" r:id="rId126"/>
    <p:sldId id="412" r:id="rId127"/>
    <p:sldId id="261" r:id="rId128"/>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authors.xml><?xml version="1.0" encoding="utf-8"?>
<p188:authorLst xmlns:a="http://schemas.openxmlformats.org/drawingml/2006/main" xmlns:r="http://schemas.openxmlformats.org/officeDocument/2006/relationships" xmlns:p188="http://schemas.microsoft.com/office/powerpoint/2018/8/main">
  <p188:author id="{25BE9B0B-D6E8-8C65-FE6C-22ED85D8CC3A}" name="Caden Kelly" initials="CK" userId="S::cckelly2@alaska.edu::a48921e0-4498-4772-90de-fad5b838a917" providerId="AD"/>
</p188: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18B28D76-97FA-FF23-AAFA-07CD21559752}" v="290" dt="2026-07-29T20:42:10.332"/>
    <p1510:client id="{44A68047-7882-1517-FA22-2312F689FC9D}" v="483" dt="2026-07-28T22:22:06.23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17" Type="http://schemas.openxmlformats.org/officeDocument/2006/relationships/slide" Target="slides/slide116.xml"/><Relationship Id="rId21" Type="http://schemas.openxmlformats.org/officeDocument/2006/relationships/slide" Target="slides/slide20.xml"/><Relationship Id="rId42" Type="http://schemas.openxmlformats.org/officeDocument/2006/relationships/slide" Target="slides/slide41.xml"/><Relationship Id="rId63" Type="http://schemas.openxmlformats.org/officeDocument/2006/relationships/slide" Target="slides/slide62.xml"/><Relationship Id="rId84" Type="http://schemas.openxmlformats.org/officeDocument/2006/relationships/slide" Target="slides/slide83.xml"/><Relationship Id="rId16" Type="http://schemas.openxmlformats.org/officeDocument/2006/relationships/slide" Target="slides/slide15.xml"/><Relationship Id="rId107" Type="http://schemas.openxmlformats.org/officeDocument/2006/relationships/slide" Target="slides/slide106.xml"/><Relationship Id="rId11" Type="http://schemas.openxmlformats.org/officeDocument/2006/relationships/slide" Target="slides/slide10.xml"/><Relationship Id="rId32" Type="http://schemas.openxmlformats.org/officeDocument/2006/relationships/slide" Target="slides/slide31.xml"/><Relationship Id="rId37" Type="http://schemas.openxmlformats.org/officeDocument/2006/relationships/slide" Target="slides/slide36.xml"/><Relationship Id="rId53" Type="http://schemas.openxmlformats.org/officeDocument/2006/relationships/slide" Target="slides/slide52.xml"/><Relationship Id="rId58" Type="http://schemas.openxmlformats.org/officeDocument/2006/relationships/slide" Target="slides/slide57.xml"/><Relationship Id="rId74" Type="http://schemas.openxmlformats.org/officeDocument/2006/relationships/slide" Target="slides/slide73.xml"/><Relationship Id="rId79" Type="http://schemas.openxmlformats.org/officeDocument/2006/relationships/slide" Target="slides/slide78.xml"/><Relationship Id="rId102" Type="http://schemas.openxmlformats.org/officeDocument/2006/relationships/slide" Target="slides/slide101.xml"/><Relationship Id="rId123" Type="http://schemas.openxmlformats.org/officeDocument/2006/relationships/slide" Target="slides/slide122.xml"/><Relationship Id="rId128" Type="http://schemas.openxmlformats.org/officeDocument/2006/relationships/slide" Target="slides/slide127.xml"/><Relationship Id="rId5" Type="http://schemas.openxmlformats.org/officeDocument/2006/relationships/slide" Target="slides/slide4.xml"/><Relationship Id="rId90" Type="http://schemas.openxmlformats.org/officeDocument/2006/relationships/slide" Target="slides/slide89.xml"/><Relationship Id="rId95" Type="http://schemas.openxmlformats.org/officeDocument/2006/relationships/slide" Target="slides/slide94.xml"/><Relationship Id="rId22" Type="http://schemas.openxmlformats.org/officeDocument/2006/relationships/slide" Target="slides/slide21.xml"/><Relationship Id="rId27" Type="http://schemas.openxmlformats.org/officeDocument/2006/relationships/slide" Target="slides/slide26.xml"/><Relationship Id="rId43" Type="http://schemas.openxmlformats.org/officeDocument/2006/relationships/slide" Target="slides/slide42.xml"/><Relationship Id="rId48" Type="http://schemas.openxmlformats.org/officeDocument/2006/relationships/slide" Target="slides/slide47.xml"/><Relationship Id="rId64" Type="http://schemas.openxmlformats.org/officeDocument/2006/relationships/slide" Target="slides/slide63.xml"/><Relationship Id="rId69" Type="http://schemas.openxmlformats.org/officeDocument/2006/relationships/slide" Target="slides/slide68.xml"/><Relationship Id="rId113" Type="http://schemas.openxmlformats.org/officeDocument/2006/relationships/slide" Target="slides/slide112.xml"/><Relationship Id="rId118" Type="http://schemas.openxmlformats.org/officeDocument/2006/relationships/slide" Target="slides/slide117.xml"/><Relationship Id="rId134" Type="http://schemas.microsoft.com/office/2015/10/relationships/revisionInfo" Target="revisionInfo.xml"/><Relationship Id="rId80" Type="http://schemas.openxmlformats.org/officeDocument/2006/relationships/slide" Target="slides/slide79.xml"/><Relationship Id="rId85" Type="http://schemas.openxmlformats.org/officeDocument/2006/relationships/slide" Target="slides/slide84.xml"/><Relationship Id="rId12" Type="http://schemas.openxmlformats.org/officeDocument/2006/relationships/slide" Target="slides/slide11.xml"/><Relationship Id="rId17" Type="http://schemas.openxmlformats.org/officeDocument/2006/relationships/slide" Target="slides/slide16.xml"/><Relationship Id="rId33" Type="http://schemas.openxmlformats.org/officeDocument/2006/relationships/slide" Target="slides/slide32.xml"/><Relationship Id="rId38" Type="http://schemas.openxmlformats.org/officeDocument/2006/relationships/slide" Target="slides/slide37.xml"/><Relationship Id="rId59" Type="http://schemas.openxmlformats.org/officeDocument/2006/relationships/slide" Target="slides/slide58.xml"/><Relationship Id="rId103" Type="http://schemas.openxmlformats.org/officeDocument/2006/relationships/slide" Target="slides/slide102.xml"/><Relationship Id="rId108" Type="http://schemas.openxmlformats.org/officeDocument/2006/relationships/slide" Target="slides/slide107.xml"/><Relationship Id="rId124" Type="http://schemas.openxmlformats.org/officeDocument/2006/relationships/slide" Target="slides/slide123.xml"/><Relationship Id="rId129" Type="http://schemas.openxmlformats.org/officeDocument/2006/relationships/notesMaster" Target="notesMasters/notesMaster1.xml"/><Relationship Id="rId54" Type="http://schemas.openxmlformats.org/officeDocument/2006/relationships/slide" Target="slides/slide53.xml"/><Relationship Id="rId70" Type="http://schemas.openxmlformats.org/officeDocument/2006/relationships/slide" Target="slides/slide69.xml"/><Relationship Id="rId75" Type="http://schemas.openxmlformats.org/officeDocument/2006/relationships/slide" Target="slides/slide74.xml"/><Relationship Id="rId91" Type="http://schemas.openxmlformats.org/officeDocument/2006/relationships/slide" Target="slides/slide90.xml"/><Relationship Id="rId96" Type="http://schemas.openxmlformats.org/officeDocument/2006/relationships/slide" Target="slides/slide95.xml"/><Relationship Id="rId1" Type="http://schemas.openxmlformats.org/officeDocument/2006/relationships/slideMaster" Target="slideMasters/slideMaster1.xml"/><Relationship Id="rId6" Type="http://schemas.openxmlformats.org/officeDocument/2006/relationships/slide" Target="slides/slide5.xml"/><Relationship Id="rId23" Type="http://schemas.openxmlformats.org/officeDocument/2006/relationships/slide" Target="slides/slide22.xml"/><Relationship Id="rId28" Type="http://schemas.openxmlformats.org/officeDocument/2006/relationships/slide" Target="slides/slide27.xml"/><Relationship Id="rId49" Type="http://schemas.openxmlformats.org/officeDocument/2006/relationships/slide" Target="slides/slide48.xml"/><Relationship Id="rId114" Type="http://schemas.openxmlformats.org/officeDocument/2006/relationships/slide" Target="slides/slide113.xml"/><Relationship Id="rId119" Type="http://schemas.openxmlformats.org/officeDocument/2006/relationships/slide" Target="slides/slide118.xml"/><Relationship Id="rId44" Type="http://schemas.openxmlformats.org/officeDocument/2006/relationships/slide" Target="slides/slide43.xml"/><Relationship Id="rId60" Type="http://schemas.openxmlformats.org/officeDocument/2006/relationships/slide" Target="slides/slide59.xml"/><Relationship Id="rId65" Type="http://schemas.openxmlformats.org/officeDocument/2006/relationships/slide" Target="slides/slide64.xml"/><Relationship Id="rId81" Type="http://schemas.openxmlformats.org/officeDocument/2006/relationships/slide" Target="slides/slide80.xml"/><Relationship Id="rId86" Type="http://schemas.openxmlformats.org/officeDocument/2006/relationships/slide" Target="slides/slide85.xml"/><Relationship Id="rId130" Type="http://schemas.openxmlformats.org/officeDocument/2006/relationships/presProps" Target="presProps.xml"/><Relationship Id="rId135" Type="http://schemas.microsoft.com/office/2018/10/relationships/authors" Target="authors.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 Id="rId109" Type="http://schemas.openxmlformats.org/officeDocument/2006/relationships/slide" Target="slides/slide108.xml"/><Relationship Id="rId34" Type="http://schemas.openxmlformats.org/officeDocument/2006/relationships/slide" Target="slides/slide33.xml"/><Relationship Id="rId50" Type="http://schemas.openxmlformats.org/officeDocument/2006/relationships/slide" Target="slides/slide49.xml"/><Relationship Id="rId55" Type="http://schemas.openxmlformats.org/officeDocument/2006/relationships/slide" Target="slides/slide54.xml"/><Relationship Id="rId76" Type="http://schemas.openxmlformats.org/officeDocument/2006/relationships/slide" Target="slides/slide75.xml"/><Relationship Id="rId97" Type="http://schemas.openxmlformats.org/officeDocument/2006/relationships/slide" Target="slides/slide96.xml"/><Relationship Id="rId104" Type="http://schemas.openxmlformats.org/officeDocument/2006/relationships/slide" Target="slides/slide103.xml"/><Relationship Id="rId120" Type="http://schemas.openxmlformats.org/officeDocument/2006/relationships/slide" Target="slides/slide119.xml"/><Relationship Id="rId125" Type="http://schemas.openxmlformats.org/officeDocument/2006/relationships/slide" Target="slides/slide124.xml"/><Relationship Id="rId7" Type="http://schemas.openxmlformats.org/officeDocument/2006/relationships/slide" Target="slides/slide6.xml"/><Relationship Id="rId71" Type="http://schemas.openxmlformats.org/officeDocument/2006/relationships/slide" Target="slides/slide70.xml"/><Relationship Id="rId92" Type="http://schemas.openxmlformats.org/officeDocument/2006/relationships/slide" Target="slides/slide91.xml"/><Relationship Id="rId2" Type="http://schemas.openxmlformats.org/officeDocument/2006/relationships/slide" Target="slides/slide1.xml"/><Relationship Id="rId29" Type="http://schemas.openxmlformats.org/officeDocument/2006/relationships/slide" Target="slides/slide28.xml"/><Relationship Id="rId24" Type="http://schemas.openxmlformats.org/officeDocument/2006/relationships/slide" Target="slides/slide23.xml"/><Relationship Id="rId40" Type="http://schemas.openxmlformats.org/officeDocument/2006/relationships/slide" Target="slides/slide39.xml"/><Relationship Id="rId45" Type="http://schemas.openxmlformats.org/officeDocument/2006/relationships/slide" Target="slides/slide44.xml"/><Relationship Id="rId66" Type="http://schemas.openxmlformats.org/officeDocument/2006/relationships/slide" Target="slides/slide65.xml"/><Relationship Id="rId87" Type="http://schemas.openxmlformats.org/officeDocument/2006/relationships/slide" Target="slides/slide86.xml"/><Relationship Id="rId110" Type="http://schemas.openxmlformats.org/officeDocument/2006/relationships/slide" Target="slides/slide109.xml"/><Relationship Id="rId115" Type="http://schemas.openxmlformats.org/officeDocument/2006/relationships/slide" Target="slides/slide114.xml"/><Relationship Id="rId131" Type="http://schemas.openxmlformats.org/officeDocument/2006/relationships/viewProps" Target="viewProps.xml"/><Relationship Id="rId61" Type="http://schemas.openxmlformats.org/officeDocument/2006/relationships/slide" Target="slides/slide60.xml"/><Relationship Id="rId82" Type="http://schemas.openxmlformats.org/officeDocument/2006/relationships/slide" Target="slides/slide81.xml"/><Relationship Id="rId19" Type="http://schemas.openxmlformats.org/officeDocument/2006/relationships/slide" Target="slides/slide18.xml"/><Relationship Id="rId14" Type="http://schemas.openxmlformats.org/officeDocument/2006/relationships/slide" Target="slides/slide13.xml"/><Relationship Id="rId30" Type="http://schemas.openxmlformats.org/officeDocument/2006/relationships/slide" Target="slides/slide29.xml"/><Relationship Id="rId35" Type="http://schemas.openxmlformats.org/officeDocument/2006/relationships/slide" Target="slides/slide34.xml"/><Relationship Id="rId56" Type="http://schemas.openxmlformats.org/officeDocument/2006/relationships/slide" Target="slides/slide55.xml"/><Relationship Id="rId77" Type="http://schemas.openxmlformats.org/officeDocument/2006/relationships/slide" Target="slides/slide76.xml"/><Relationship Id="rId100" Type="http://schemas.openxmlformats.org/officeDocument/2006/relationships/slide" Target="slides/slide99.xml"/><Relationship Id="rId105" Type="http://schemas.openxmlformats.org/officeDocument/2006/relationships/slide" Target="slides/slide104.xml"/><Relationship Id="rId126" Type="http://schemas.openxmlformats.org/officeDocument/2006/relationships/slide" Target="slides/slide125.xml"/><Relationship Id="rId8" Type="http://schemas.openxmlformats.org/officeDocument/2006/relationships/slide" Target="slides/slide7.xml"/><Relationship Id="rId51" Type="http://schemas.openxmlformats.org/officeDocument/2006/relationships/slide" Target="slides/slide50.xml"/><Relationship Id="rId72" Type="http://schemas.openxmlformats.org/officeDocument/2006/relationships/slide" Target="slides/slide71.xml"/><Relationship Id="rId93" Type="http://schemas.openxmlformats.org/officeDocument/2006/relationships/slide" Target="slides/slide92.xml"/><Relationship Id="rId98" Type="http://schemas.openxmlformats.org/officeDocument/2006/relationships/slide" Target="slides/slide97.xml"/><Relationship Id="rId121" Type="http://schemas.openxmlformats.org/officeDocument/2006/relationships/slide" Target="slides/slide120.xml"/><Relationship Id="rId3" Type="http://schemas.openxmlformats.org/officeDocument/2006/relationships/slide" Target="slides/slide2.xml"/><Relationship Id="rId25" Type="http://schemas.openxmlformats.org/officeDocument/2006/relationships/slide" Target="slides/slide24.xml"/><Relationship Id="rId46" Type="http://schemas.openxmlformats.org/officeDocument/2006/relationships/slide" Target="slides/slide45.xml"/><Relationship Id="rId67" Type="http://schemas.openxmlformats.org/officeDocument/2006/relationships/slide" Target="slides/slide66.xml"/><Relationship Id="rId116" Type="http://schemas.openxmlformats.org/officeDocument/2006/relationships/slide" Target="slides/slide115.xml"/><Relationship Id="rId20" Type="http://schemas.openxmlformats.org/officeDocument/2006/relationships/slide" Target="slides/slide19.xml"/><Relationship Id="rId41" Type="http://schemas.openxmlformats.org/officeDocument/2006/relationships/slide" Target="slides/slide40.xml"/><Relationship Id="rId62" Type="http://schemas.openxmlformats.org/officeDocument/2006/relationships/slide" Target="slides/slide61.xml"/><Relationship Id="rId83" Type="http://schemas.openxmlformats.org/officeDocument/2006/relationships/slide" Target="slides/slide82.xml"/><Relationship Id="rId88" Type="http://schemas.openxmlformats.org/officeDocument/2006/relationships/slide" Target="slides/slide87.xml"/><Relationship Id="rId111" Type="http://schemas.openxmlformats.org/officeDocument/2006/relationships/slide" Target="slides/slide110.xml"/><Relationship Id="rId132" Type="http://schemas.openxmlformats.org/officeDocument/2006/relationships/theme" Target="theme/theme1.xml"/><Relationship Id="rId15" Type="http://schemas.openxmlformats.org/officeDocument/2006/relationships/slide" Target="slides/slide14.xml"/><Relationship Id="rId36" Type="http://schemas.openxmlformats.org/officeDocument/2006/relationships/slide" Target="slides/slide35.xml"/><Relationship Id="rId57" Type="http://schemas.openxmlformats.org/officeDocument/2006/relationships/slide" Target="slides/slide56.xml"/><Relationship Id="rId106" Type="http://schemas.openxmlformats.org/officeDocument/2006/relationships/slide" Target="slides/slide105.xml"/><Relationship Id="rId127" Type="http://schemas.openxmlformats.org/officeDocument/2006/relationships/slide" Target="slides/slide126.xml"/><Relationship Id="rId10" Type="http://schemas.openxmlformats.org/officeDocument/2006/relationships/slide" Target="slides/slide9.xml"/><Relationship Id="rId31" Type="http://schemas.openxmlformats.org/officeDocument/2006/relationships/slide" Target="slides/slide30.xml"/><Relationship Id="rId52" Type="http://schemas.openxmlformats.org/officeDocument/2006/relationships/slide" Target="slides/slide51.xml"/><Relationship Id="rId73" Type="http://schemas.openxmlformats.org/officeDocument/2006/relationships/slide" Target="slides/slide72.xml"/><Relationship Id="rId78" Type="http://schemas.openxmlformats.org/officeDocument/2006/relationships/slide" Target="slides/slide77.xml"/><Relationship Id="rId94" Type="http://schemas.openxmlformats.org/officeDocument/2006/relationships/slide" Target="slides/slide93.xml"/><Relationship Id="rId99" Type="http://schemas.openxmlformats.org/officeDocument/2006/relationships/slide" Target="slides/slide98.xml"/><Relationship Id="rId101" Type="http://schemas.openxmlformats.org/officeDocument/2006/relationships/slide" Target="slides/slide100.xml"/><Relationship Id="rId122" Type="http://schemas.openxmlformats.org/officeDocument/2006/relationships/slide" Target="slides/slide121.xml"/><Relationship Id="rId4" Type="http://schemas.openxmlformats.org/officeDocument/2006/relationships/slide" Target="slides/slide3.xml"/><Relationship Id="rId9" Type="http://schemas.openxmlformats.org/officeDocument/2006/relationships/slide" Target="slides/slide8.xml"/><Relationship Id="rId26" Type="http://schemas.openxmlformats.org/officeDocument/2006/relationships/slide" Target="slides/slide25.xml"/><Relationship Id="rId47" Type="http://schemas.openxmlformats.org/officeDocument/2006/relationships/slide" Target="slides/slide46.xml"/><Relationship Id="rId68" Type="http://schemas.openxmlformats.org/officeDocument/2006/relationships/slide" Target="slides/slide67.xml"/><Relationship Id="rId89" Type="http://schemas.openxmlformats.org/officeDocument/2006/relationships/slide" Target="slides/slide88.xml"/><Relationship Id="rId112" Type="http://schemas.openxmlformats.org/officeDocument/2006/relationships/slide" Target="slides/slide111.xml"/><Relationship Id="rId133" Type="http://schemas.openxmlformats.org/officeDocument/2006/relationships/tableStyles" Target="tableStyles.xml"/></Relationships>
</file>

<file path=ppt/comments/modernComment_1AB_2AD2AE9F.xml><?xml version="1.0" encoding="utf-8"?>
<p188:cmLst xmlns:a="http://schemas.openxmlformats.org/drawingml/2006/main" xmlns:r="http://schemas.openxmlformats.org/officeDocument/2006/relationships" xmlns:p188="http://schemas.microsoft.com/office/powerpoint/2018/8/main">
  <p188:cm id="{5BDF1810-64CF-463C-A178-3D13682E6BCC}" authorId="{25BE9B0B-D6E8-8C65-FE6C-22ED85D8CC3A}" created="2026-07-13T03:09:01.658">
    <ac:deMkLst xmlns:ac="http://schemas.microsoft.com/office/drawing/2013/main/command">
      <pc:docMk xmlns:pc="http://schemas.microsoft.com/office/powerpoint/2013/main/command"/>
      <pc:sldMk xmlns:pc="http://schemas.microsoft.com/office/powerpoint/2013/main/command" cId="88568183" sldId="321"/>
      <ac:picMk id="4" creationId="{06A9A205-0D3F-CA2F-A8CF-EF8A185611B5}"/>
    </ac:deMkLst>
    <p188:txBody>
      <a:bodyPr/>
      <a:lstStyle/>
      <a:p>
        <a:r>
          <a:rPr lang="en-US"/>
          <a:t>fix to look accurate</a:t>
        </a:r>
      </a:p>
    </p188:txBody>
  </p188:cm>
</p188:cmLst>
</file>

<file path=ppt/comments/modernComment_1AC_B4BC4688.xml><?xml version="1.0" encoding="utf-8"?>
<p188:cmLst xmlns:a="http://schemas.openxmlformats.org/drawingml/2006/main" xmlns:r="http://schemas.openxmlformats.org/officeDocument/2006/relationships" xmlns:p188="http://schemas.microsoft.com/office/powerpoint/2018/8/main">
  <p188:cm id="{B53EAC95-86E6-4309-9929-CAEA966DC0D4}" authorId="{25BE9B0B-D6E8-8C65-FE6C-22ED85D8CC3A}" created="2026-07-13T18:06:30.564">
    <ac:deMkLst xmlns:ac="http://schemas.microsoft.com/office/drawing/2013/main/command">
      <pc:docMk xmlns:pc="http://schemas.microsoft.com/office/powerpoint/2013/main/command"/>
      <pc:sldMk xmlns:pc="http://schemas.microsoft.com/office/powerpoint/2013/main/command" cId="1676015508" sldId="315"/>
      <ac:picMk id="4" creationId="{E8594B8B-9B1B-3783-016F-34D776B68233}"/>
    </ac:deMkLst>
    <p188:txBody>
      <a:bodyPr/>
      <a:lstStyle/>
      <a:p>
        <a:r>
          <a:rPr lang="en-US"/>
          <a:t>give this handout earier </a:t>
        </a:r>
      </a:p>
    </p188:txBody>
  </p188:cm>
</p188:cmLst>
</file>

<file path=ppt/comments/modernComment_10D_6AD608FA.xml><?xml version="1.0" encoding="utf-8"?>
<p188:cmLst xmlns:a="http://schemas.openxmlformats.org/drawingml/2006/main" xmlns:r="http://schemas.openxmlformats.org/officeDocument/2006/relationships" xmlns:p188="http://schemas.microsoft.com/office/powerpoint/2018/8/main">
  <p188:cm id="{E6C8F7F5-60C4-4970-AC31-96FF6B936567}" authorId="{25BE9B0B-D6E8-8C65-FE6C-22ED85D8CC3A}" created="2026-07-01T22:57:45.925">
    <ac:txMkLst xmlns:ac="http://schemas.microsoft.com/office/drawing/2013/main/command">
      <pc:docMk xmlns:pc="http://schemas.microsoft.com/office/powerpoint/2013/main/command"/>
      <pc:sldMk xmlns:pc="http://schemas.microsoft.com/office/powerpoint/2013/main/command" cId="1792411898" sldId="269"/>
      <ac:spMk id="2" creationId="{4E36C230-70B4-54D6-1BC3-3CBEE2F647A4}"/>
      <ac:txMk cp="0" len="12">
        <ac:context len="13" hash="2390413824"/>
      </ac:txMk>
    </ac:txMkLst>
    <p188:pos x="2735942" y="747485"/>
    <p188:txBody>
      <a:bodyPr/>
      <a:lstStyle/>
      <a:p>
        <a:r>
          <a:rPr lang="en-US"/>
          <a:t>They will get an static ip for the jum host to wssh into their own subnet</a:t>
        </a:r>
      </a:p>
    </p188:txBody>
  </p188:cm>
</p188:cmLst>
</file>

<file path=ppt/comments/modernComment_11A_913D2D7.xml><?xml version="1.0" encoding="utf-8"?>
<p188:cmLst xmlns:a="http://schemas.openxmlformats.org/drawingml/2006/main" xmlns:r="http://schemas.openxmlformats.org/officeDocument/2006/relationships" xmlns:p188="http://schemas.microsoft.com/office/powerpoint/2018/8/main">
  <p188:cm id="{FBF8DC08-66AF-4528-B0E0-D34E51AF35EE}" authorId="{25BE9B0B-D6E8-8C65-FE6C-22ED85D8CC3A}" created="2026-07-13T19:14:01.377">
    <ac:deMkLst xmlns:ac="http://schemas.microsoft.com/office/drawing/2013/main/command">
      <pc:docMk xmlns:pc="http://schemas.microsoft.com/office/powerpoint/2013/main/command"/>
      <pc:sldMk xmlns:pc="http://schemas.microsoft.com/office/powerpoint/2013/main/command" cId="152294103" sldId="282"/>
      <ac:graphicFrameMk id="7" creationId="{45E3708B-93A3-CBA5-4C7A-BF102260E00D}"/>
    </ac:deMkLst>
    <p188:txBody>
      <a:bodyPr/>
      <a:lstStyle/>
      <a:p>
        <a:r>
          <a:rPr lang="en-US"/>
          <a:t>door diagram with rooms</a:t>
        </a:r>
      </a:p>
    </p188:txBody>
  </p188:cm>
</p188:cmLst>
</file>

<file path=ppt/comments/modernComment_11D_1659F78C.xml><?xml version="1.0" encoding="utf-8"?>
<p188:cmLst xmlns:a="http://schemas.openxmlformats.org/drawingml/2006/main" xmlns:r="http://schemas.openxmlformats.org/officeDocument/2006/relationships" xmlns:p188="http://schemas.microsoft.com/office/powerpoint/2018/8/main">
  <p188:cm id="{D73A9741-AFBD-44C8-8968-F796477C5BAD}" authorId="{25BE9B0B-D6E8-8C65-FE6C-22ED85D8CC3A}" created="2026-07-06T21:05:50.964">
    <ac:txMkLst xmlns:ac="http://schemas.microsoft.com/office/drawing/2013/main/command">
      <pc:docMk xmlns:pc="http://schemas.microsoft.com/office/powerpoint/2013/main/command"/>
      <pc:sldMk xmlns:pc="http://schemas.microsoft.com/office/powerpoint/2013/main/command" cId="374994828" sldId="285"/>
      <ac:spMk id="3" creationId="{ABD2457F-F86E-C5C7-FD89-7A82449AA193}"/>
      <ac:txMk cp="214">
        <ac:context len="215" hash="409668746"/>
      </ac:txMk>
    </ac:txMkLst>
    <p188:pos x="3556000" y="1676400"/>
    <p188:txBody>
      <a:bodyPr/>
      <a:lstStyle/>
      <a:p>
        <a:r>
          <a:rPr lang="en-US"/>
          <a:t>show setting static and keep getting dynamic</a:t>
        </a:r>
      </a:p>
    </p188:txBody>
  </p188:cm>
  <p188:cm id="{3DA260E1-2C07-441C-AE40-E1FF86A90DA3}" authorId="{25BE9B0B-D6E8-8C65-FE6C-22ED85D8CC3A}" status="resolved" created="2026-07-13T19:17:20.516" complete="100000">
    <ac:deMkLst xmlns:ac="http://schemas.microsoft.com/office/drawing/2013/main/command">
      <pc:docMk xmlns:pc="http://schemas.microsoft.com/office/powerpoint/2013/main/command"/>
      <pc:sldMk xmlns:pc="http://schemas.microsoft.com/office/powerpoint/2013/main/command" cId="374994828" sldId="285"/>
      <ac:picMk id="6" creationId="{0A520194-A33F-AD70-2E37-E46E1CF6A5E0}"/>
    </ac:deMkLst>
    <p188:txBody>
      <a:bodyPr/>
      <a:lstStyle/>
      <a:p>
        <a:r>
          <a:rPr lang="en-US"/>
          <a:t>take off dora</a:t>
        </a:r>
      </a:p>
    </p188:txBody>
  </p188:cm>
  <p188:cm id="{24BB7093-D50E-485C-933A-AC073EF4CC21}" authorId="{25BE9B0B-D6E8-8C65-FE6C-22ED85D8CC3A}" created="2026-07-14T21:12:28.751">
    <ac:txMkLst xmlns:ac="http://schemas.microsoft.com/office/drawing/2013/main/command">
      <pc:docMk xmlns:pc="http://schemas.microsoft.com/office/powerpoint/2013/main/command"/>
      <pc:sldMk xmlns:pc="http://schemas.microsoft.com/office/powerpoint/2013/main/command" cId="374994828" sldId="285"/>
      <ac:spMk id="3" creationId="{ABD2457F-F86E-C5C7-FD89-7A82449AA193}"/>
      <ac:txMk cp="90" len="58">
        <ac:context len="185" hash="4011670172"/>
      </ac:txMk>
    </ac:txMkLst>
    <p188:pos x="1422400" y="2075542"/>
    <p188:txBody>
      <a:bodyPr/>
      <a:lstStyle/>
      <a:p>
        <a:r>
          <a:rPr lang="en-US"/>
          <a:t>analogize</a:t>
        </a:r>
      </a:p>
    </p188:txBody>
  </p188:cm>
</p188:cmLst>
</file>

<file path=ppt/comments/modernComment_11F_4C12A447.xml><?xml version="1.0" encoding="utf-8"?>
<p188:cmLst xmlns:a="http://schemas.openxmlformats.org/drawingml/2006/main" xmlns:r="http://schemas.openxmlformats.org/officeDocument/2006/relationships" xmlns:p188="http://schemas.microsoft.com/office/powerpoint/2018/8/main">
  <p188:cm id="{8522EAEA-6545-4299-8E2C-1A4672856A84}" authorId="{25BE9B0B-D6E8-8C65-FE6C-22ED85D8CC3A}" created="2026-07-13T19:28:22.824">
    <ac:deMkLst xmlns:ac="http://schemas.microsoft.com/office/drawing/2013/main/command">
      <pc:docMk xmlns:pc="http://schemas.microsoft.com/office/powerpoint/2013/main/command"/>
      <pc:sldMk xmlns:pc="http://schemas.microsoft.com/office/powerpoint/2013/main/command" cId="1276290119" sldId="287"/>
      <ac:graphicFrameMk id="22" creationId="{3FC85266-6DAA-8C84-893A-1C97B60C3AC2}"/>
    </ac:deMkLst>
    <p188:txBody>
      <a:bodyPr/>
      <a:lstStyle/>
      <a:p>
        <a:r>
          <a:rPr lang="en-US"/>
          <a:t>phonebooks </a:t>
        </a:r>
      </a:p>
    </p188:txBody>
  </p188:cm>
  <p188:cm id="{3158019C-C922-4E2A-B975-B30C6877FFD0}" authorId="{25BE9B0B-D6E8-8C65-FE6C-22ED85D8CC3A}" created="2026-07-16T18:53:55.007">
    <ac:deMkLst xmlns:ac="http://schemas.microsoft.com/office/drawing/2013/main/command">
      <pc:docMk xmlns:pc="http://schemas.microsoft.com/office/powerpoint/2013/main/command"/>
      <pc:sldMk xmlns:pc="http://schemas.microsoft.com/office/powerpoint/2013/main/command" cId="1276290119" sldId="287"/>
      <ac:picMk id="7" creationId="{9B1A2C2A-46B5-7CA6-5738-22C09469EFD7}"/>
    </ac:deMkLst>
    <p188:txBody>
      <a:bodyPr/>
      <a:lstStyle/>
      <a:p>
        <a:r>
          <a:rPr lang="en-US"/>
          <a:t>maybe recreate myself something similar</a:t>
        </a:r>
      </a:p>
    </p188:txBody>
  </p188:cm>
</p188:cmLst>
</file>

<file path=ppt/comments/modernComment_12B_AF2C9B4C.xml><?xml version="1.0" encoding="utf-8"?>
<p188:cmLst xmlns:a="http://schemas.openxmlformats.org/drawingml/2006/main" xmlns:r="http://schemas.openxmlformats.org/officeDocument/2006/relationships" xmlns:p188="http://schemas.microsoft.com/office/powerpoint/2018/8/main">
  <p188:cm id="{A214A229-3864-423A-AEBB-17F9EF626972}" authorId="{25BE9B0B-D6E8-8C65-FE6C-22ED85D8CC3A}" created="2026-07-17T23:57:06.606">
    <pc:sldMkLst xmlns:pc="http://schemas.microsoft.com/office/powerpoint/2013/main/command">
      <pc:docMk/>
      <pc:sldMk cId="2938936140" sldId="299"/>
    </pc:sldMkLst>
    <p188:replyLst>
      <p188:reply id="{68335F30-94AA-480B-A995-0C219C1C0B10}" authorId="{25BE9B0B-D6E8-8C65-FE6C-22ED85D8CC3A}" created="2026-07-27T19:22:31.023">
        <p188:txBody>
          <a:bodyPr/>
          <a:lstStyle/>
          <a:p>
            <a:r>
              <a:rPr lang="en-US"/>
              <a:t>turn off dhcp vm and turn on opnsense firewall main one; mine for demos then turn it off after demos</a:t>
            </a:r>
          </a:p>
        </p188:txBody>
      </p188:reply>
    </p188:replyLst>
    <p188:txBody>
      <a:bodyPr/>
      <a:lstStyle/>
      <a:p>
        <a:r>
          <a:rPr lang="en-US"/>
          <a:t>talk about what i have planned for module 2</a:t>
        </a:r>
      </a:p>
    </p188:txBody>
  </p188:cm>
</p188:cmLst>
</file>

<file path=ppt/comments/modernComment_12D_CC7B37B7.xml><?xml version="1.0" encoding="utf-8"?>
<p188:cmLst xmlns:a="http://schemas.openxmlformats.org/drawingml/2006/main" xmlns:r="http://schemas.openxmlformats.org/officeDocument/2006/relationships" xmlns:p188="http://schemas.microsoft.com/office/powerpoint/2018/8/main">
  <p188:cm id="{A4C74123-0F46-4884-862E-51B8F389952E}" authorId="{25BE9B0B-D6E8-8C65-FE6C-22ED85D8CC3A}" status="resolved" created="2026-07-06T21:25:56.526" complete="100000">
    <ac:txMkLst xmlns:ac="http://schemas.microsoft.com/office/drawing/2013/main/command">
      <pc:docMk xmlns:pc="http://schemas.microsoft.com/office/powerpoint/2013/main/command"/>
      <pc:sldMk xmlns:pc="http://schemas.microsoft.com/office/powerpoint/2013/main/command" cId="3430627255" sldId="301"/>
      <ac:spMk id="4" creationId="{C62BD662-5C09-0213-45F8-C2BFF0E43ABE}"/>
      <ac:txMk cp="0" len="27">
        <ac:context len="28" hash="2371058672"/>
      </ac:txMk>
    </ac:txMkLst>
    <p188:pos x="5087257" y="312057"/>
    <p188:replyLst>
      <p188:reply id="{F1F7FFEE-FB42-4F73-8645-948676309092}" authorId="{25BE9B0B-D6E8-8C65-FE6C-22ED85D8CC3A}" created="2026-07-13T20:00:55.254">
        <p188:txBody>
          <a:bodyPr/>
          <a:lstStyle/>
          <a:p>
            <a:r>
              <a:rPr lang="en-US"/>
              <a:t>This, L Com and Line, then proxmox connections as a second way</a:t>
            </a:r>
          </a:p>
        </p188:txBody>
      </p188:reply>
    </p188:replyLst>
    <p188:txBody>
      <a:bodyPr/>
      <a:lstStyle/>
      <a:p>
        <a:r>
          <a:rPr lang="en-US"/>
          <a:t>have everyone follow me logging into the .20. maybe add screensjhots of process</a:t>
        </a:r>
      </a:p>
    </p188:txBody>
  </p188:cm>
</p188:cmLst>
</file>

<file path=ppt/comments/modernComment_13B_63E5F794.xml><?xml version="1.0" encoding="utf-8"?>
<p188:cmLst xmlns:a="http://schemas.openxmlformats.org/drawingml/2006/main" xmlns:r="http://schemas.openxmlformats.org/officeDocument/2006/relationships" xmlns:p188="http://schemas.microsoft.com/office/powerpoint/2018/8/main">
  <p188:cm id="{22470478-8038-4D6B-B2A6-D9C0BD3DEA6E}" authorId="{25BE9B0B-D6E8-8C65-FE6C-22ED85D8CC3A}" created="2026-07-13T18:06:30.564">
    <ac:deMkLst xmlns:ac="http://schemas.microsoft.com/office/drawing/2013/main/command">
      <pc:docMk xmlns:pc="http://schemas.microsoft.com/office/powerpoint/2013/main/command"/>
      <pc:sldMk xmlns:pc="http://schemas.microsoft.com/office/powerpoint/2013/main/command" cId="1676015508" sldId="315"/>
      <ac:picMk id="4" creationId="{E8594B8B-9B1B-3783-016F-34D776B68233}"/>
    </ac:deMkLst>
    <p188:txBody>
      <a:bodyPr/>
      <a:lstStyle/>
      <a:p>
        <a:r>
          <a:rPr lang="en-US"/>
          <a:t>give this handout earier </a:t>
        </a:r>
      </a:p>
    </p188:txBody>
  </p188:cm>
</p188:cmLst>
</file>

<file path=ppt/comments/modernComment_13D_FCBC4A8F.xml><?xml version="1.0" encoding="utf-8"?>
<p188:cmLst xmlns:a="http://schemas.openxmlformats.org/drawingml/2006/main" xmlns:r="http://schemas.openxmlformats.org/officeDocument/2006/relationships" xmlns:p188="http://schemas.microsoft.com/office/powerpoint/2018/8/main">
  <p188:cm id="{8C5B0641-4186-4126-9CDB-185AFEA18598}" authorId="{25BE9B0B-D6E8-8C65-FE6C-22ED85D8CC3A}" created="2026-07-08T21:13:27.311">
    <ac:txMkLst xmlns:ac="http://schemas.microsoft.com/office/drawing/2013/main/command">
      <pc:docMk xmlns:pc="http://schemas.microsoft.com/office/powerpoint/2013/main/command"/>
      <pc:sldMk xmlns:pc="http://schemas.microsoft.com/office/powerpoint/2013/main/command" cId="4240198287" sldId="317"/>
      <ac:spMk id="3" creationId="{4E6371A8-816C-AB26-0451-0DA9D4C1FDCA}"/>
      <ac:txMk cp="0">
        <ac:context len="1" hash="13"/>
      </ac:txMk>
    </ac:txMkLst>
    <p188:pos x="4085771" y="1197428"/>
    <p188:txBody>
      <a:bodyPr/>
      <a:lstStyle/>
      <a:p>
        <a:r>
          <a:rPr lang="en-US"/>
          <a:t>Don't need text just images</a:t>
        </a:r>
      </a:p>
    </p188:txBody>
  </p188:cm>
</p188:cmLst>
</file>

<file path=ppt/comments/modernComment_13F_533DAB2A.xml><?xml version="1.0" encoding="utf-8"?>
<p188:cmLst xmlns:a="http://schemas.openxmlformats.org/drawingml/2006/main" xmlns:r="http://schemas.openxmlformats.org/officeDocument/2006/relationships" xmlns:p188="http://schemas.microsoft.com/office/powerpoint/2018/8/main">
  <p188:cm id="{B6A9821B-A67F-4C52-A24C-365FE7615A3B}" authorId="{25BE9B0B-D6E8-8C65-FE6C-22ED85D8CC3A}" status="resolved" created="2026-07-08T19:22:54.132" complete="100000">
    <ac:txMkLst xmlns:ac="http://schemas.microsoft.com/office/drawing/2013/main/command">
      <pc:docMk xmlns:pc="http://schemas.microsoft.com/office/powerpoint/2013/main/command"/>
      <pc:sldMk xmlns:pc="http://schemas.microsoft.com/office/powerpoint/2013/main/command" cId="1396550442" sldId="319"/>
      <ac:graphicFrameMk id="35" creationId="{FF421B95-160C-CE64-38C6-7C2EE1DC6AD6}"/>
      <ac:tblMk/>
      <ac:tcMk rowId="3872719047" colId="2328387232"/>
      <ac:txMk cp="0" len="1">
        <ac:context len="7" hash="900988514"/>
      </ac:txMk>
    </ac:txMkLst>
    <p188:pos x="1306285" y="805542"/>
    <p188:txBody>
      <a:bodyPr/>
      <a:lstStyle/>
      <a:p>
        <a:r>
          <a:rPr lang="en-US"/>
          <a:t>Currently need to turn off dhcp then turn on the opnsense firewalls for this</a:t>
        </a:r>
      </a:p>
    </p188:txBody>
  </p188:cm>
</p188:cmLst>
</file>

<file path=ppt/comments/modernComment_14A_9B6AE226.xml><?xml version="1.0" encoding="utf-8"?>
<p188:cmLst xmlns:a="http://schemas.openxmlformats.org/drawingml/2006/main" xmlns:r="http://schemas.openxmlformats.org/officeDocument/2006/relationships" xmlns:p188="http://schemas.microsoft.com/office/powerpoint/2018/8/main">
  <p188:cm id="{701B0883-16E3-4A41-A573-F2DD92BA393D}" authorId="{25BE9B0B-D6E8-8C65-FE6C-22ED85D8CC3A}" created="2026-07-13T19:32:40.056">
    <ac:deMkLst xmlns:ac="http://schemas.microsoft.com/office/drawing/2013/main/command">
      <pc:docMk xmlns:pc="http://schemas.microsoft.com/office/powerpoint/2013/main/command"/>
      <pc:sldMk xmlns:pc="http://schemas.microsoft.com/office/powerpoint/2013/main/command" cId="2607473190" sldId="330"/>
      <ac:picMk id="7" creationId="{57D63DD2-D22D-AD7D-B3BE-D19DA20BE19E}"/>
    </ac:deMkLst>
    <p188:txBody>
      <a:bodyPr/>
      <a:lstStyle/>
      <a:p>
        <a:r>
          <a:rPr lang="en-US"/>
          <a:t>talk about when gping from internal to exteranl</a:t>
        </a:r>
      </a:p>
    </p188:txBody>
  </p188:cm>
</p188:cmLst>
</file>

<file path=ppt/comments/modernComment_14E_DE6C9D26.xml><?xml version="1.0" encoding="utf-8"?>
<p188:cmLst xmlns:a="http://schemas.openxmlformats.org/drawingml/2006/main" xmlns:r="http://schemas.openxmlformats.org/officeDocument/2006/relationships" xmlns:p188="http://schemas.microsoft.com/office/powerpoint/2018/8/main">
  <p188:cm id="{81A94B13-A2F4-43B4-8A4A-E371C9890741}" authorId="{25BE9B0B-D6E8-8C65-FE6C-22ED85D8CC3A}" created="2026-07-08T21:09:10.920">
    <ac:txMkLst xmlns:ac="http://schemas.microsoft.com/office/drawing/2013/main/command">
      <pc:docMk xmlns:pc="http://schemas.microsoft.com/office/powerpoint/2013/main/command"/>
      <pc:sldMk xmlns:pc="http://schemas.microsoft.com/office/powerpoint/2013/main/command" cId="3731660070" sldId="334"/>
      <ac:spMk id="2" creationId="{F4C2B2DD-8714-372E-0EB6-27C276EB15BB}"/>
      <ac:txMk cp="0" len="8">
        <ac:context len="10" hash="3885773044"/>
      </ac:txMk>
    </ac:txMkLst>
    <p188:pos x="2119085" y="188685"/>
    <p188:txBody>
      <a:bodyPr/>
      <a:lstStyle/>
      <a:p>
        <a:r>
          <a:rPr lang="en-US"/>
          <a:t>changes: Excalidraw own diagram, and make terminal windows more clear</a:t>
        </a:r>
      </a:p>
    </p188:txBody>
  </p188:cm>
  <p188:cm id="{D0DF92D0-8C6B-4C3A-9C03-652D81E73A99}" authorId="{25BE9B0B-D6E8-8C65-FE6C-22ED85D8CC3A}" created="2026-07-13T19:42:31.865">
    <pc:sldMkLst xmlns:pc="http://schemas.microsoft.com/office/powerpoint/2013/main/command">
      <pc:docMk/>
      <pc:sldMk cId="3731660070" sldId="334"/>
    </pc:sldMkLst>
    <p188:replyLst>
      <p188:reply id="{3A9DF97A-B6A6-4285-BC80-55C24427D5A9}" authorId="{25BE9B0B-D6E8-8C65-FE6C-22ED85D8CC3A}" created="2026-07-13T19:45:09.457">
        <p188:txBody>
          <a:bodyPr/>
          <a:lstStyle/>
          <a:p>
            <a:r>
              <a:rPr lang="en-US"/>
              <a:t>introduce all 7 layers of OSI before hand</a:t>
            </a:r>
          </a:p>
        </p188:txBody>
      </p188:reply>
      <p188:reply id="{0C52F26A-6CA6-4070-87F9-AEEDC99764D7}" authorId="{25BE9B0B-D6E8-8C65-FE6C-22ED85D8CC3A}" created="2026-07-13T19:45:35.160">
        <p188:txBody>
          <a:bodyPr/>
          <a:lstStyle/>
          <a:p>
            <a:r>
              <a:rPr lang="en-US"/>
              <a:t>each layer has increasing complexity building on previous layer; don't need to know anything else</a:t>
            </a:r>
          </a:p>
        </p188:txBody>
      </p188:reply>
    </p188:replyLst>
    <p188:txBody>
      <a:bodyPr/>
      <a:lstStyle/>
      <a:p>
        <a:r>
          <a:rPr lang="en-US"/>
          <a:t>on handouts make less info and go over more in depth for each layer on separate slides</a:t>
        </a:r>
      </a:p>
    </p188:txBody>
  </p188:cm>
  <p188:cm id="{3E74B43C-11E5-4790-BF14-2A3D938ECB1B}" authorId="{25BE9B0B-D6E8-8C65-FE6C-22ED85D8CC3A}" created="2026-07-13T19:47:00.894">
    <ac:deMkLst xmlns:ac="http://schemas.microsoft.com/office/drawing/2013/main/command">
      <pc:docMk xmlns:pc="http://schemas.microsoft.com/office/powerpoint/2013/main/command"/>
      <pc:sldMk xmlns:pc="http://schemas.microsoft.com/office/powerpoint/2013/main/command" cId="3731660070" sldId="334"/>
      <ac:picMk id="5" creationId="{251CBFB9-FEBE-A9AB-2D80-0D05ED6C8813}"/>
    </ac:deMkLst>
    <p188:replyLst>
      <p188:reply id="{DA37572C-3379-429A-8F09-8C03703B5ADD}" authorId="{25BE9B0B-D6E8-8C65-FE6C-22ED85D8CC3A}" created="2026-07-13T19:47:16.035">
        <p188:txBody>
          <a:bodyPr/>
          <a:lstStyle/>
          <a:p>
            <a:r>
              <a:rPr lang="en-US"/>
              <a:t>can just reerence physical switch</a:t>
            </a:r>
          </a:p>
        </p188:txBody>
      </p188:reply>
    </p188:replyLst>
    <p188:txBody>
      <a:bodyPr/>
      <a:lstStyle/>
      <a:p>
        <a:r>
          <a:rPr lang="en-US"/>
          <a:t>too complicated for modue 1; maybe module 2. Each student only needs their one local edge node switch, not the rest. Pull out of slide</a:t>
        </a:r>
      </a:p>
    </p188:txBody>
  </p188:cm>
</p188:cmLst>
</file>

<file path=ppt/comments/modernComment_14F_A0D5795E.xml><?xml version="1.0" encoding="utf-8"?>
<p188:cmLst xmlns:a="http://schemas.openxmlformats.org/drawingml/2006/main" xmlns:r="http://schemas.openxmlformats.org/officeDocument/2006/relationships" xmlns:p188="http://schemas.microsoft.com/office/powerpoint/2018/8/main">
  <p188:cm id="{1C83E081-3923-45A2-8BF3-7DEE39B09025}" authorId="{25BE9B0B-D6E8-8C65-FE6C-22ED85D8CC3A}" created="2026-07-13T19:54:05.672">
    <ac:deMkLst xmlns:ac="http://schemas.microsoft.com/office/drawing/2013/main/command">
      <pc:docMk xmlns:pc="http://schemas.microsoft.com/office/powerpoint/2013/main/command"/>
      <pc:sldMk xmlns:pc="http://schemas.microsoft.com/office/powerpoint/2013/main/command" cId="2698344798" sldId="335"/>
      <ac:picMk id="5" creationId="{EAE18FC3-BBCB-753F-8B60-20A1CB06FB91}"/>
    </ac:deMkLst>
    <p188:txBody>
      <a:bodyPr/>
      <a:lstStyle/>
      <a:p>
        <a:r>
          <a:rPr lang="en-US"/>
          <a:t>change</a:t>
        </a:r>
      </a:p>
    </p188:txBody>
  </p188:cm>
</p188:cmLst>
</file>

<file path=ppt/comments/modernComment_17F_3741EB1C.xml><?xml version="1.0" encoding="utf-8"?>
<p188:cmLst xmlns:a="http://schemas.openxmlformats.org/drawingml/2006/main" xmlns:r="http://schemas.openxmlformats.org/officeDocument/2006/relationships" xmlns:p188="http://schemas.microsoft.com/office/powerpoint/2018/8/main">
  <p188:cm id="{B7F7C2E7-CBC4-413D-B632-0DAEEE2C0E23}" authorId="{25BE9B0B-D6E8-8C65-FE6C-22ED85D8CC3A}" created="2026-07-17T23:30:46.457">
    <ac:txMkLst xmlns:ac="http://schemas.microsoft.com/office/drawing/2013/main/command">
      <pc:docMk xmlns:pc="http://schemas.microsoft.com/office/powerpoint/2013/main/command"/>
      <pc:sldMk xmlns:pc="http://schemas.microsoft.com/office/powerpoint/2013/main/command" cId="927066908" sldId="383"/>
      <ac:spMk id="3" creationId="{0A6025F7-713C-53F9-CE5B-FB2FA41476C0}"/>
      <ac:txMk cp="146" len="56">
        <ac:context len="210" hash="2350684980"/>
      </ac:txMk>
    </ac:txMkLst>
    <p188:pos x="2111828" y="2953657"/>
    <p188:txBody>
      <a:bodyPr/>
      <a:lstStyle/>
      <a:p>
        <a:r>
          <a:rPr lang="en-US"/>
          <a:t>don't need to sync within lan for ntp, can use wider netwrok because peolpe don't run own ntp servers. Matters in like a utility entwork because if internet goes dw n it will need a local one</a:t>
        </a:r>
      </a:p>
    </p188:txBody>
  </p188:cm>
</p188:cmLst>
</file>

<file path=ppt/comments/modernComment_100_68C49C6.xml><?xml version="1.0" encoding="utf-8"?>
<p188:cmLst xmlns:a="http://schemas.openxmlformats.org/drawingml/2006/main" xmlns:r="http://schemas.openxmlformats.org/officeDocument/2006/relationships" xmlns:p188="http://schemas.microsoft.com/office/powerpoint/2018/8/main">
  <p188:cm id="{F3B46815-8193-4F1A-BF7F-DCFD9B561F27}" authorId="{25BE9B0B-D6E8-8C65-FE6C-22ED85D8CC3A}" created="2026-07-27T19:23:32.086">
    <pc:sldMkLst xmlns:pc="http://schemas.microsoft.com/office/powerpoint/2013/main/command">
      <pc:docMk/>
      <pc:sldMk cId="109857222" sldId="256"/>
    </pc:sldMkLst>
    <p188:txBody>
      <a:bodyPr/>
      <a:lstStyle/>
      <a:p>
        <a:r>
          <a:rPr lang="en-US"/>
          <a:t>Have a terminal on one screen of their vm, and the slides ona nother so I don't need to go back and forth a bunch​</a:t>
        </a:r>
      </a:p>
    </p188:txBody>
  </p188:cm>
</p188:cmLst>
</file>

<file path=ppt/comments/modernComment_103_143D41DC.xml><?xml version="1.0" encoding="utf-8"?>
<p188:cmLst xmlns:a="http://schemas.openxmlformats.org/drawingml/2006/main" xmlns:r="http://schemas.openxmlformats.org/officeDocument/2006/relationships" xmlns:p188="http://schemas.microsoft.com/office/powerpoint/2018/8/main">
  <p188:cm id="{5760D05C-5DC6-4501-B34E-1DF4BDB62009}" authorId="{25BE9B0B-D6E8-8C65-FE6C-22ED85D8CC3A}" created="2026-07-01T18:42:18.628">
    <ac:deMkLst xmlns:ac="http://schemas.microsoft.com/office/drawing/2013/main/command">
      <pc:docMk xmlns:pc="http://schemas.microsoft.com/office/powerpoint/2013/main/command"/>
      <pc:sldMk xmlns:pc="http://schemas.microsoft.com/office/powerpoint/2013/main/command" cId="339558876" sldId="259"/>
      <ac:spMk id="2" creationId="{871CFCAF-CE98-E1C0-BEF3-37C66B1DE847}"/>
    </ac:deMkLst>
    <p188:txBody>
      <a:bodyPr/>
      <a:lstStyle/>
      <a:p>
        <a:r>
          <a:rPr lang="en-US"/>
          <a:t>Structure; explain these, then explain SSH and WSSH, then practice WSSH into something, then practice command line with them</a:t>
        </a:r>
      </a:p>
    </p188:txBody>
  </p188:cm>
</p188:cmLst>
</file>

<file path=ppt/comments/modernComment_104_4B6A82FD.xml><?xml version="1.0" encoding="utf-8"?>
<p188:cmLst xmlns:a="http://schemas.openxmlformats.org/drawingml/2006/main" xmlns:r="http://schemas.openxmlformats.org/officeDocument/2006/relationships" xmlns:p188="http://schemas.microsoft.com/office/powerpoint/2018/8/main">
  <p188:cm id="{78D57A97-DDD6-4F70-8BA2-249E2EC0E641}" authorId="{25BE9B0B-D6E8-8C65-FE6C-22ED85D8CC3A}" created="2026-07-01T18:43:18.597">
    <ac:txMkLst xmlns:ac="http://schemas.microsoft.com/office/drawing/2013/main/command">
      <pc:docMk xmlns:pc="http://schemas.microsoft.com/office/powerpoint/2013/main/command"/>
      <pc:sldMk xmlns:pc="http://schemas.microsoft.com/office/powerpoint/2013/main/command" cId="1265271549" sldId="260"/>
      <ac:spMk id="2" creationId="{339F4673-67DD-EFA4-0EA4-A7758E0260AB}"/>
      <ac:txMk cp="9" len="3">
        <ac:context len="35" hash="3589048743"/>
      </ac:txMk>
    </ac:txMkLst>
    <p188:pos x="1088571" y="508000"/>
    <p188:txBody>
      <a:bodyPr/>
      <a:lstStyle/>
      <a:p>
        <a:r>
          <a:rPr lang="en-US"/>
          <a:t>demo</a:t>
        </a:r>
      </a:p>
    </p188:txBody>
  </p188:cm>
</p188:cmLst>
</file>

<file path=ppt/comments/modernComment_105_5C24EAE5.xml><?xml version="1.0" encoding="utf-8"?>
<p188:cmLst xmlns:a="http://schemas.openxmlformats.org/drawingml/2006/main" xmlns:r="http://schemas.openxmlformats.org/officeDocument/2006/relationships" xmlns:p188="http://schemas.microsoft.com/office/powerpoint/2018/8/main">
  <p188:cm id="{315AB1A2-51A8-4CE8-BA71-0B4ECFB0DE31}" authorId="{25BE9B0B-D6E8-8C65-FE6C-22ED85D8CC3A}" created="2026-07-01T18:10:15.244">
    <ac:txMkLst xmlns:ac="http://schemas.microsoft.com/office/drawing/2013/main/command">
      <pc:docMk xmlns:pc="http://schemas.microsoft.com/office/powerpoint/2013/main/command"/>
      <pc:sldMk xmlns:pc="http://schemas.microsoft.com/office/powerpoint/2013/main/command" cId="1545923301" sldId="261"/>
      <ac:spMk id="2" creationId="{609677C4-19BD-99DC-55BE-578391CE9156}"/>
      <ac:txMk cp="0" len="13">
        <ac:context len="14" hash="1969149638"/>
      </ac:txMk>
    </ac:txMkLst>
    <p188:pos x="3614057" y="486228"/>
    <p188:txBody>
      <a:bodyPr/>
      <a:lstStyle/>
      <a:p>
        <a:r>
          <a:rPr lang="en-US"/>
          <a:t>QR Code to a google form goes here</a:t>
        </a:r>
      </a:p>
    </p188:txBody>
  </p188:cm>
</p188:cmLst>
</file>

<file path=ppt/comments/modernComment_110_2C75EC61.xml><?xml version="1.0" encoding="utf-8"?>
<p188:cmLst xmlns:a="http://schemas.openxmlformats.org/drawingml/2006/main" xmlns:r="http://schemas.openxmlformats.org/officeDocument/2006/relationships" xmlns:p188="http://schemas.microsoft.com/office/powerpoint/2018/8/main">
  <p188:cm id="{35DF0304-1E66-4036-B584-BE016BD92AED}" authorId="{25BE9B0B-D6E8-8C65-FE6C-22ED85D8CC3A}" created="2026-07-06T21:04:08.261">
    <ac:txMkLst xmlns:ac="http://schemas.microsoft.com/office/drawing/2013/main/command">
      <pc:docMk xmlns:pc="http://schemas.microsoft.com/office/powerpoint/2013/main/command"/>
      <pc:sldMk xmlns:pc="http://schemas.microsoft.com/office/powerpoint/2013/main/command" cId="745925729" sldId="272"/>
      <ac:spMk id="3" creationId="{50D1BBAB-E5A8-F119-866C-2859B7C288B1}"/>
      <ac:txMk cp="8" len="69">
        <ac:context len="303" hash="1726274665"/>
      </ac:txMk>
    </ac:txMkLst>
    <p188:pos x="2402114" y="1219200"/>
    <p188:txBody>
      <a:bodyPr/>
      <a:lstStyle/>
      <a:p>
        <a:r>
          <a:rPr lang="en-US"/>
          <a:t>digit table for binary and hexadecimal table</a:t>
        </a:r>
      </a:p>
    </p188:txBody>
  </p188:cm>
</p188:cmLst>
</file>

<file path=ppt/comments/modernComment_113_DADF289.xml><?xml version="1.0" encoding="utf-8"?>
<p188:cmLst xmlns:a="http://schemas.openxmlformats.org/drawingml/2006/main" xmlns:r="http://schemas.openxmlformats.org/officeDocument/2006/relationships" xmlns:p188="http://schemas.microsoft.com/office/powerpoint/2018/8/main">
  <p188:cm id="{8951FCD3-5FD0-4663-90F3-8037DDEE59BC}" authorId="{25BE9B0B-D6E8-8C65-FE6C-22ED85D8CC3A}" status="resolved" created="2026-07-06T17:58:01.601" complete="100000">
    <ac:txMkLst xmlns:ac="http://schemas.microsoft.com/office/drawing/2013/main/command">
      <pc:docMk xmlns:pc="http://schemas.microsoft.com/office/powerpoint/2013/main/command"/>
      <pc:sldMk xmlns:pc="http://schemas.microsoft.com/office/powerpoint/2013/main/command" cId="229503625" sldId="275"/>
      <ac:spMk id="2" creationId="{4D148E5B-A2A8-42F4-88B1-EB5DCE1BFFE8}"/>
      <ac:txMk cp="0" len="21">
        <ac:context len="28" hash="372110163"/>
      </ac:txMk>
    </ac:txMkLst>
    <p188:pos x="3657600" y="2039257"/>
    <p188:replyLst>
      <p188:reply id="{6BFD4F75-5904-4A13-AE3E-62AC68583B56}" authorId="{25BE9B0B-D6E8-8C65-FE6C-22ED85D8CC3A}" created="2026-07-06T17:58:09.836">
        <p188:txBody>
          <a:bodyPr/>
          <a:lstStyle/>
          <a:p>
            <a:r>
              <a:rPr lang="en-US"/>
              <a:t>partner before answering</a:t>
            </a:r>
          </a:p>
        </p188:txBody>
      </p188:reply>
    </p188:replyLst>
    <p188:txBody>
      <a:bodyPr/>
      <a:lstStyle/>
      <a:p>
        <a:r>
          <a:rPr lang="en-US"/>
          <a:t>Make all of these have a QR code with a phone so everyone can participate. Tell them to tlak to a partner</a:t>
        </a:r>
      </a:p>
    </p188:txBody>
  </p188:cm>
</p188:cmLst>
</file>

<file path=ppt/comments/modernComment_115_AEB10A88.xml><?xml version="1.0" encoding="utf-8"?>
<p188:cmLst xmlns:a="http://schemas.openxmlformats.org/drawingml/2006/main" xmlns:r="http://schemas.openxmlformats.org/officeDocument/2006/relationships" xmlns:p188="http://schemas.microsoft.com/office/powerpoint/2018/8/main">
  <p188:cm id="{7D9E5741-2C8A-4EA0-9572-15B4FADECEFD}" authorId="{25BE9B0B-D6E8-8C65-FE6C-22ED85D8CC3A}" created="2026-07-13T19:59:59.880">
    <pc:sldMkLst xmlns:pc="http://schemas.microsoft.com/office/powerpoint/2013/main/command">
      <pc:docMk/>
      <pc:sldMk cId="2930838152" sldId="277"/>
    </pc:sldMkLst>
    <p188:txBody>
      <a:bodyPr/>
      <a:lstStyle/>
      <a:p>
        <a:r>
          <a:rPr lang="en-US"/>
          <a:t>just mention works like a layer 2 ip address before we have one, on next slide but don't go over tm with them. PRoblem: MAC addresses not routable at layer 2 - only internal</a:t>
        </a:r>
      </a:p>
    </p188:txBody>
  </p188:cm>
</p188:cmLst>
</file>

<file path=ppt/comments/modernComment_118_CA6F614C.xml><?xml version="1.0" encoding="utf-8"?>
<p188:cmLst xmlns:a="http://schemas.openxmlformats.org/drawingml/2006/main" xmlns:r="http://schemas.openxmlformats.org/officeDocument/2006/relationships" xmlns:p188="http://schemas.microsoft.com/office/powerpoint/2018/8/main">
  <p188:cm id="{14C0500A-0DFB-4840-9080-9E366E0FD344}" authorId="{25BE9B0B-D6E8-8C65-FE6C-22ED85D8CC3A}" created="2026-07-06T21:25:23.136">
    <ac:txMkLst xmlns:ac="http://schemas.microsoft.com/office/drawing/2013/main/command">
      <pc:docMk xmlns:pc="http://schemas.microsoft.com/office/powerpoint/2013/main/command"/>
      <pc:sldMk xmlns:pc="http://schemas.microsoft.com/office/powerpoint/2013/main/command" cId="3396297036" sldId="280"/>
      <ac:spMk id="4" creationId="{957F44FC-04C4-8497-2E9B-96C7097ED185}"/>
      <ac:txMk cp="0" len="3">
        <ac:context len="40" hash="3735720388"/>
      </ac:txMk>
    </ac:txMkLst>
    <p188:pos x="3701142" y="152400"/>
    <p188:txBody>
      <a:bodyPr/>
      <a:lstStyle/>
      <a:p>
        <a:r>
          <a:rPr lang="en-US"/>
          <a:t>rename for ease of instruction</a:t>
        </a:r>
      </a:p>
    </p188:txBody>
  </p188:cm>
</p188:cmLst>
</file>

<file path=ppt/comments/modernComment_121_C391E173.xml><?xml version="1.0" encoding="utf-8"?>
<p188:cmLst xmlns:a="http://schemas.openxmlformats.org/drawingml/2006/main" xmlns:r="http://schemas.openxmlformats.org/officeDocument/2006/relationships" xmlns:p188="http://schemas.microsoft.com/office/powerpoint/2018/8/main">
  <p188:cm id="{377FBE47-FFF5-434E-BC12-B15600C64C79}" authorId="{25BE9B0B-D6E8-8C65-FE6C-22ED85D8CC3A}" created="2026-07-13T19:35:32.383">
    <pc:sldMkLst xmlns:pc="http://schemas.microsoft.com/office/powerpoint/2013/main/command">
      <pc:docMk/>
      <pc:sldMk cId="3281117555" sldId="289"/>
    </pc:sldMkLst>
    <p188:replyLst>
      <p188:reply id="{775DE6DD-F8BC-4B57-8E95-5304ADBB4E1D}" authorId="{25BE9B0B-D6E8-8C65-FE6C-22ED85D8CC3A}" created="2026-07-13T19:37:31.289">
        <p188:txBody>
          <a:bodyPr/>
          <a:lstStyle/>
          <a:p>
            <a:r>
              <a:rPr lang="en-US"/>
              <a:t>make stratum convo = no; just talk about what ntp is high level and why important</a:t>
            </a:r>
          </a:p>
        </p188:txBody>
      </p188:reply>
    </p188:replyLst>
    <p188:txBody>
      <a:bodyPr/>
      <a:lstStyle/>
      <a:p>
        <a:r>
          <a:rPr lang="en-US"/>
          <a:t>nist</a:t>
        </a:r>
      </a:p>
    </p188:txBody>
  </p188:cm>
</p188:cmLst>
</file>

<file path=ppt/comments/modernComment_123_4F2B5FA7.xml><?xml version="1.0" encoding="utf-8"?>
<p188:cmLst xmlns:a="http://schemas.openxmlformats.org/drawingml/2006/main" xmlns:r="http://schemas.openxmlformats.org/officeDocument/2006/relationships" xmlns:p188="http://schemas.microsoft.com/office/powerpoint/2018/8/main">
  <p188:cm id="{C5432397-ED22-4653-908B-1D71C77C3BE6}" authorId="{25BE9B0B-D6E8-8C65-FE6C-22ED85D8CC3A}" created="2026-07-06T21:55:19.839">
    <ac:txMkLst xmlns:ac="http://schemas.microsoft.com/office/drawing/2013/main/command">
      <pc:docMk xmlns:pc="http://schemas.microsoft.com/office/powerpoint/2013/main/command"/>
      <pc:sldMk xmlns:pc="http://schemas.microsoft.com/office/powerpoint/2013/main/command" cId="1328242599" sldId="291"/>
      <ac:spMk id="2" creationId="{CA6AF9BB-348C-2C04-EFB6-C8A945D5A0FB}"/>
      <ac:txMk cp="0" len="20">
        <ac:context len="21" hash="2177431109"/>
      </ac:txMk>
    </ac:txMkLst>
    <p188:pos x="4818742" y="696685"/>
    <p188:replyLst>
      <p188:reply id="{67A106FD-5142-40B5-8090-55158589E859}" authorId="{25BE9B0B-D6E8-8C65-FE6C-22ED85D8CC3A}" created="2026-07-06T21:55:38.464">
        <p188:txBody>
          <a:bodyPr/>
          <a:lstStyle/>
          <a:p>
            <a:r>
              <a:rPr lang="en-US"/>
              <a:t>security by design</a:t>
            </a:r>
          </a:p>
        </p188:txBody>
      </p188:reply>
      <p188:reply id="{B588FDEF-C1A4-4595-AE90-86E9A2389D08}" authorId="{25BE9B0B-D6E8-8C65-FE6C-22ED85D8CC3A}" created="2026-07-06T21:56:07.605">
        <p188:txBody>
          <a:bodyPr/>
          <a:lstStyle/>
          <a:p>
            <a:r>
              <a:rPr lang="en-US"/>
              <a:t>people setting up basic networks may not have this knowledge, and often don't in rural alska. firewalls = security too</a:t>
            </a:r>
          </a:p>
        </p188:txBody>
      </p188:reply>
      <p188:reply id="{3630C221-7BF2-4A9A-BD39-45699436F537}" authorId="{25BE9B0B-D6E8-8C65-FE6C-22ED85D8CC3A}" created="2026-07-06T21:57:49.917">
        <p188:txBody>
          <a:bodyPr/>
          <a:lstStyle/>
          <a:p>
            <a:r>
              <a:rPr lang="en-US"/>
              <a:t>add this explanation to github posting</a:t>
            </a:r>
          </a:p>
        </p188:txBody>
      </p188:reply>
      <p188:reply id="{C52B03BB-D469-41A4-9C26-20F9A575FAD7}" authorId="{25BE9B0B-D6E8-8C65-FE6C-22ED85D8CC3A}" created="2026-07-06T21:58:59.573">
        <p188:txBody>
          <a:bodyPr/>
          <a:lstStyle/>
          <a:p>
            <a:r>
              <a:rPr lang="en-US"/>
              <a:t>using my architecture in larger ram or capacity. also he wants to sniff network traffic and make an intrusion detection system to find security isssues. and secuirty info and event monitoritng system. these would be good next steps.</a:t>
            </a:r>
          </a:p>
        </p188:txBody>
      </p188:reply>
      <p188:reply id="{E3244CFC-EEFA-4167-94C0-DB2B4DF74396}" authorId="{25BE9B0B-D6E8-8C65-FE6C-22ED85D8CC3A}" created="2026-07-06T21:59:26.839">
        <p188:txBody>
          <a:bodyPr/>
          <a:lstStyle/>
          <a:p>
            <a:r>
              <a:rPr lang="en-US"/>
              <a:t>portable: can be taken to a ocnference hands-on for people to learn</a:t>
            </a:r>
          </a:p>
        </p188:txBody>
      </p188:reply>
      <p188:reply id="{5C4D3B1F-DB15-4690-A134-222A56B93305}" authorId="{25BE9B0B-D6E8-8C65-FE6C-22ED85D8CC3A}" created="2026-07-06T21:59:41.745">
        <p188:txBody>
          <a:bodyPr/>
          <a:lstStyle/>
          <a:p>
            <a:r>
              <a:rPr lang="en-US"/>
              <a:t>hands on stuff helps</a:t>
            </a:r>
          </a:p>
        </p188:txBody>
      </p188:reply>
    </p188:replyLst>
    <p188:txBody>
      <a:bodyPr/>
      <a:lstStyle/>
      <a:p>
        <a:r>
          <a:rPr lang="en-US"/>
          <a:t>super important because a lot of energy utilitiues in alaska are al on one subnet according to john - security issues</a:t>
        </a:r>
      </a:p>
    </p188:txBody>
  </p188:cm>
</p188:cmLst>
</file>

<file path=ppt/comments/modernComment_125_50735C17.xml><?xml version="1.0" encoding="utf-8"?>
<p188:cmLst xmlns:a="http://schemas.openxmlformats.org/drawingml/2006/main" xmlns:r="http://schemas.openxmlformats.org/officeDocument/2006/relationships" xmlns:p188="http://schemas.microsoft.com/office/powerpoint/2018/8/main">
  <p188:cm id="{7894E7E1-3A28-4604-ACAB-B921B0F9C021}" authorId="{25BE9B0B-D6E8-8C65-FE6C-22ED85D8CC3A}" created="2026-07-13T19:39:13.085">
    <ac:deMkLst xmlns:ac="http://schemas.microsoft.com/office/drawing/2013/main/command">
      <pc:docMk xmlns:pc="http://schemas.microsoft.com/office/powerpoint/2013/main/command"/>
      <pc:sldMk xmlns:pc="http://schemas.microsoft.com/office/powerpoint/2013/main/command" cId="1349737495" sldId="293"/>
      <ac:spMk id="3" creationId="{730334EB-1F0A-A776-B0EE-D3139C89DF66}"/>
    </ac:deMkLst>
    <p188:txBody>
      <a:bodyPr/>
      <a:lstStyle/>
      <a:p>
        <a:r>
          <a:rPr lang="en-US"/>
          <a:t>broadcast domain, LAN, sn have same scope and are essentially same. Security zone with firewalls </a:t>
        </a:r>
      </a:p>
    </p188:txBody>
  </p188:cm>
  <p188:cm id="{AED73DEA-3608-4720-B81B-7E56D31AFE49}" authorId="{25BE9B0B-D6E8-8C65-FE6C-22ED85D8CC3A}" created="2026-07-13T19:39:25.507">
    <ac:deMkLst xmlns:ac="http://schemas.microsoft.com/office/drawing/2013/main/command">
      <pc:docMk xmlns:pc="http://schemas.microsoft.com/office/powerpoint/2013/main/command"/>
      <pc:sldMk xmlns:pc="http://schemas.microsoft.com/office/powerpoint/2013/main/command" cId="1349737495" sldId="293"/>
      <ac:picMk id="4" creationId="{A4B260D7-4781-E1AD-A54F-DE79EF3192A5}"/>
    </ac:deMkLst>
    <p188:txBody>
      <a:bodyPr/>
      <a:lstStyle/>
      <a:p>
        <a:r>
          <a:rPr lang="en-US"/>
          <a:t>Can move router onto boundary</a:t>
        </a:r>
      </a:p>
    </p188:txBody>
  </p188:cm>
</p188:cmLst>
</file>

<file path=ppt/comments/modernComment_133_29C1057A.xml><?xml version="1.0" encoding="utf-8"?>
<p188:cmLst xmlns:a="http://schemas.openxmlformats.org/drawingml/2006/main" xmlns:r="http://schemas.openxmlformats.org/officeDocument/2006/relationships" xmlns:p188="http://schemas.microsoft.com/office/powerpoint/2018/8/main">
  <p188:cm id="{B68C8930-AA4B-44C9-A3D5-EA112581C124}" authorId="{25BE9B0B-D6E8-8C65-FE6C-22ED85D8CC3A}" status="resolved" created="2026-07-08T21:17:45.967" complete="100000">
    <ac:deMkLst xmlns:ac="http://schemas.microsoft.com/office/drawing/2013/main/command">
      <pc:docMk xmlns:pc="http://schemas.microsoft.com/office/powerpoint/2013/main/command"/>
      <pc:sldMk xmlns:pc="http://schemas.microsoft.com/office/powerpoint/2013/main/command" cId="700515706" sldId="307"/>
      <ac:picMk id="5" creationId="{3D32A815-5C06-8F69-BFBC-6AD8E52EBD8F}"/>
    </ac:deMkLst>
    <p188:txBody>
      <a:bodyPr/>
      <a:lstStyle/>
      <a:p>
        <a:r>
          <a:rPr lang="en-US"/>
          <a:t>make excalidraw with netmask</a:t>
        </a:r>
      </a:p>
    </p188:txBody>
  </p188:cm>
</p188:cmLst>
</file>

<file path=ppt/comments/modernComment_138_5843067.xml><?xml version="1.0" encoding="utf-8"?>
<p188:cmLst xmlns:a="http://schemas.openxmlformats.org/drawingml/2006/main" xmlns:r="http://schemas.openxmlformats.org/officeDocument/2006/relationships" xmlns:p188="http://schemas.microsoft.com/office/powerpoint/2018/8/main">
  <p188:cm id="{27930DDA-9C7C-4E7D-8F47-37F8F7CE4DE0}" authorId="{25BE9B0B-D6E8-8C65-FE6C-22ED85D8CC3A}" created="2026-07-13T19:57:41.990">
    <pc:sldMkLst xmlns:pc="http://schemas.microsoft.com/office/powerpoint/2013/main/command">
      <pc:docMk/>
      <pc:sldMk cId="92549223" sldId="312"/>
    </pc:sldMkLst>
    <p188:txBody>
      <a:bodyPr/>
      <a:lstStyle/>
      <a:p>
        <a:r>
          <a:rPr lang="en-US"/>
          <a:t>media is phsyical electrical singaling over physical plug ins like copper wires</a:t>
        </a:r>
      </a:p>
    </p188:txBody>
  </p188:cm>
</p188:cmLst>
</file>

<file path=ppt/comments/modernComment_141_5477177.xml><?xml version="1.0" encoding="utf-8"?>
<p188:cmLst xmlns:a="http://schemas.openxmlformats.org/drawingml/2006/main" xmlns:r="http://schemas.openxmlformats.org/officeDocument/2006/relationships" xmlns:p188="http://schemas.microsoft.com/office/powerpoint/2018/8/main">
  <p188:cm id="{B15112E1-B155-4885-895F-D3EA15BCD975}" authorId="{25BE9B0B-D6E8-8C65-FE6C-22ED85D8CC3A}" created="2026-07-13T03:09:01.658">
    <ac:deMkLst xmlns:ac="http://schemas.microsoft.com/office/drawing/2013/main/command">
      <pc:docMk xmlns:pc="http://schemas.microsoft.com/office/powerpoint/2013/main/command"/>
      <pc:sldMk xmlns:pc="http://schemas.microsoft.com/office/powerpoint/2013/main/command" cId="88568183" sldId="321"/>
      <ac:picMk id="4" creationId="{06A9A205-0D3F-CA2F-A8CF-EF8A185611B5}"/>
    </ac:deMkLst>
    <p188:txBody>
      <a:bodyPr/>
      <a:lstStyle/>
      <a:p>
        <a:r>
          <a:rPr lang="en-US"/>
          <a:t>fix to look accurate</a:t>
        </a:r>
      </a:p>
    </p188:txBody>
  </p188:cm>
</p188:cmLst>
</file>

<file path=ppt/comments/modernComment_149_17B28CE5.xml><?xml version="1.0" encoding="utf-8"?>
<p188:cmLst xmlns:a="http://schemas.openxmlformats.org/drawingml/2006/main" xmlns:r="http://schemas.openxmlformats.org/officeDocument/2006/relationships" xmlns:p188="http://schemas.microsoft.com/office/powerpoint/2018/8/main">
  <p188:cm id="{3563E3EC-2E94-4F0A-BA5E-62CBC0F95A62}" authorId="{25BE9B0B-D6E8-8C65-FE6C-22ED85D8CC3A}" status="resolved" created="2026-07-13T19:30:05.636" complete="100000">
    <ac:deMkLst xmlns:ac="http://schemas.microsoft.com/office/drawing/2013/main/command">
      <pc:docMk xmlns:pc="http://schemas.microsoft.com/office/powerpoint/2013/main/command"/>
      <pc:sldMk xmlns:pc="http://schemas.microsoft.com/office/powerpoint/2013/main/command" cId="397577445" sldId="329"/>
      <ac:picMk id="5" creationId="{365AA3AF-8FA8-8EEF-D1A9-260DA885125C}"/>
    </ac:deMkLst>
    <p188:txBody>
      <a:bodyPr/>
      <a:lstStyle/>
      <a:p>
        <a:r>
          <a:rPr lang="en-US"/>
          <a:t>google maps analogy until you put ot in as name don't get address; or contacts</a:t>
        </a:r>
      </a:p>
    </p188:txBody>
  </p188:cm>
  <p188:cm id="{7BB4A07E-7D9D-4689-807B-F2399B39D81C}" authorId="{25BE9B0B-D6E8-8C65-FE6C-22ED85D8CC3A}" created="2026-07-13T19:31:15.994">
    <ac:deMkLst xmlns:ac="http://schemas.microsoft.com/office/drawing/2013/main/command">
      <pc:docMk xmlns:pc="http://schemas.microsoft.com/office/powerpoint/2013/main/command"/>
      <pc:sldMk xmlns:pc="http://schemas.microsoft.com/office/powerpoint/2013/main/command" cId="397577445" sldId="329"/>
      <ac:picMk id="5" creationId="{365AA3AF-8FA8-8EEF-D1A9-260DA885125C}"/>
    </ac:deMkLst>
    <p188:txBody>
      <a:bodyPr/>
      <a:lstStyle/>
      <a:p>
        <a:r>
          <a:rPr lang="en-US"/>
          <a:t>gateway != dns server</a:t>
        </a:r>
      </a:p>
    </p188:txBody>
  </p188:cm>
</p188:cmLst>
</file>

<file path=ppt/comments/modernComment_156_32D349DE.xml><?xml version="1.0" encoding="utf-8"?>
<p188:cmLst xmlns:a="http://schemas.openxmlformats.org/drawingml/2006/main" xmlns:r="http://schemas.openxmlformats.org/officeDocument/2006/relationships" xmlns:p188="http://schemas.microsoft.com/office/powerpoint/2018/8/main">
  <p188:cm id="{052DEE22-4E5C-4863-9F07-7A5A24F67CC9}" authorId="{25BE9B0B-D6E8-8C65-FE6C-22ED85D8CC3A}" created="2026-07-17T23:09:45.511">
    <pc:sldMkLst xmlns:pc="http://schemas.microsoft.com/office/powerpoint/2013/main/command">
      <pc:docMk/>
      <pc:sldMk cId="852707806" sldId="342"/>
    </pc:sldMkLst>
    <p188:replyLst>
      <p188:reply id="{5C6C3D1B-B1AB-4968-B57B-445BD9939026}" authorId="{25BE9B0B-D6E8-8C65-FE6C-22ED85D8CC3A}" created="2026-07-17T23:09:57.276">
        <p188:txBody>
          <a:bodyPr/>
          <a:lstStyle/>
          <a:p>
            <a:r>
              <a:rPr lang="en-US"/>
              <a:t>One firewall per group</a:t>
            </a:r>
          </a:p>
        </p188:txBody>
      </p188:reply>
    </p188:replyLst>
    <p188:txBody>
      <a:bodyPr/>
      <a:lstStyle/>
      <a:p>
        <a:r>
          <a:rPr lang="en-US"/>
          <a:t>Change showing communication fro 21 to 20</a:t>
        </a:r>
      </a:p>
    </p188:txBody>
  </p188:cm>
  <p188:cm id="{4FE2363A-DA0B-4917-8B67-2E31E8FB437F}" authorId="{25BE9B0B-D6E8-8C65-FE6C-22ED85D8CC3A}" status="resolved" created="2026-07-17T23:13:03.652" complete="100000">
    <ac:txMkLst xmlns:ac="http://schemas.microsoft.com/office/drawing/2013/main/command">
      <pc:docMk xmlns:pc="http://schemas.microsoft.com/office/powerpoint/2013/main/command"/>
      <pc:sldMk xmlns:pc="http://schemas.microsoft.com/office/powerpoint/2013/main/command" cId="852707806" sldId="342"/>
      <ac:spMk id="3" creationId="{ED33D14E-FACB-4EB1-BC78-E1B2FB443B2A}"/>
      <ac:txMk cp="137">
        <ac:context len="239" hash="875004268"/>
      </ac:txMk>
    </ac:txMkLst>
    <p188:pos x="3940628" y="2605314"/>
    <p188:txBody>
      <a:bodyPr/>
      <a:lstStyle/>
      <a:p>
        <a:r>
          <a:rPr lang="en-US"/>
          <a:t>physical box is nice; criticism of this training is abstracting hardware away</a:t>
        </a:r>
      </a:p>
    </p188:txBody>
  </p188:cm>
</p188:cmLst>
</file>

<file path=ppt/comments/modernComment_158_8B9892E2.xml><?xml version="1.0" encoding="utf-8"?>
<p188:cmLst xmlns:a="http://schemas.openxmlformats.org/drawingml/2006/main" xmlns:r="http://schemas.openxmlformats.org/officeDocument/2006/relationships" xmlns:p188="http://schemas.microsoft.com/office/powerpoint/2018/8/main">
  <p188:cm id="{D3D5E8C2-F0AB-440F-BD2A-44C626BD8889}" authorId="{25BE9B0B-D6E8-8C65-FE6C-22ED85D8CC3A}" status="resolved" created="2026-07-17T23:07:02.713" complete="100000">
    <ac:txMkLst xmlns:ac="http://schemas.microsoft.com/office/drawing/2013/main/command">
      <pc:docMk xmlns:pc="http://schemas.microsoft.com/office/powerpoint/2013/main/command"/>
      <pc:sldMk xmlns:pc="http://schemas.microsoft.com/office/powerpoint/2013/main/command" cId="2342032098" sldId="344"/>
      <ac:spMk id="2" creationId="{B729B461-C399-0B47-8D9E-B2EA87E55247}"/>
      <ac:txMk cp="0" len="8">
        <ac:context len="22" hash="2574531133"/>
      </ac:txMk>
    </ac:txMkLst>
    <p188:pos x="4579257" y="406400"/>
    <p188:txBody>
      <a:bodyPr/>
      <a:lstStyle/>
      <a:p>
        <a:r>
          <a:rPr lang="en-US"/>
          <a:t>before and after pings</a:t>
        </a:r>
      </a:p>
    </p188:txBody>
  </p188:cm>
</p188:cmLst>
</file>

<file path=ppt/diagrams/_rels/data2.xml.rels><?xml version="1.0" encoding="UTF-8" standalone="yes"?>
<Relationships xmlns="http://schemas.openxmlformats.org/package/2006/relationships"><Relationship Id="rId1" Type="http://schemas.openxmlformats.org/officeDocument/2006/relationships/hyperlink" Target="https://localhost:8888/" TargetMode="External"/></Relationships>
</file>

<file path=ppt/diagrams/_rels/data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_rels/data19.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15.svg"/><Relationship Id="rId1" Type="http://schemas.openxmlformats.org/officeDocument/2006/relationships/image" Target="../media/image42.svg"/><Relationship Id="rId4" Type="http://schemas.openxmlformats.org/officeDocument/2006/relationships/image" Target="../media/image44.svg"/></Relationships>
</file>

<file path=ppt/diagrams/_rels/drawing2.xml.rels><?xml version="1.0" encoding="UTF-8" standalone="yes"?>
<Relationships xmlns="http://schemas.openxmlformats.org/package/2006/relationships"><Relationship Id="rId1" Type="http://schemas.openxmlformats.org/officeDocument/2006/relationships/hyperlink" Target="https://localhost:8888/" TargetMode="External"/></Relationships>
</file>

<file path=ppt/diagrams/_rels/drawing4.xml.rels><?xml version="1.0" encoding="UTF-8" standalone="yes"?>
<Relationships xmlns="http://schemas.openxmlformats.org/package/2006/relationships"><Relationship Id="rId3" Type="http://schemas.openxmlformats.org/officeDocument/2006/relationships/image" Target="../media/image15.svg"/><Relationship Id="rId2" Type="http://schemas.openxmlformats.org/officeDocument/2006/relationships/image" Target="../media/image14.svg"/><Relationship Id="rId1" Type="http://schemas.openxmlformats.org/officeDocument/2006/relationships/image" Target="../media/image13.svg"/></Relationships>
</file>

<file path=ppt/diagrams/_rels/drawing19.xml.rels><?xml version="1.0" encoding="UTF-8" standalone="yes"?>
<Relationships xmlns="http://schemas.openxmlformats.org/package/2006/relationships"><Relationship Id="rId3" Type="http://schemas.openxmlformats.org/officeDocument/2006/relationships/image" Target="../media/image43.svg"/><Relationship Id="rId2" Type="http://schemas.openxmlformats.org/officeDocument/2006/relationships/image" Target="../media/image15.svg"/><Relationship Id="rId1" Type="http://schemas.openxmlformats.org/officeDocument/2006/relationships/image" Target="../media/image42.svg"/><Relationship Id="rId4" Type="http://schemas.openxmlformats.org/officeDocument/2006/relationships/image" Target="../media/image44.svg"/></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6.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7.xml><?xml version="1.0" encoding="utf-8"?>
<dgm:colorsDef xmlns:dgm="http://schemas.openxmlformats.org/drawingml/2006/diagram" xmlns:a="http://schemas.openxmlformats.org/drawingml/2006/main" uniqueId="urn:microsoft.com/office/officeart/2005/8/colors/accent3_2">
  <dgm:title val=""/>
  <dgm:desc val=""/>
  <dgm:catLst>
    <dgm:cat type="accent3" pri="11200"/>
  </dgm:catLst>
  <dgm:styleLbl name="node0">
    <dgm:fillClrLst meth="repeat">
      <a:schemeClr val="accent3"/>
    </dgm:fillClrLst>
    <dgm:linClrLst meth="repeat">
      <a:schemeClr val="lt1"/>
    </dgm:linClrLst>
    <dgm:effectClrLst/>
    <dgm:txLinClrLst/>
    <dgm:txFillClrLst/>
    <dgm:txEffectClrLst/>
  </dgm:styleLbl>
  <dgm:styleLbl name="node1">
    <dgm:fillClrLst meth="repeat">
      <a:schemeClr val="accent3"/>
    </dgm:fillClrLst>
    <dgm:linClrLst meth="repeat">
      <a:schemeClr val="lt1"/>
    </dgm:linClrLst>
    <dgm:effectClrLst/>
    <dgm:txLinClrLst/>
    <dgm:txFillClrLst/>
    <dgm:txEffectClrLst/>
  </dgm:styleLbl>
  <dgm:styleLbl name="alignNode1">
    <dgm:fillClrLst meth="repeat">
      <a:schemeClr val="accent3"/>
    </dgm:fillClrLst>
    <dgm:linClrLst meth="repeat">
      <a:schemeClr val="accent3"/>
    </dgm:linClrLst>
    <dgm:effectClrLst/>
    <dgm:txLinClrLst/>
    <dgm:txFillClrLst/>
    <dgm:txEffectClrLst/>
  </dgm:styleLbl>
  <dgm:styleLbl name="lnNode1">
    <dgm:fillClrLst meth="repeat">
      <a:schemeClr val="accent3"/>
    </dgm:fillClrLst>
    <dgm:linClrLst meth="repeat">
      <a:schemeClr val="lt1"/>
    </dgm:linClrLst>
    <dgm:effectClrLst/>
    <dgm:txLinClrLst/>
    <dgm:txFillClrLst/>
    <dgm:txEffectClrLst/>
  </dgm:styleLbl>
  <dgm:styleLbl name="vennNode1">
    <dgm:fillClrLst meth="repeat">
      <a:schemeClr val="accent3">
        <a:alpha val="50000"/>
      </a:schemeClr>
    </dgm:fillClrLst>
    <dgm:linClrLst meth="repeat">
      <a:schemeClr val="lt1"/>
    </dgm:linClrLst>
    <dgm:effectClrLst/>
    <dgm:txLinClrLst/>
    <dgm:txFillClrLst/>
    <dgm:txEffectClrLst/>
  </dgm:styleLbl>
  <dgm:styleLbl name="node2">
    <dgm:fillClrLst meth="repeat">
      <a:schemeClr val="accent3"/>
    </dgm:fillClrLst>
    <dgm:linClrLst meth="repeat">
      <a:schemeClr val="lt1"/>
    </dgm:linClrLst>
    <dgm:effectClrLst/>
    <dgm:txLinClrLst/>
    <dgm:txFillClrLst/>
    <dgm:txEffectClrLst/>
  </dgm:styleLbl>
  <dgm:styleLbl name="node3">
    <dgm:fillClrLst meth="repeat">
      <a:schemeClr val="accent3"/>
    </dgm:fillClrLst>
    <dgm:linClrLst meth="repeat">
      <a:schemeClr val="lt1"/>
    </dgm:linClrLst>
    <dgm:effectClrLst/>
    <dgm:txLinClrLst/>
    <dgm:txFillClrLst/>
    <dgm:txEffectClrLst/>
  </dgm:styleLbl>
  <dgm:styleLbl name="node4">
    <dgm:fillClrLst meth="repeat">
      <a:schemeClr val="accent3"/>
    </dgm:fillClrLst>
    <dgm:linClrLst meth="repeat">
      <a:schemeClr val="lt1"/>
    </dgm:linClrLst>
    <dgm:effectClrLst/>
    <dgm:txLinClrLst/>
    <dgm:txFillClrLst/>
    <dgm:txEffectClrLst/>
  </dgm:styleLbl>
  <dgm:styleLbl name="f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3">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3">
        <a:tint val="60000"/>
      </a:schemeClr>
    </dgm:fillClrLst>
    <dgm:linClrLst meth="repeat">
      <a:schemeClr val="accent3">
        <a:tint val="60000"/>
      </a:schemeClr>
    </dgm:linClrLst>
    <dgm:effectClrLst/>
    <dgm:txLinClrLst/>
    <dgm:txFillClrLst/>
    <dgm:txEffectClrLst/>
  </dgm:styleLbl>
  <dgm:styleLbl name="fgSibTrans2D1">
    <dgm:fillClrLst meth="repeat">
      <a:schemeClr val="accent3">
        <a:tint val="60000"/>
      </a:schemeClr>
    </dgm:fillClrLst>
    <dgm:linClrLst meth="repeat">
      <a:schemeClr val="accent3">
        <a:tint val="60000"/>
      </a:schemeClr>
    </dgm:linClrLst>
    <dgm:effectClrLst/>
    <dgm:txLinClrLst/>
    <dgm:txFillClrLst/>
    <dgm:txEffectClrLst/>
  </dgm:styleLbl>
  <dgm:styleLbl name="bgSibTrans2D1">
    <dgm:fillClrLst meth="repeat">
      <a:schemeClr val="accent3">
        <a:tint val="60000"/>
      </a:schemeClr>
    </dgm:fillClrLst>
    <dgm:linClrLst meth="repeat">
      <a:schemeClr val="accent3">
        <a:tint val="60000"/>
      </a:schemeClr>
    </dgm:linClrLst>
    <dgm:effectClrLst/>
    <dgm:txLinClrLst/>
    <dgm:txFillClrLst/>
    <dgm:txEffectClrLst/>
  </dgm:styleLbl>
  <dgm:styleLbl name="sibTrans1D1">
    <dgm:fillClrLst meth="repeat">
      <a:schemeClr val="accent3"/>
    </dgm:fillClrLst>
    <dgm:linClrLst meth="repeat">
      <a:schemeClr val="accent3"/>
    </dgm:linClrLst>
    <dgm:effectClrLst/>
    <dgm:txLinClrLst/>
    <dgm:txFillClrLst meth="repeat">
      <a:schemeClr val="tx1"/>
    </dgm:txFillClrLst>
    <dgm:txEffectClrLst/>
  </dgm:styleLbl>
  <dgm:styleLbl name="callout">
    <dgm:fillClrLst meth="repeat">
      <a:schemeClr val="accent3"/>
    </dgm:fillClrLst>
    <dgm:linClrLst meth="repeat">
      <a:schemeClr val="accent3">
        <a:tint val="50000"/>
      </a:schemeClr>
    </dgm:linClrLst>
    <dgm:effectClrLst/>
    <dgm:txLinClrLst/>
    <dgm:txFillClrLst meth="repeat">
      <a:schemeClr val="tx1"/>
    </dgm:txFillClrLst>
    <dgm:txEffectClrLst/>
  </dgm:styleLbl>
  <dgm:styleLbl name="asst0">
    <dgm:fillClrLst meth="repeat">
      <a:schemeClr val="accent3"/>
    </dgm:fillClrLst>
    <dgm:linClrLst meth="repeat">
      <a:schemeClr val="lt1"/>
    </dgm:linClrLst>
    <dgm:effectClrLst/>
    <dgm:txLinClrLst/>
    <dgm:txFillClrLst/>
    <dgm:txEffectClrLst/>
  </dgm:styleLbl>
  <dgm:styleLbl name="asst1">
    <dgm:fillClrLst meth="repeat">
      <a:schemeClr val="accent3"/>
    </dgm:fillClrLst>
    <dgm:linClrLst meth="repeat">
      <a:schemeClr val="lt1"/>
    </dgm:linClrLst>
    <dgm:effectClrLst/>
    <dgm:txLinClrLst/>
    <dgm:txFillClrLst/>
    <dgm:txEffectClrLst/>
  </dgm:styleLbl>
  <dgm:styleLbl name="asst2">
    <dgm:fillClrLst meth="repeat">
      <a:schemeClr val="accent3"/>
    </dgm:fillClrLst>
    <dgm:linClrLst meth="repeat">
      <a:schemeClr val="lt1"/>
    </dgm:linClrLst>
    <dgm:effectClrLst/>
    <dgm:txLinClrLst/>
    <dgm:txFillClrLst/>
    <dgm:txEffectClrLst/>
  </dgm:styleLbl>
  <dgm:styleLbl name="asst3">
    <dgm:fillClrLst meth="repeat">
      <a:schemeClr val="accent3"/>
    </dgm:fillClrLst>
    <dgm:linClrLst meth="repeat">
      <a:schemeClr val="lt1"/>
    </dgm:linClrLst>
    <dgm:effectClrLst/>
    <dgm:txLinClrLst/>
    <dgm:txFillClrLst/>
    <dgm:txEffectClrLst/>
  </dgm:styleLbl>
  <dgm:styleLbl name="asst4">
    <dgm:fillClrLst meth="repeat">
      <a:schemeClr val="accent3"/>
    </dgm:fillClrLst>
    <dgm:linClrLst meth="repeat">
      <a:schemeClr val="lt1"/>
    </dgm:linClrLst>
    <dgm:effectClrLst/>
    <dgm:txLinClrLst/>
    <dgm:txFillClrLst/>
    <dgm:txEffectClrLst/>
  </dgm:styleLbl>
  <dgm:styleLbl name="parChTrans2D1">
    <dgm:fillClrLst meth="repeat">
      <a:schemeClr val="accent3">
        <a:tint val="60000"/>
      </a:schemeClr>
    </dgm:fillClrLst>
    <dgm:linClrLst meth="repeat">
      <a:schemeClr val="accent3">
        <a:tint val="60000"/>
      </a:schemeClr>
    </dgm:linClrLst>
    <dgm:effectClrLst/>
    <dgm:txLinClrLst/>
    <dgm:txFillClrLst meth="repeat">
      <a:schemeClr val="lt1"/>
    </dgm:txFillClrLst>
    <dgm:txEffectClrLst/>
  </dgm:styleLbl>
  <dgm:styleLbl name="parChTrans2D2">
    <dgm:fillClrLst meth="repeat">
      <a:schemeClr val="accent3"/>
    </dgm:fillClrLst>
    <dgm:linClrLst meth="repeat">
      <a:schemeClr val="accent3"/>
    </dgm:linClrLst>
    <dgm:effectClrLst/>
    <dgm:txLinClrLst/>
    <dgm:txFillClrLst meth="repeat">
      <a:schemeClr val="lt1"/>
    </dgm:txFillClrLst>
    <dgm:txEffectClrLst/>
  </dgm:styleLbl>
  <dgm:styleLbl name="parChTrans2D3">
    <dgm:fillClrLst meth="repeat">
      <a:schemeClr val="accent3"/>
    </dgm:fillClrLst>
    <dgm:linClrLst meth="repeat">
      <a:schemeClr val="accent3"/>
    </dgm:linClrLst>
    <dgm:effectClrLst/>
    <dgm:txLinClrLst/>
    <dgm:txFillClrLst meth="repeat">
      <a:schemeClr val="lt1"/>
    </dgm:txFillClrLst>
    <dgm:txEffectClrLst/>
  </dgm:styleLbl>
  <dgm:styleLbl name="parChTrans2D4">
    <dgm:fillClrLst meth="repeat">
      <a:schemeClr val="accent3"/>
    </dgm:fillClrLst>
    <dgm:linClrLst meth="repeat">
      <a:schemeClr val="accent3"/>
    </dgm:linClrLst>
    <dgm:effectClrLst/>
    <dgm:txLinClrLst/>
    <dgm:txFillClrLst meth="repeat">
      <a:schemeClr val="lt1"/>
    </dgm:txFillClrLst>
    <dgm:txEffectClrLst/>
  </dgm:styleLbl>
  <dgm:styleLbl name="parChTrans1D1">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2">
    <dgm:fillClrLst meth="repeat">
      <a:schemeClr val="accent3"/>
    </dgm:fillClrLst>
    <dgm:linClrLst meth="repeat">
      <a:schemeClr val="accent3">
        <a:shade val="60000"/>
      </a:schemeClr>
    </dgm:linClrLst>
    <dgm:effectClrLst/>
    <dgm:txLinClrLst/>
    <dgm:txFillClrLst meth="repeat">
      <a:schemeClr val="tx1"/>
    </dgm:txFillClrLst>
    <dgm:txEffectClrLst/>
  </dgm:styleLbl>
  <dgm:styleLbl name="parChTrans1D3">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parChTrans1D4">
    <dgm:fillClrLst meth="repeat">
      <a:schemeClr val="accent3"/>
    </dgm:fillClrLst>
    <dgm:linClrLst meth="repeat">
      <a:schemeClr val="accent3">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3"/>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solidFgAcc1">
    <dgm:fillClrLst meth="repeat">
      <a:schemeClr val="lt1"/>
    </dgm:fillClrLst>
    <dgm:linClrLst meth="repeat">
      <a:schemeClr val="accent3"/>
    </dgm:linClrLst>
    <dgm:effectClrLst/>
    <dgm:txLinClrLst/>
    <dgm:txFillClrLst meth="repeat">
      <a:schemeClr val="dk1"/>
    </dgm:txFillClrLst>
    <dgm:txEffectClrLst/>
  </dgm:styleLbl>
  <dgm:styleLbl name="solidAlignAcc1">
    <dgm:fillClrLst meth="repeat">
      <a:schemeClr val="lt1"/>
    </dgm:fillClrLst>
    <dgm:linClrLst meth="repeat">
      <a:schemeClr val="accent3"/>
    </dgm:linClrLst>
    <dgm:effectClrLst/>
    <dgm:txLinClrLst/>
    <dgm:txFillClrLst meth="repeat">
      <a:schemeClr val="dk1"/>
    </dgm:txFillClrLst>
    <dgm:txEffectClrLst/>
  </dgm:styleLbl>
  <dgm:styleLbl name="solidBgAcc1">
    <dgm:fillClrLst meth="repeat">
      <a:schemeClr val="lt1"/>
    </dgm:fillClrLst>
    <dgm:linClrLst meth="repeat">
      <a:schemeClr val="accent3"/>
    </dgm:linClrLst>
    <dgm:effectClrLst/>
    <dgm:txLinClrLst/>
    <dgm:txFillClrLst meth="repeat">
      <a:schemeClr val="dk1"/>
    </dgm:txFillClrLst>
    <dgm:txEffectClrLst/>
  </dgm:styleLbl>
  <dgm:styleLbl name="f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align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bgAccFollowNode1">
    <dgm:fillClrLst meth="repeat">
      <a:schemeClr val="accent3">
        <a:alpha val="90000"/>
        <a:tint val="40000"/>
      </a:schemeClr>
    </dgm:fillClrLst>
    <dgm:linClrLst meth="repeat">
      <a:schemeClr val="accent3">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3"/>
    </dgm:linClrLst>
    <dgm:effectClrLst/>
    <dgm:txLinClrLst/>
    <dgm:txFillClrLst meth="repeat">
      <a:schemeClr val="dk1"/>
    </dgm:txFillClrLst>
    <dgm:txEffectClrLst/>
  </dgm:styleLbl>
  <dgm:styleLbl name="bgShp">
    <dgm:fillClrLst meth="repeat">
      <a:schemeClr val="accent3">
        <a:tint val="40000"/>
      </a:schemeClr>
    </dgm:fillClrLst>
    <dgm:linClrLst meth="repeat">
      <a:schemeClr val="accent3"/>
    </dgm:linClrLst>
    <dgm:effectClrLst/>
    <dgm:txLinClrLst/>
    <dgm:txFillClrLst meth="repeat">
      <a:schemeClr val="dk1"/>
    </dgm:txFillClrLst>
    <dgm:txEffectClrLst/>
  </dgm:styleLbl>
  <dgm:styleLbl name="dkBgShp">
    <dgm:fillClrLst meth="repeat">
      <a:schemeClr val="accent3">
        <a:shade val="80000"/>
      </a:schemeClr>
    </dgm:fillClrLst>
    <dgm:linClrLst meth="repeat">
      <a:schemeClr val="accent3"/>
    </dgm:linClrLst>
    <dgm:effectClrLst/>
    <dgm:txLinClrLst/>
    <dgm:txFillClrLst meth="repeat">
      <a:schemeClr val="lt1"/>
    </dgm:txFillClrLst>
    <dgm:txEffectClrLst/>
  </dgm:styleLbl>
  <dgm:styleLbl name="trBgShp">
    <dgm:fillClrLst meth="repeat">
      <a:schemeClr val="accent3">
        <a:tint val="50000"/>
        <a:alpha val="40000"/>
      </a:schemeClr>
    </dgm:fillClrLst>
    <dgm:linClrLst meth="repeat">
      <a:schemeClr val="accent3"/>
    </dgm:linClrLst>
    <dgm:effectClrLst/>
    <dgm:txLinClrLst/>
    <dgm:txFillClrLst meth="repeat">
      <a:schemeClr val="lt1"/>
    </dgm:txFillClrLst>
    <dgm:txEffectClrLst/>
  </dgm:styleLbl>
  <dgm:styleLbl name="fgShp">
    <dgm:fillClrLst meth="repeat">
      <a:schemeClr val="accent3">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8.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1.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2.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3.xml><?xml version="1.0" encoding="utf-8"?>
<dgm:colorsDef xmlns:dgm="http://schemas.openxmlformats.org/drawingml/2006/diagram" xmlns:a="http://schemas.openxmlformats.org/drawingml/2006/main" uniqueId="urn:microsoft.com/office/officeart/2005/8/colors/accent2_2">
  <dgm:title val=""/>
  <dgm:desc val=""/>
  <dgm:catLst>
    <dgm:cat type="accent2" pri="11200"/>
  </dgm:catLst>
  <dgm:styleLbl name="node0">
    <dgm:fillClrLst meth="repeat">
      <a:schemeClr val="accent2"/>
    </dgm:fillClrLst>
    <dgm:linClrLst meth="repeat">
      <a:schemeClr val="lt1"/>
    </dgm:linClrLst>
    <dgm:effectClrLst/>
    <dgm:txLinClrLst/>
    <dgm:txFillClrLst/>
    <dgm:txEffectClrLst/>
  </dgm:styleLbl>
  <dgm:styleLbl name="node1">
    <dgm:fillClrLst meth="repeat">
      <a:schemeClr val="accent2"/>
    </dgm:fillClrLst>
    <dgm:linClrLst meth="repeat">
      <a:schemeClr val="lt1"/>
    </dgm:linClrLst>
    <dgm:effectClrLst/>
    <dgm:txLinClrLst/>
    <dgm:txFillClrLst/>
    <dgm:txEffectClrLst/>
  </dgm:styleLbl>
  <dgm:styleLbl name="alignNode1">
    <dgm:fillClrLst meth="repeat">
      <a:schemeClr val="accent2"/>
    </dgm:fillClrLst>
    <dgm:linClrLst meth="repeat">
      <a:schemeClr val="accent2"/>
    </dgm:linClrLst>
    <dgm:effectClrLst/>
    <dgm:txLinClrLst/>
    <dgm:txFillClrLst/>
    <dgm:txEffectClrLst/>
  </dgm:styleLbl>
  <dgm:styleLbl name="lnNode1">
    <dgm:fillClrLst meth="repeat">
      <a:schemeClr val="accent2"/>
    </dgm:fillClrLst>
    <dgm:linClrLst meth="repeat">
      <a:schemeClr val="lt1"/>
    </dgm:linClrLst>
    <dgm:effectClrLst/>
    <dgm:txLinClrLst/>
    <dgm:txFillClrLst/>
    <dgm:txEffectClrLst/>
  </dgm:styleLbl>
  <dgm:styleLbl name="vennNode1">
    <dgm:fillClrLst meth="repeat">
      <a:schemeClr val="accent2">
        <a:alpha val="50000"/>
      </a:schemeClr>
    </dgm:fillClrLst>
    <dgm:linClrLst meth="repeat">
      <a:schemeClr val="lt1"/>
    </dgm:linClrLst>
    <dgm:effectClrLst/>
    <dgm:txLinClrLst/>
    <dgm:txFillClrLst/>
    <dgm:txEffectClrLst/>
  </dgm:styleLbl>
  <dgm:styleLbl name="node2">
    <dgm:fillClrLst meth="repeat">
      <a:schemeClr val="accent2"/>
    </dgm:fillClrLst>
    <dgm:linClrLst meth="repeat">
      <a:schemeClr val="lt1"/>
    </dgm:linClrLst>
    <dgm:effectClrLst/>
    <dgm:txLinClrLst/>
    <dgm:txFillClrLst/>
    <dgm:txEffectClrLst/>
  </dgm:styleLbl>
  <dgm:styleLbl name="node3">
    <dgm:fillClrLst meth="repeat">
      <a:schemeClr val="accent2"/>
    </dgm:fillClrLst>
    <dgm:linClrLst meth="repeat">
      <a:schemeClr val="lt1"/>
    </dgm:linClrLst>
    <dgm:effectClrLst/>
    <dgm:txLinClrLst/>
    <dgm:txFillClrLst/>
    <dgm:txEffectClrLst/>
  </dgm:styleLbl>
  <dgm:styleLbl name="node4">
    <dgm:fillClrLst meth="repeat">
      <a:schemeClr val="accent2"/>
    </dgm:fillClrLst>
    <dgm:linClrLst meth="repeat">
      <a:schemeClr val="lt1"/>
    </dgm:linClrLst>
    <dgm:effectClrLst/>
    <dgm:txLinClrLst/>
    <dgm:txFillClrLst/>
    <dgm:txEffectClrLst/>
  </dgm:styleLbl>
  <dgm:styleLbl name="f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2">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tint val="60000"/>
      </a:schemeClr>
    </dgm:fillClrLst>
    <dgm:linClrLst meth="repeat">
      <a:schemeClr val="accent2">
        <a:tint val="60000"/>
      </a:schemeClr>
    </dgm:linClrLst>
    <dgm:effectClrLst/>
    <dgm:txLinClrLst/>
    <dgm:txFillClrLst/>
    <dgm:txEffectClrLst/>
  </dgm:styleLbl>
  <dgm:styleLbl name="fgSibTrans2D1">
    <dgm:fillClrLst meth="repeat">
      <a:schemeClr val="accent2">
        <a:tint val="60000"/>
      </a:schemeClr>
    </dgm:fillClrLst>
    <dgm:linClrLst meth="repeat">
      <a:schemeClr val="accent2">
        <a:tint val="60000"/>
      </a:schemeClr>
    </dgm:linClrLst>
    <dgm:effectClrLst/>
    <dgm:txLinClrLst/>
    <dgm:txFillClrLst/>
    <dgm:txEffectClrLst/>
  </dgm:styleLbl>
  <dgm:styleLbl name="bgSibTrans2D1">
    <dgm:fillClrLst meth="repeat">
      <a:schemeClr val="accent2">
        <a:tint val="60000"/>
      </a:schemeClr>
    </dgm:fillClrLst>
    <dgm:linClrLst meth="repeat">
      <a:schemeClr val="accent2">
        <a:tint val="60000"/>
      </a:schemeClr>
    </dgm:linClrLst>
    <dgm:effectClrLst/>
    <dgm:txLinClrLst/>
    <dgm:txFillClrLst/>
    <dgm:txEffectClrLst/>
  </dgm:styleLbl>
  <dgm:styleLbl name="sibTrans1D1">
    <dgm:fillClrLst meth="repeat">
      <a:schemeClr val="accent2"/>
    </dgm:fillClrLst>
    <dgm:linClrLst meth="repeat">
      <a:schemeClr val="accent2"/>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meth="repeat">
      <a:schemeClr val="accent2"/>
    </dgm:fillClrLst>
    <dgm:linClrLst meth="repeat">
      <a:schemeClr val="lt1"/>
    </dgm:linClrLst>
    <dgm:effectClrLst/>
    <dgm:txLinClrLst/>
    <dgm:txFillClrLst/>
    <dgm:txEffectClrLst/>
  </dgm:styleLbl>
  <dgm:styleLbl name="asst3">
    <dgm:fillClrLst meth="repeat">
      <a:schemeClr val="accent2"/>
    </dgm:fillClrLst>
    <dgm:linClrLst meth="repeat">
      <a:schemeClr val="lt1"/>
    </dgm:linClrLst>
    <dgm:effectClrLst/>
    <dgm:txLinClrLst/>
    <dgm:txFillClrLst/>
    <dgm:txEffectClrLst/>
  </dgm:styleLbl>
  <dgm:styleLbl name="asst4">
    <dgm:fillClrLst meth="repeat">
      <a:schemeClr val="accent2"/>
    </dgm:fillClrLst>
    <dgm:linClrLst meth="repeat">
      <a:schemeClr val="lt1"/>
    </dgm:linClrLst>
    <dgm:effectClrLst/>
    <dgm:txLinClrLst/>
    <dgm:txFillClrLst/>
    <dgm:txEffectClrLst/>
  </dgm:styleLbl>
  <dgm:styleLbl name="parChTrans2D1">
    <dgm:fillClrLst meth="repeat">
      <a:schemeClr val="accent2">
        <a:tint val="60000"/>
      </a:schemeClr>
    </dgm:fillClrLst>
    <dgm:linClrLst meth="repeat">
      <a:schemeClr val="accent2">
        <a:tint val="60000"/>
      </a:schemeClr>
    </dgm:linClrLst>
    <dgm:effectClrLst/>
    <dgm:txLinClrLst/>
    <dgm:txFillClrLst meth="repeat">
      <a:schemeClr val="lt1"/>
    </dgm:txFillClrLst>
    <dgm:txEffectClrLst/>
  </dgm:styleLbl>
  <dgm:styleLbl name="parChTrans2D2">
    <dgm:fillClrLst meth="repeat">
      <a:schemeClr val="accent2"/>
    </dgm:fillClrLst>
    <dgm:linClrLst meth="repeat">
      <a:schemeClr val="accent2"/>
    </dgm:linClrLst>
    <dgm:effectClrLst/>
    <dgm:txLinClrLst/>
    <dgm:txFillClrLst meth="repeat">
      <a:schemeClr val="lt1"/>
    </dgm:txFillClrLst>
    <dgm:txEffectClrLst/>
  </dgm:styleLbl>
  <dgm:styleLbl name="parChTrans2D3">
    <dgm:fillClrLst meth="repeat">
      <a:schemeClr val="accent2"/>
    </dgm:fillClrLst>
    <dgm:linClrLst meth="repeat">
      <a:schemeClr val="accent2"/>
    </dgm:linClrLst>
    <dgm:effectClrLst/>
    <dgm:txLinClrLst/>
    <dgm:txFillClrLst meth="repeat">
      <a:schemeClr val="lt1"/>
    </dgm:txFillClrLst>
    <dgm:txEffectClrLst/>
  </dgm:styleLbl>
  <dgm:styleLbl name="parChTrans2D4">
    <dgm:fillClrLst meth="repeat">
      <a:schemeClr val="accent2"/>
    </dgm:fillClrLst>
    <dgm:linClrLst meth="repeat">
      <a:schemeClr val="accent2"/>
    </dgm:linClrLst>
    <dgm:effectClrLst/>
    <dgm:txLinClrLst/>
    <dgm:txFillClrLst meth="repeat">
      <a:schemeClr val="lt1"/>
    </dgm:txFillClrLst>
    <dgm:txEffectClrLst/>
  </dgm:styleLbl>
  <dgm:styleLbl name="parChTrans1D1">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2">
    <dgm:fillClrLst meth="repeat">
      <a:schemeClr val="accent2"/>
    </dgm:fillClrLst>
    <dgm:linClrLst meth="repeat">
      <a:schemeClr val="accent2">
        <a:shade val="60000"/>
      </a:schemeClr>
    </dgm:linClrLst>
    <dgm:effectClrLst/>
    <dgm:txLinClrLst/>
    <dgm:txFillClrLst meth="repeat">
      <a:schemeClr val="tx1"/>
    </dgm:txFillClrLst>
    <dgm:txEffectClrLst/>
  </dgm:styleLbl>
  <dgm:styleLbl name="parChTrans1D3">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parChTrans1D4">
    <dgm:fillClrLst meth="repeat">
      <a:schemeClr val="accent2"/>
    </dgm:fillClrLst>
    <dgm:linClrLst meth="repeat">
      <a:schemeClr val="accent2">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solidFgAcc1">
    <dgm:fillClrLst meth="repeat">
      <a:schemeClr val="lt1"/>
    </dgm:fillClrLst>
    <dgm:linClrLst meth="repeat">
      <a:schemeClr val="accent2"/>
    </dgm:linClrLst>
    <dgm:effectClrLst/>
    <dgm:txLinClrLst/>
    <dgm:txFillClrLst meth="repeat">
      <a:schemeClr val="dk1"/>
    </dgm:txFillClrLst>
    <dgm:txEffectClrLst/>
  </dgm:styleLbl>
  <dgm:styleLbl name="solidAlignAcc1">
    <dgm:fillClrLst meth="repeat">
      <a:schemeClr val="lt1"/>
    </dgm:fillClrLst>
    <dgm:linClrLst meth="repeat">
      <a:schemeClr val="accent2"/>
    </dgm:linClrLst>
    <dgm:effectClrLst/>
    <dgm:txLinClrLst/>
    <dgm:txFillClrLst meth="repeat">
      <a:schemeClr val="dk1"/>
    </dgm:txFillClrLst>
    <dgm:txEffectClrLst/>
  </dgm:styleLbl>
  <dgm:styleLbl name="solidBgAcc1">
    <dgm:fillClrLst meth="repeat">
      <a:schemeClr val="lt1"/>
    </dgm:fillClrLst>
    <dgm:linClrLst meth="repeat">
      <a:schemeClr val="accent2"/>
    </dgm:linClrLst>
    <dgm:effectClrLst/>
    <dgm:txLinClrLst/>
    <dgm:txFillClrLst meth="repeat">
      <a:schemeClr val="dk1"/>
    </dgm:txFillClrLst>
    <dgm:txEffectClrLst/>
  </dgm:styleLbl>
  <dgm:styleLbl name="f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align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bgAccFollowNode1">
    <dgm:fillClrLst meth="repeat">
      <a:schemeClr val="accent2">
        <a:alpha val="90000"/>
        <a:tint val="40000"/>
      </a:schemeClr>
    </dgm:fillClrLst>
    <dgm:linClrLst meth="repeat">
      <a:schemeClr val="accent2">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2"/>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accent2"/>
    </dgm:linClrLst>
    <dgm:effectClrLst/>
    <dgm:txLinClrLst/>
    <dgm:txFillClrLst meth="repeat">
      <a:schemeClr val="dk1"/>
    </dgm:txFillClrLst>
    <dgm:txEffectClrLst/>
  </dgm:styleLbl>
  <dgm:styleLbl name="dkBgShp">
    <dgm:fillClrLst meth="repeat">
      <a:schemeClr val="accent2">
        <a:shade val="80000"/>
      </a:schemeClr>
    </dgm:fillClrLst>
    <dgm:linClrLst meth="repeat">
      <a:schemeClr val="accent2"/>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4.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5.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6.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7.xml><?xml version="1.0" encoding="utf-8"?>
<dgm:colorsDef xmlns:dgm="http://schemas.openxmlformats.org/drawingml/2006/diagram" xmlns:a="http://schemas.openxmlformats.org/drawingml/2006/main" uniqueId="urn:microsoft.com/office/officeart/2005/8/colors/accent0_3">
  <dgm:title val=""/>
  <dgm:desc val=""/>
  <dgm:catLst>
    <dgm:cat type="mainScheme" pri="10300"/>
  </dgm:catLst>
  <dgm:styleLbl name="node0">
    <dgm:fillClrLst meth="repeat">
      <a:schemeClr val="dk2"/>
    </dgm:fillClrLst>
    <dgm:linClrLst meth="repeat">
      <a:schemeClr val="lt2"/>
    </dgm:linClrLst>
    <dgm:effectClrLst/>
    <dgm:txLinClrLst/>
    <dgm:txFillClrLst/>
    <dgm:txEffectClrLst/>
  </dgm:styleLbl>
  <dgm:styleLbl name="alignNode1">
    <dgm:fillClrLst meth="repeat">
      <a:schemeClr val="dk2"/>
    </dgm:fillClrLst>
    <dgm:linClrLst meth="repeat">
      <a:schemeClr val="dk2"/>
    </dgm:linClrLst>
    <dgm:effectClrLst/>
    <dgm:txLinClrLst/>
    <dgm:txFillClrLst/>
    <dgm:txEffectClrLst/>
  </dgm:styleLbl>
  <dgm:styleLbl name="node1">
    <dgm:fillClrLst meth="repeat">
      <a:schemeClr val="dk2"/>
    </dgm:fillClrLst>
    <dgm:linClrLst meth="repeat">
      <a:schemeClr val="lt2"/>
    </dgm:linClrLst>
    <dgm:effectClrLst/>
    <dgm:txLinClrLst/>
    <dgm:txFillClrLst/>
    <dgm:txEffectClrLst/>
  </dgm:styleLbl>
  <dgm:styleLbl name="lnNode1">
    <dgm:fillClrLst meth="repeat">
      <a:schemeClr val="dk2"/>
    </dgm:fillClrLst>
    <dgm:linClrLst meth="repeat">
      <a:schemeClr val="lt2"/>
    </dgm:linClrLst>
    <dgm:effectClrLst/>
    <dgm:txLinClrLst/>
    <dgm:txFillClrLst/>
    <dgm:txEffectClrLst/>
  </dgm:styleLbl>
  <dgm:styleLbl name="vennNode1">
    <dgm:fillClrLst meth="repeat">
      <a:schemeClr val="dk2">
        <a:alpha val="50000"/>
      </a:schemeClr>
    </dgm:fillClrLst>
    <dgm:linClrLst meth="repeat">
      <a:schemeClr val="lt2"/>
    </dgm:linClrLst>
    <dgm:effectClrLst/>
    <dgm:txLinClrLst/>
    <dgm:txFillClrLst/>
    <dgm:txEffectClrLst/>
  </dgm:styleLbl>
  <dgm:styleLbl name="node2">
    <dgm:fillClrLst meth="repeat">
      <a:schemeClr val="dk2"/>
    </dgm:fillClrLst>
    <dgm:linClrLst meth="repeat">
      <a:schemeClr val="lt2"/>
    </dgm:linClrLst>
    <dgm:effectClrLst/>
    <dgm:txLinClrLst/>
    <dgm:txFillClrLst/>
    <dgm:txEffectClrLst/>
  </dgm:styleLbl>
  <dgm:styleLbl name="node3">
    <dgm:fillClrLst meth="repeat">
      <a:schemeClr val="dk2"/>
    </dgm:fillClrLst>
    <dgm:linClrLst meth="repeat">
      <a:schemeClr val="lt2"/>
    </dgm:linClrLst>
    <dgm:effectClrLst/>
    <dgm:txLinClrLst/>
    <dgm:txFillClrLst/>
    <dgm:txEffectClrLst/>
  </dgm:styleLbl>
  <dgm:styleLbl name="node4">
    <dgm:fillClrLst meth="repeat">
      <a:schemeClr val="dk2"/>
    </dgm:fillClrLst>
    <dgm:linClrLst meth="repeat">
      <a:schemeClr val="lt2"/>
    </dgm:linClrLst>
    <dgm:effectClrLst/>
    <dgm:txLinClrLst/>
    <dgm:txFillClrLst/>
    <dgm:txEffectClrLst/>
  </dgm:styleLbl>
  <dgm:styleLbl name="fgImgPlace1">
    <dgm:fillClrLst meth="repeat">
      <a:schemeClr val="dk2">
        <a:tint val="50000"/>
      </a:schemeClr>
    </dgm:fillClrLst>
    <dgm:linClrLst meth="repeat">
      <a:schemeClr val="lt2"/>
    </dgm:linClrLst>
    <dgm:effectClrLst/>
    <dgm:txLinClrLst/>
    <dgm:txFillClrLst meth="repeat">
      <a:schemeClr val="lt2"/>
    </dgm:txFillClrLst>
    <dgm:txEffectClrLst/>
  </dgm:styleLbl>
  <dgm:styleLbl name="align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bgImgPlace1">
    <dgm:fillClrLst meth="repeat">
      <a:schemeClr val="dk2">
        <a:tint val="50000"/>
      </a:schemeClr>
    </dgm:fillClrLst>
    <dgm:linClrLst meth="repeat">
      <a:schemeClr val="dk2">
        <a:shade val="80000"/>
      </a:schemeClr>
    </dgm:linClrLst>
    <dgm:effectClrLst/>
    <dgm:txLinClrLst/>
    <dgm:txFillClrLst meth="repeat">
      <a:schemeClr val="lt2"/>
    </dgm:txFillClrLst>
    <dgm:txEffectClrLst/>
  </dgm:styleLbl>
  <dgm:styleLbl name="sibTrans2D1">
    <dgm:fillClrLst meth="repeat">
      <a:schemeClr val="dk2">
        <a:tint val="60000"/>
      </a:schemeClr>
    </dgm:fillClrLst>
    <dgm:linClrLst meth="repeat">
      <a:schemeClr val="dk2">
        <a:tint val="60000"/>
      </a:schemeClr>
    </dgm:linClrLst>
    <dgm:effectClrLst/>
    <dgm:txLinClrLst/>
    <dgm:txFillClrLst/>
    <dgm:txEffectClrLst/>
  </dgm:styleLbl>
  <dgm:styleLbl name="fgSibTrans2D1">
    <dgm:fillClrLst meth="repeat">
      <a:schemeClr val="dk2">
        <a:tint val="60000"/>
      </a:schemeClr>
    </dgm:fillClrLst>
    <dgm:linClrLst meth="repeat">
      <a:schemeClr val="dk2">
        <a:tint val="60000"/>
      </a:schemeClr>
    </dgm:linClrLst>
    <dgm:effectClrLst/>
    <dgm:txLinClrLst/>
    <dgm:txFillClrLst/>
    <dgm:txEffectClrLst/>
  </dgm:styleLbl>
  <dgm:styleLbl name="bgSibTrans2D1">
    <dgm:fillClrLst meth="repeat">
      <a:schemeClr val="dk2">
        <a:tint val="60000"/>
      </a:schemeClr>
    </dgm:fillClrLst>
    <dgm:linClrLst meth="repeat">
      <a:schemeClr val="dk2">
        <a:tint val="60000"/>
      </a:schemeClr>
    </dgm:linClrLst>
    <dgm:effectClrLst/>
    <dgm:txLinClrLst/>
    <dgm:txFillClrLst/>
    <dgm:txEffectClrLst/>
  </dgm:styleLbl>
  <dgm:styleLbl name="sibTrans1D1">
    <dgm:fillClrLst meth="repeat">
      <a:schemeClr val="dk2"/>
    </dgm:fillClrLst>
    <dgm:linClrLst meth="repeat">
      <a:schemeClr val="dk2"/>
    </dgm:linClrLst>
    <dgm:effectClrLst/>
    <dgm:txLinClrLst/>
    <dgm:txFillClrLst meth="repeat">
      <a:schemeClr val="lt2"/>
    </dgm:txFillClrLst>
    <dgm:txEffectClrLst/>
  </dgm:styleLbl>
  <dgm:styleLbl name="callout">
    <dgm:fillClrLst meth="repeat">
      <a:schemeClr val="dk2"/>
    </dgm:fillClrLst>
    <dgm:linClrLst meth="repeat">
      <a:schemeClr val="dk2">
        <a:tint val="50000"/>
      </a:schemeClr>
    </dgm:linClrLst>
    <dgm:effectClrLst/>
    <dgm:txLinClrLst/>
    <dgm:txFillClrLst meth="repeat">
      <a:schemeClr val="lt2"/>
    </dgm:txFillClrLst>
    <dgm:txEffectClrLst/>
  </dgm:styleLbl>
  <dgm:styleLbl name="asst0">
    <dgm:fillClrLst meth="repeat">
      <a:schemeClr val="dk2"/>
    </dgm:fillClrLst>
    <dgm:linClrLst meth="repeat">
      <a:schemeClr val="lt2"/>
    </dgm:linClrLst>
    <dgm:effectClrLst/>
    <dgm:txLinClrLst/>
    <dgm:txFillClrLst/>
    <dgm:txEffectClrLst/>
  </dgm:styleLbl>
  <dgm:styleLbl name="asst1">
    <dgm:fillClrLst meth="repeat">
      <a:schemeClr val="dk2"/>
    </dgm:fillClrLst>
    <dgm:linClrLst meth="repeat">
      <a:schemeClr val="lt2"/>
    </dgm:linClrLst>
    <dgm:effectClrLst/>
    <dgm:txLinClrLst/>
    <dgm:txFillClrLst/>
    <dgm:txEffectClrLst/>
  </dgm:styleLbl>
  <dgm:styleLbl name="asst2">
    <dgm:fillClrLst meth="repeat">
      <a:schemeClr val="dk2"/>
    </dgm:fillClrLst>
    <dgm:linClrLst meth="repeat">
      <a:schemeClr val="lt2"/>
    </dgm:linClrLst>
    <dgm:effectClrLst/>
    <dgm:txLinClrLst/>
    <dgm:txFillClrLst/>
    <dgm:txEffectClrLst/>
  </dgm:styleLbl>
  <dgm:styleLbl name="asst3">
    <dgm:fillClrLst meth="repeat">
      <a:schemeClr val="dk2"/>
    </dgm:fillClrLst>
    <dgm:linClrLst meth="repeat">
      <a:schemeClr val="lt2"/>
    </dgm:linClrLst>
    <dgm:effectClrLst/>
    <dgm:txLinClrLst/>
    <dgm:txFillClrLst/>
    <dgm:txEffectClrLst/>
  </dgm:styleLbl>
  <dgm:styleLbl name="asst4">
    <dgm:fillClrLst meth="repeat">
      <a:schemeClr val="dk2"/>
    </dgm:fillClrLst>
    <dgm:linClrLst meth="repeat">
      <a:schemeClr val="lt2"/>
    </dgm:linClrLst>
    <dgm:effectClrLst/>
    <dgm:txLinClrLst/>
    <dgm:txFillClrLst/>
    <dgm:txEffectClrLst/>
  </dgm:styleLbl>
  <dgm:styleLbl name="parChTrans2D1">
    <dgm:fillClrLst meth="repeat">
      <a:schemeClr val="dk2">
        <a:tint val="60000"/>
      </a:schemeClr>
    </dgm:fillClrLst>
    <dgm:linClrLst meth="repeat">
      <a:schemeClr val="dk2">
        <a:tint val="60000"/>
      </a:schemeClr>
    </dgm:linClrLst>
    <dgm:effectClrLst/>
    <dgm:txLinClrLst/>
    <dgm:txFillClrLst meth="repeat">
      <a:schemeClr val="lt2"/>
    </dgm:txFillClrLst>
    <dgm:txEffectClrLst/>
  </dgm:styleLbl>
  <dgm:styleLbl name="parChTrans2D2">
    <dgm:fillClrLst meth="repeat">
      <a:schemeClr val="dk2"/>
    </dgm:fillClrLst>
    <dgm:linClrLst meth="repeat">
      <a:schemeClr val="dk2"/>
    </dgm:linClrLst>
    <dgm:effectClrLst/>
    <dgm:txLinClrLst/>
    <dgm:txFillClrLst meth="repeat">
      <a:schemeClr val="lt2"/>
    </dgm:txFillClrLst>
    <dgm:txEffectClrLst/>
  </dgm:styleLbl>
  <dgm:styleLbl name="parChTrans2D3">
    <dgm:fillClrLst meth="repeat">
      <a:schemeClr val="dk2"/>
    </dgm:fillClrLst>
    <dgm:linClrLst meth="repeat">
      <a:schemeClr val="dk2"/>
    </dgm:linClrLst>
    <dgm:effectClrLst/>
    <dgm:txLinClrLst/>
    <dgm:txFillClrLst meth="repeat">
      <a:schemeClr val="lt2"/>
    </dgm:txFillClrLst>
    <dgm:txEffectClrLst/>
  </dgm:styleLbl>
  <dgm:styleLbl name="parChTrans2D4">
    <dgm:fillClrLst meth="repeat">
      <a:schemeClr val="dk2"/>
    </dgm:fillClrLst>
    <dgm:linClrLst meth="repeat">
      <a:schemeClr val="dk2"/>
    </dgm:linClrLst>
    <dgm:effectClrLst/>
    <dgm:txLinClrLst/>
    <dgm:txFillClrLst meth="repeat">
      <a:schemeClr val="lt2"/>
    </dgm:txFillClrLst>
    <dgm:txEffectClrLst/>
  </dgm:styleLbl>
  <dgm:styleLbl name="parChTrans1D1">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2">
    <dgm:fillClrLst meth="repeat">
      <a:schemeClr val="dk2"/>
    </dgm:fillClrLst>
    <dgm:linClrLst meth="repeat">
      <a:schemeClr val="dk2">
        <a:shade val="60000"/>
      </a:schemeClr>
    </dgm:linClrLst>
    <dgm:effectClrLst/>
    <dgm:txLinClrLst/>
    <dgm:txFillClrLst meth="repeat">
      <a:schemeClr val="tx1"/>
    </dgm:txFillClrLst>
    <dgm:txEffectClrLst/>
  </dgm:styleLbl>
  <dgm:styleLbl name="parChTrans1D3">
    <dgm:fillClrLst meth="repeat">
      <a:schemeClr val="dk2"/>
    </dgm:fillClrLst>
    <dgm:linClrLst meth="repeat">
      <a:schemeClr val="dk2">
        <a:shade val="80000"/>
      </a:schemeClr>
    </dgm:linClrLst>
    <dgm:effectClrLst/>
    <dgm:txLinClrLst/>
    <dgm:txFillClrLst meth="repeat">
      <a:schemeClr val="tx1"/>
    </dgm:txFillClrLst>
    <dgm:txEffectClrLst/>
  </dgm:styleLbl>
  <dgm:styleLbl name="parChTrans1D4">
    <dgm:fillClrLst meth="repeat">
      <a:schemeClr val="dk2"/>
    </dgm:fillClrLst>
    <dgm:linClrLst meth="repeat">
      <a:schemeClr val="dk2">
        <a:shade val="80000"/>
      </a:schemeClr>
    </dgm:linClrLst>
    <dgm:effectClrLst/>
    <dgm:txLinClrLst/>
    <dgm:txFillClrLst meth="repeat">
      <a:schemeClr val="tx1"/>
    </dgm:txFillClrLst>
    <dgm:txEffectClrLst/>
  </dgm:styleLbl>
  <dgm:styleLbl name="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conF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align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trAlignAcc1">
    <dgm:fillClrLst meth="repeat">
      <a:schemeClr val="lt2">
        <a:alpha val="40000"/>
      </a:schemeClr>
    </dgm:fillClrLst>
    <dgm:linClrLst meth="repeat">
      <a:schemeClr val="dk2"/>
    </dgm:linClrLst>
    <dgm:effectClrLst/>
    <dgm:txLinClrLst/>
    <dgm:txFillClrLst meth="repeat">
      <a:schemeClr val="dk1"/>
    </dgm:txFillClrLst>
    <dgm:txEffectClrLst/>
  </dgm:styleLbl>
  <dgm:styleLbl name="bgAcc1">
    <dgm:fillClrLst meth="repeat">
      <a:schemeClr val="lt2">
        <a:alpha val="90000"/>
      </a:schemeClr>
    </dgm:fillClrLst>
    <dgm:linClrLst meth="repeat">
      <a:schemeClr val="dk2"/>
    </dgm:linClrLst>
    <dgm:effectClrLst/>
    <dgm:txLinClrLst/>
    <dgm:txFillClrLst meth="repeat">
      <a:schemeClr val="dk1"/>
    </dgm:txFillClrLst>
    <dgm:txEffectClrLst/>
  </dgm:styleLbl>
  <dgm:styleLbl name="solidFgAcc1">
    <dgm:fillClrLst meth="repeat">
      <a:schemeClr val="lt2"/>
    </dgm:fillClrLst>
    <dgm:linClrLst meth="repeat">
      <a:schemeClr val="dk2"/>
    </dgm:linClrLst>
    <dgm:effectClrLst/>
    <dgm:txLinClrLst/>
    <dgm:txFillClrLst meth="repeat">
      <a:schemeClr val="dk1"/>
    </dgm:txFillClrLst>
    <dgm:txEffectClrLst/>
  </dgm:styleLbl>
  <dgm:styleLbl name="solidAlignAcc1">
    <dgm:fillClrLst meth="repeat">
      <a:schemeClr val="lt2"/>
    </dgm:fillClrLst>
    <dgm:linClrLst meth="repeat">
      <a:schemeClr val="dk2"/>
    </dgm:linClrLst>
    <dgm:effectClrLst/>
    <dgm:txLinClrLst/>
    <dgm:txFillClrLst meth="repeat">
      <a:schemeClr val="dk1"/>
    </dgm:txFillClrLst>
    <dgm:txEffectClrLst/>
  </dgm:styleLbl>
  <dgm:styleLbl name="solidBgAcc1">
    <dgm:fillClrLst meth="repeat">
      <a:schemeClr val="lt2"/>
    </dgm:fillClrLst>
    <dgm:linClrLst meth="repeat">
      <a:schemeClr val="dk2"/>
    </dgm:linClrLst>
    <dgm:effectClrLst/>
    <dgm:txLinClrLst/>
    <dgm:txFillClrLst meth="repeat">
      <a:schemeClr val="dk1"/>
    </dgm:txFillClrLst>
    <dgm:txEffectClrLst/>
  </dgm:styleLbl>
  <dgm:styleLbl name="f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align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bgAccFollowNode1">
    <dgm:fillClrLst meth="repeat">
      <a:schemeClr val="dk2">
        <a:alpha val="90000"/>
        <a:tint val="40000"/>
      </a:schemeClr>
    </dgm:fillClrLst>
    <dgm:linClrLst meth="repeat">
      <a:schemeClr val="dk2">
        <a:alpha val="90000"/>
        <a:tint val="40000"/>
      </a:schemeClr>
    </dgm:linClrLst>
    <dgm:effectClrLst/>
    <dgm:txLinClrLst/>
    <dgm:txFillClrLst meth="repeat">
      <a:schemeClr val="dk1"/>
    </dgm:txFillClrLst>
    <dgm:txEffectClrLst/>
  </dgm:styleLbl>
  <dgm:styleLbl name="fgAcc0">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2">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3">
    <dgm:fillClrLst meth="repeat">
      <a:schemeClr val="lt2">
        <a:alpha val="90000"/>
      </a:schemeClr>
    </dgm:fillClrLst>
    <dgm:linClrLst meth="repeat">
      <a:schemeClr val="dk2"/>
    </dgm:linClrLst>
    <dgm:effectClrLst/>
    <dgm:txLinClrLst/>
    <dgm:txFillClrLst meth="repeat">
      <a:schemeClr val="dk1"/>
    </dgm:txFillClrLst>
    <dgm:txEffectClrLst/>
  </dgm:styleLbl>
  <dgm:styleLbl name="fgAcc4">
    <dgm:fillClrLst meth="repeat">
      <a:schemeClr val="lt2">
        <a:alpha val="90000"/>
      </a:schemeClr>
    </dgm:fillClrLst>
    <dgm:linClrLst meth="repeat">
      <a:schemeClr val="dk2"/>
    </dgm:linClrLst>
    <dgm:effectClrLst/>
    <dgm:txLinClrLst/>
    <dgm:txFillClrLst meth="repeat">
      <a:schemeClr val="dk1"/>
    </dgm:txFillClrLst>
    <dgm:txEffectClrLst/>
  </dgm:styleLbl>
  <dgm:styleLbl name="bgShp">
    <dgm:fillClrLst meth="repeat">
      <a:schemeClr val="dk2">
        <a:tint val="40000"/>
      </a:schemeClr>
    </dgm:fillClrLst>
    <dgm:linClrLst meth="repeat">
      <a:schemeClr val="dk2"/>
    </dgm:linClrLst>
    <dgm:effectClrLst/>
    <dgm:txLinClrLst/>
    <dgm:txFillClrLst meth="repeat">
      <a:schemeClr val="dk1"/>
    </dgm:txFillClrLst>
    <dgm:txEffectClrLst/>
  </dgm:styleLbl>
  <dgm:styleLbl name="dkBgShp">
    <dgm:fillClrLst meth="repeat">
      <a:schemeClr val="dk2">
        <a:shade val="80000"/>
      </a:schemeClr>
    </dgm:fillClrLst>
    <dgm:linClrLst meth="repeat">
      <a:schemeClr val="dk2"/>
    </dgm:linClrLst>
    <dgm:effectClrLst/>
    <dgm:txLinClrLst/>
    <dgm:txFillClrLst meth="repeat">
      <a:schemeClr val="lt1"/>
    </dgm:txFillClrLst>
    <dgm:txEffectClrLst/>
  </dgm:styleLbl>
  <dgm:styleLbl name="trBgShp">
    <dgm:fillClrLst meth="repeat">
      <a:schemeClr val="dk2">
        <a:tint val="50000"/>
        <a:alpha val="40000"/>
      </a:schemeClr>
    </dgm:fillClrLst>
    <dgm:linClrLst meth="repeat">
      <a:schemeClr val="dk2"/>
    </dgm:linClrLst>
    <dgm:effectClrLst/>
    <dgm:txLinClrLst/>
    <dgm:txFillClrLst meth="repeat">
      <a:schemeClr val="lt1"/>
    </dgm:txFillClrLst>
    <dgm:txEffectClrLst/>
  </dgm:styleLbl>
  <dgm:styleLbl name="fgShp">
    <dgm:fillClrLst meth="repeat">
      <a:schemeClr val="dk2">
        <a:tint val="60000"/>
      </a:schemeClr>
    </dgm:fillClrLst>
    <dgm:linClrLst meth="repeat">
      <a:schemeClr val="lt2"/>
    </dgm:linClrLst>
    <dgm:effectClrLst/>
    <dgm:txLinClrLst/>
    <dgm:txFillClrLst meth="repeat">
      <a:schemeClr val="dk1"/>
    </dgm:txFillClrLst>
    <dgm:txEffectClrLst/>
  </dgm:styleLbl>
  <dgm:styleLbl name="revTx">
    <dgm:fillClrLst meth="repeat">
      <a:schemeClr val="lt2">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8.xml><?xml version="1.0" encoding="utf-8"?>
<dgm:colorsDef xmlns:dgm="http://schemas.openxmlformats.org/drawingml/2006/diagram" xmlns:a="http://schemas.openxmlformats.org/drawingml/2006/main" uniqueId="urn:microsoft.com/office/officeart/2005/8/colors/colorful5">
  <dgm:title val=""/>
  <dgm:desc val=""/>
  <dgm:catLst>
    <dgm:cat type="colorful" pri="10500"/>
  </dgm:catLst>
  <dgm:styleLbl name="node0">
    <dgm:fillClrLst meth="repeat">
      <a:schemeClr val="accent4"/>
    </dgm:fillClrLst>
    <dgm:linClrLst meth="repeat">
      <a:schemeClr val="lt1"/>
    </dgm:linClrLst>
    <dgm:effectClrLst/>
    <dgm:txLinClrLst/>
    <dgm:txFillClrLst/>
    <dgm:txEffectClrLst/>
  </dgm:styleLbl>
  <dgm:styleLbl name="node1">
    <dgm:fillClrLst>
      <a:schemeClr val="accent5"/>
      <a:schemeClr val="accent6"/>
    </dgm:fillClrLst>
    <dgm:linClrLst meth="repeat">
      <a:schemeClr val="lt1"/>
    </dgm:linClrLst>
    <dgm:effectClrLst/>
    <dgm:txLinClrLst/>
    <dgm:txFillClrLst/>
    <dgm:txEffectClrLst/>
  </dgm:styleLbl>
  <dgm:styleLbl name="alignNode1">
    <dgm:fillClrLst>
      <a:schemeClr val="accent5"/>
      <a:schemeClr val="accent6"/>
    </dgm:fillClrLst>
    <dgm:linClrLst>
      <a:schemeClr val="accent5"/>
      <a:schemeClr val="accent6"/>
    </dgm:linClrLst>
    <dgm:effectClrLst/>
    <dgm:txLinClrLst/>
    <dgm:txFillClrLst/>
    <dgm:txEffectClrLst/>
  </dgm:styleLbl>
  <dgm:styleLbl name="lnNode1">
    <dgm:fillClrLst>
      <a:schemeClr val="accent5"/>
      <a:schemeClr val="accent6"/>
    </dgm:fillClrLst>
    <dgm:linClrLst meth="repeat">
      <a:schemeClr val="lt1"/>
    </dgm:linClrLst>
    <dgm:effectClrLst/>
    <dgm:txLinClrLst/>
    <dgm:txFillClrLst/>
    <dgm:txEffectClrLst/>
  </dgm:styleLbl>
  <dgm:styleLbl name="vennNode1">
    <dgm:fillClrLst>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6"/>
    </dgm:fillClrLst>
    <dgm:linClrLst meth="repeat">
      <a:schemeClr val="lt1"/>
    </dgm:linClrLst>
    <dgm:effectClrLst/>
    <dgm:txLinClrLst/>
    <dgm:txFillClrLst/>
    <dgm:txEffectClrLst/>
  </dgm:styleLbl>
  <dgm:styleLbl name="node3">
    <dgm:fillClrLst>
      <a:schemeClr val="accent1"/>
    </dgm:fillClrLst>
    <dgm:linClrLst meth="repeat">
      <a:schemeClr val="lt1"/>
    </dgm:linClrLst>
    <dgm:effectClrLst/>
    <dgm:txLinClrLst/>
    <dgm:txFillClrLst/>
    <dgm:txEffectClrLst/>
  </dgm:styleLbl>
  <dgm:styleLbl name="node4">
    <dgm:fillClrLst>
      <a:schemeClr val="accent2"/>
    </dgm:fillClrLst>
    <dgm:linClrLst meth="repeat">
      <a:schemeClr val="lt1"/>
    </dgm:linClrLst>
    <dgm:effectClrLst/>
    <dgm:txLinClrLst/>
    <dgm:txFillClrLst/>
    <dgm:txEffectClrLst/>
  </dgm:styleLbl>
  <dgm:styleLbl name="fgImgPlace1">
    <dgm:fillClrLst>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5">
        <a:tint val="50000"/>
      </a:schemeClr>
      <a:schemeClr val="accent6">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5"/>
      <a:schemeClr val="accent6"/>
    </dgm:fillClrLst>
    <dgm:linClrLst meth="repeat">
      <a:schemeClr val="lt1"/>
    </dgm:linClrLst>
    <dgm:effectClrLst/>
    <dgm:txLinClrLst/>
    <dgm:txFillClrLst/>
    <dgm:txEffectClrLst/>
  </dgm:styleLbl>
  <dgm:styleLbl name="fgSibTrans2D1">
    <dgm:fillClrLst>
      <a:schemeClr val="accent5"/>
      <a:schemeClr val="accent6"/>
    </dgm:fillClrLst>
    <dgm:linClrLst meth="repeat">
      <a:schemeClr val="lt1"/>
    </dgm:linClrLst>
    <dgm:effectClrLst/>
    <dgm:txLinClrLst/>
    <dgm:txFillClrLst meth="repeat">
      <a:schemeClr val="lt1"/>
    </dgm:txFillClrLst>
    <dgm:txEffectClrLst/>
  </dgm:styleLbl>
  <dgm:styleLbl name="bgSibTrans2D1">
    <dgm:fillClrLst>
      <a:schemeClr val="accent5"/>
      <a:schemeClr val="accent6"/>
    </dgm:fillClrLst>
    <dgm:linClrLst meth="repeat">
      <a:schemeClr val="lt1"/>
    </dgm:linClrLst>
    <dgm:effectClrLst/>
    <dgm:txLinClrLst/>
    <dgm:txFillClrLst meth="repeat">
      <a:schemeClr val="lt1"/>
    </dgm:txFillClrLst>
    <dgm:txEffectClrLst/>
  </dgm:styleLbl>
  <dgm:styleLbl name="sibTrans1D1">
    <dgm:fillClrLst/>
    <dgm:linClrLst>
      <a:schemeClr val="accent5"/>
      <a:schemeClr val="accent6"/>
    </dgm:linClrLst>
    <dgm:effectClrLst/>
    <dgm:txLinClrLst/>
    <dgm:txFillClrLst meth="repeat">
      <a:schemeClr val="tx1"/>
    </dgm:txFillClrLst>
    <dgm:txEffectClrLst/>
  </dgm:styleLbl>
  <dgm:styleLbl name="callout">
    <dgm:fillClrLst meth="repeat">
      <a:schemeClr val="accent5"/>
    </dgm:fillClrLst>
    <dgm:linClrLst meth="repeat">
      <a:schemeClr val="accent5">
        <a:tint val="50000"/>
      </a:schemeClr>
    </dgm:linClrLst>
    <dgm:effectClrLst/>
    <dgm:txLinClrLst/>
    <dgm:txFillClrLst meth="repeat">
      <a:schemeClr val="tx1"/>
    </dgm:txFillClrLst>
    <dgm:txEffectClrLst/>
  </dgm:styleLbl>
  <dgm:styleLbl name="asst0">
    <dgm:fillClrLst meth="repeat">
      <a:schemeClr val="accent5"/>
    </dgm:fillClrLst>
    <dgm:linClrLst meth="repeat">
      <a:schemeClr val="lt1">
        <a:shade val="80000"/>
      </a:schemeClr>
    </dgm:linClrLst>
    <dgm:effectClrLst/>
    <dgm:txLinClrLst/>
    <dgm:txFillClrLst/>
    <dgm:txEffectClrLst/>
  </dgm:styleLbl>
  <dgm:styleLbl name="asst1">
    <dgm:fillClrLst meth="repeat">
      <a:schemeClr val="accent6"/>
    </dgm:fillClrLst>
    <dgm:linClrLst meth="repeat">
      <a:schemeClr val="lt1">
        <a:shade val="80000"/>
      </a:schemeClr>
    </dgm:linClrLst>
    <dgm:effectClrLst/>
    <dgm:txLinClrLst/>
    <dgm:txFillClrLst/>
    <dgm:txEffectClrLst/>
  </dgm:styleLbl>
  <dgm:styleLbl name="asst2">
    <dgm:fillClrLst>
      <a:schemeClr val="accent1"/>
    </dgm:fillClrLst>
    <dgm:linClrLst meth="repeat">
      <a:schemeClr val="lt1"/>
    </dgm:linClrLst>
    <dgm:effectClrLst/>
    <dgm:txLinClrLst/>
    <dgm:txFillClrLst/>
    <dgm:txEffectClrLst/>
  </dgm:styleLbl>
  <dgm:styleLbl name="asst3">
    <dgm:fillClrLst>
      <a:schemeClr val="accent2"/>
    </dgm:fillClrLst>
    <dgm:linClrLst meth="repeat">
      <a:schemeClr val="lt1"/>
    </dgm:linClrLst>
    <dgm:effectClrLst/>
    <dgm:txLinClrLst/>
    <dgm:txFillClrLst/>
    <dgm:txEffectClrLst/>
  </dgm:styleLbl>
  <dgm:styleLbl name="asst4">
    <dgm:fillClrLst>
      <a:schemeClr val="accent3"/>
    </dgm:fillClrLst>
    <dgm:linClrLst meth="repeat">
      <a:schemeClr val="lt1"/>
    </dgm:linClrLst>
    <dgm:effectClrLst/>
    <dgm:txLinClrLst/>
    <dgm:txFillClrLst/>
    <dgm:txEffectClrLst/>
  </dgm:styleLbl>
  <dgm:styleLbl name="parChTrans2D1">
    <dgm:fillClrLst meth="repeat">
      <a:schemeClr val="accent5"/>
    </dgm:fillClrLst>
    <dgm:linClrLst meth="repeat">
      <a:schemeClr val="lt1"/>
    </dgm:linClrLst>
    <dgm:effectClrLst/>
    <dgm:txLinClrLst/>
    <dgm:txFillClrLst meth="repeat">
      <a:schemeClr val="lt1"/>
    </dgm:txFillClrLst>
    <dgm:txEffectClrLst/>
  </dgm:styleLbl>
  <dgm:styleLbl name="parChTrans2D2">
    <dgm:fillClrLst meth="repeat">
      <a:schemeClr val="accent6"/>
    </dgm:fillClrLst>
    <dgm:linClrLst meth="repeat">
      <a:schemeClr val="lt1"/>
    </dgm:linClrLst>
    <dgm:effectClrLst/>
    <dgm:txLinClrLst/>
    <dgm:txFillClrLst/>
    <dgm:txEffectClrLst/>
  </dgm:styleLbl>
  <dgm:styleLbl name="parChTrans2D3">
    <dgm:fillClrLst meth="repeat">
      <a:schemeClr val="accent6"/>
    </dgm:fillClrLst>
    <dgm:linClrLst meth="repeat">
      <a:schemeClr val="lt1"/>
    </dgm:linClrLst>
    <dgm:effectClrLst/>
    <dgm:txLinClrLst/>
    <dgm:txFillClrLst/>
    <dgm:txEffectClrLst/>
  </dgm:styleLbl>
  <dgm:styleLbl name="parChTrans2D4">
    <dgm:fillClrLst meth="repeat">
      <a:schemeClr val="accent1"/>
    </dgm:fillClrLst>
    <dgm:linClrLst meth="repeat">
      <a:schemeClr val="lt1"/>
    </dgm:linClrLst>
    <dgm:effectClrLst/>
    <dgm:txLinClrLst/>
    <dgm:txFillClrLst meth="repeat">
      <a:schemeClr val="lt1"/>
    </dgm:txFillClrLst>
    <dgm:txEffectClrLst/>
  </dgm:styleLbl>
  <dgm:styleLbl name="parChTrans1D1">
    <dgm:fillClrLst meth="repeat">
      <a:schemeClr val="accent5"/>
    </dgm:fillClrLst>
    <dgm:linClrLst meth="repeat">
      <a:schemeClr val="accent5"/>
    </dgm:linClrLst>
    <dgm:effectClrLst/>
    <dgm:txLinClrLst/>
    <dgm:txFillClrLst meth="repeat">
      <a:schemeClr val="tx1"/>
    </dgm:txFillClrLst>
    <dgm:txEffectClrLst/>
  </dgm:styleLbl>
  <dgm:styleLbl name="parChTrans1D2">
    <dgm:fillClrLst meth="repeat">
      <a:schemeClr val="accent6">
        <a:tint val="90000"/>
      </a:schemeClr>
    </dgm:fillClrLst>
    <dgm:linClrLst meth="repeat">
      <a:schemeClr val="accent6"/>
    </dgm:linClrLst>
    <dgm:effectClrLst/>
    <dgm:txLinClrLst/>
    <dgm:txFillClrLst meth="repeat">
      <a:schemeClr val="tx1"/>
    </dgm:txFillClrLst>
    <dgm:txEffectClrLst/>
  </dgm:styleLbl>
  <dgm:styleLbl name="parChTrans1D3">
    <dgm:fillClrLst meth="repeat">
      <a:schemeClr val="accent6">
        <a:tint val="70000"/>
      </a:schemeClr>
    </dgm:fillClrLst>
    <dgm:linClrLst meth="repeat">
      <a:schemeClr val="accent1"/>
    </dgm:linClrLst>
    <dgm:effectClrLst/>
    <dgm:txLinClrLst/>
    <dgm:txFillClrLst meth="repeat">
      <a:schemeClr val="tx1"/>
    </dgm:txFillClrLst>
    <dgm:txEffectClrLst/>
  </dgm:styleLbl>
  <dgm:styleLbl name="parChTrans1D4">
    <dgm:fillClrLst meth="repeat">
      <a:schemeClr val="accent6">
        <a:tint val="50000"/>
      </a:schemeClr>
    </dgm:fillClrLst>
    <dgm:linClrLst meth="repeat">
      <a:schemeClr val="accent2"/>
    </dgm:linClrLst>
    <dgm:effectClrLst/>
    <dgm:txLinClrLst/>
    <dgm:txFillClrLst meth="repeat">
      <a:schemeClr val="tx1"/>
    </dgm:txFillClrLst>
    <dgm:txEffectClrLst/>
  </dgm:styleLbl>
  <dgm:styleLbl name="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5"/>
    </dgm:linClrLst>
    <dgm:effectClrLst/>
    <dgm:txLinClrLst/>
    <dgm:txFillClrLst meth="repeat">
      <a:schemeClr val="dk1"/>
    </dgm:txFillClrLst>
    <dgm:txEffectClrLst/>
  </dgm:styleLbl>
  <dgm:styleLbl name="bgAcc1">
    <dgm:fillClrLst meth="repeat">
      <a:schemeClr val="lt1">
        <a:alpha val="90000"/>
      </a:schemeClr>
    </dgm:fillClrLst>
    <dgm:linClrLst>
      <a:schemeClr val="accent5"/>
      <a:schemeClr val="accent6"/>
    </dgm:linClrLst>
    <dgm:effectClrLst/>
    <dgm:txLinClrLst/>
    <dgm:txFillClrLst meth="repeat">
      <a:schemeClr val="dk1"/>
    </dgm:txFillClrLst>
    <dgm:txEffectClrLst/>
  </dgm:styleLbl>
  <dgm:styleLbl name="solidFgAcc1">
    <dgm:fillClrLst meth="repeat">
      <a:schemeClr val="lt1"/>
    </dgm:fillClrLst>
    <dgm:linClrLst>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a:schemeClr val="accent5"/>
      <a:schemeClr val="accent6"/>
    </dgm:linClrLst>
    <dgm:effectClrLst/>
    <dgm:txLinClrLst/>
    <dgm:txFillClrLst meth="repeat">
      <a:schemeClr val="dk1"/>
    </dgm:txFillClrLst>
    <dgm:txEffectClrLst/>
  </dgm:styleLbl>
  <dgm:styleLbl name="solidBgAcc1">
    <dgm:fillClrLst meth="repeat">
      <a:schemeClr val="lt1"/>
    </dgm:fillClrLst>
    <dgm:linClrLst>
      <a:schemeClr val="accent5"/>
      <a:schemeClr val="accent6"/>
    </dgm:linClrLst>
    <dgm:effectClrLst/>
    <dgm:txLinClrLst/>
    <dgm:txFillClrLst meth="repeat">
      <a:schemeClr val="dk1"/>
    </dgm:txFillClrLst>
    <dgm:txEffectClrLst/>
  </dgm:styleLbl>
  <dgm:styleLbl name="fgAccFollowNode1">
    <dgm:fillClrLst>
      <a:schemeClr val="accent5">
        <a:tint val="40000"/>
        <a:alpha val="90000"/>
      </a:schemeClr>
      <a:schemeClr val="accent6">
        <a:tint val="40000"/>
        <a:alpha val="90000"/>
      </a:schemeClr>
    </dgm:fillClrLst>
    <dgm:linClrLst>
      <a:schemeClr val="accent5">
        <a:tint val="40000"/>
        <a:alpha val="90000"/>
      </a:schemeClr>
      <a:schemeClr val="accent5">
        <a:tint val="40000"/>
        <a:alpha val="90000"/>
      </a:schemeClr>
    </dgm:linClrLst>
    <dgm:effectClrLst/>
    <dgm:txLinClrLst/>
    <dgm:txFillClrLst meth="repeat">
      <a:schemeClr val="dk1"/>
    </dgm:txFillClrLst>
    <dgm:txEffectClrLst/>
  </dgm:styleLbl>
  <dgm:styleLbl name="align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a:schemeClr val="accent5">
        <a:tint val="40000"/>
        <a:alpha val="90000"/>
      </a:schemeClr>
      <a:schemeClr val="accent6">
        <a:tint val="40000"/>
        <a:alpha val="90000"/>
      </a:schemeClr>
    </dgm:fillClrLst>
    <dgm:linClrLst>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4"/>
    </dgm:linClrLst>
    <dgm:effectClrLst/>
    <dgm:txLinClrLst/>
    <dgm:txFillClrLst meth="repeat">
      <a:schemeClr val="dk1"/>
    </dgm:txFillClrLst>
    <dgm:txEffectClrLst/>
  </dgm:styleLbl>
  <dgm:styleLbl name="fgAcc2">
    <dgm:fillClrLst meth="repeat">
      <a:schemeClr val="lt1">
        <a:alpha val="90000"/>
      </a:schemeClr>
    </dgm:fillClrLst>
    <dgm:linClrLst>
      <a:schemeClr val="accent6"/>
    </dgm:linClrLst>
    <dgm:effectClrLst/>
    <dgm:txLinClrLst/>
    <dgm:txFillClrLst meth="repeat">
      <a:schemeClr val="dk1"/>
    </dgm:txFillClrLst>
    <dgm:txEffectClrLst/>
  </dgm:styleLbl>
  <dgm:styleLbl name="fgAcc3">
    <dgm:fillClrLst meth="repeat">
      <a:schemeClr val="lt1">
        <a:alpha val="90000"/>
      </a:schemeClr>
    </dgm:fillClrLst>
    <dgm:linClrLst>
      <a:schemeClr val="accent1"/>
    </dgm:linClrLst>
    <dgm:effectClrLst/>
    <dgm:txLinClrLst/>
    <dgm:txFillClrLst meth="repeat">
      <a:schemeClr val="dk1"/>
    </dgm:txFillClrLst>
    <dgm:txEffectClrLst/>
  </dgm:styleLbl>
  <dgm:styleLbl name="fgAcc4">
    <dgm:fillClrLst meth="repeat">
      <a:schemeClr val="lt1">
        <a:alpha val="90000"/>
      </a:schemeClr>
    </dgm:fillClrLst>
    <dgm:linClrLst>
      <a:schemeClr val="accent2"/>
    </dgm:linClrLst>
    <dgm:effectClrLst/>
    <dgm:txLinClrLst/>
    <dgm:txFillClrLst meth="repeat">
      <a:schemeClr val="dk1"/>
    </dgm:txFillClrLst>
    <dgm:txEffectClrLst/>
  </dgm:styleLbl>
  <dgm:styleLbl name="bgShp">
    <dgm:fillClrLst meth="repeat">
      <a:schemeClr val="accent5">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5">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5">
        <a:tint val="50000"/>
        <a:alpha val="40000"/>
      </a:schemeClr>
    </dgm:fillClrLst>
    <dgm:linClrLst meth="repeat">
      <a:schemeClr val="accent5"/>
    </dgm:linClrLst>
    <dgm:effectClrLst/>
    <dgm:txLinClrLst/>
    <dgm:txFillClrLst meth="repeat">
      <a:schemeClr val="lt1"/>
    </dgm:txFillClrLst>
    <dgm:txEffectClrLst/>
  </dgm:styleLbl>
  <dgm:styleLbl name="fgShp">
    <dgm:fillClrLst meth="repeat">
      <a:schemeClr val="accent5">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19.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0.xml><?xml version="1.0" encoding="utf-8"?>
<dgm:colorsDef xmlns:dgm="http://schemas.openxmlformats.org/drawingml/2006/diagram" xmlns:a="http://schemas.openxmlformats.org/drawingml/2006/main" uniqueId="urn:microsoft.com/office/officeart/2005/8/colors/accent1_2">
  <dgm:title val=""/>
  <dgm:desc val=""/>
  <dgm:catLst>
    <dgm:cat type="accent1" pri="11200"/>
  </dgm:catLst>
  <dgm:styleLbl name="node0">
    <dgm:fillClrLst meth="repeat">
      <a:schemeClr val="accent1"/>
    </dgm:fillClrLst>
    <dgm:linClrLst meth="repeat">
      <a:schemeClr val="lt1"/>
    </dgm:linClrLst>
    <dgm:effectClrLst/>
    <dgm:txLinClrLst/>
    <dgm:txFillClrLst/>
    <dgm:txEffectClrLst/>
  </dgm:styleLbl>
  <dgm:styleLbl name="alignNode1">
    <dgm:fillClrLst meth="repeat">
      <a:schemeClr val="accent1"/>
    </dgm:fillClrLst>
    <dgm:linClrLst meth="repeat">
      <a:schemeClr val="accent1"/>
    </dgm:linClrLst>
    <dgm:effectClrLst/>
    <dgm:txLinClrLst/>
    <dgm:txFillClrLst/>
    <dgm:txEffectClrLst/>
  </dgm:styleLbl>
  <dgm:styleLbl name="node1">
    <dgm:fillClrLst meth="repeat">
      <a:schemeClr val="accent1"/>
    </dgm:fillClrLst>
    <dgm:linClrLst meth="repeat">
      <a:schemeClr val="lt1"/>
    </dgm:linClrLst>
    <dgm:effectClrLst/>
    <dgm:txLinClrLst/>
    <dgm:txFillClrLst/>
    <dgm:txEffectClrLst/>
  </dgm:styleLbl>
  <dgm:styleLbl name="lnNode1">
    <dgm:fillClrLst meth="repeat">
      <a:schemeClr val="accent1"/>
    </dgm:fillClrLst>
    <dgm:linClrLst meth="repeat">
      <a:schemeClr val="lt1"/>
    </dgm:linClrLst>
    <dgm:effectClrLst/>
    <dgm:txLinClrLst/>
    <dgm:txFillClrLst/>
    <dgm:txEffectClrLst/>
  </dgm:styleLbl>
  <dgm:styleLbl name="vennNode1">
    <dgm:fillClrLst meth="repeat">
      <a:schemeClr val="accent1">
        <a:alpha val="50000"/>
      </a:schemeClr>
    </dgm:fillClrLst>
    <dgm:linClrLst meth="repeat">
      <a:schemeClr val="lt1"/>
    </dgm:linClrLst>
    <dgm:effectClrLst/>
    <dgm:txLinClrLst/>
    <dgm:txFillClrLst/>
    <dgm:txEffectClrLst/>
  </dgm:styleLbl>
  <dgm:styleLbl name="node2">
    <dgm:fillClrLst meth="repeat">
      <a:schemeClr val="accent1"/>
    </dgm:fillClrLst>
    <dgm:linClrLst meth="repeat">
      <a:schemeClr val="lt1"/>
    </dgm:linClrLst>
    <dgm:effectClrLst/>
    <dgm:txLinClrLst/>
    <dgm:txFillClrLst/>
    <dgm:txEffectClrLst/>
  </dgm:styleLbl>
  <dgm:styleLbl name="node3">
    <dgm:fillClrLst meth="repeat">
      <a:schemeClr val="accent1"/>
    </dgm:fillClrLst>
    <dgm:linClrLst meth="repeat">
      <a:schemeClr val="lt1"/>
    </dgm:linClrLst>
    <dgm:effectClrLst/>
    <dgm:txLinClrLst/>
    <dgm:txFillClrLst/>
    <dgm:txEffectClrLst/>
  </dgm:styleLbl>
  <dgm:styleLbl name="node4">
    <dgm:fillClrLst meth="repeat">
      <a:schemeClr val="accent1"/>
    </dgm:fillClrLst>
    <dgm:linClrLst meth="repeat">
      <a:schemeClr val="lt1"/>
    </dgm:linClrLst>
    <dgm:effectClrLst/>
    <dgm:txLinClrLst/>
    <dgm:txFillClrLst/>
    <dgm:txEffectClrLst/>
  </dgm:styleLbl>
  <dgm:styleLbl name="f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align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bgImgPlace1">
    <dgm:fillClrLst meth="repeat">
      <a:schemeClr val="accent1">
        <a:tint val="5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1">
        <a:tint val="60000"/>
      </a:schemeClr>
    </dgm:fillClrLst>
    <dgm:linClrLst meth="repeat">
      <a:schemeClr val="accent1">
        <a:tint val="60000"/>
      </a:schemeClr>
    </dgm:linClrLst>
    <dgm:effectClrLst/>
    <dgm:txLinClrLst/>
    <dgm:txFillClrLst/>
    <dgm:txEffectClrLst/>
  </dgm:styleLbl>
  <dgm:styleLbl name="fgSibTrans2D1">
    <dgm:fillClrLst meth="repeat">
      <a:schemeClr val="accent1">
        <a:tint val="60000"/>
      </a:schemeClr>
    </dgm:fillClrLst>
    <dgm:linClrLst meth="repeat">
      <a:schemeClr val="accent1">
        <a:tint val="60000"/>
      </a:schemeClr>
    </dgm:linClrLst>
    <dgm:effectClrLst/>
    <dgm:txLinClrLst/>
    <dgm:txFillClrLst/>
    <dgm:txEffectClrLst/>
  </dgm:styleLbl>
  <dgm:styleLbl name="bgSibTrans2D1">
    <dgm:fillClrLst meth="repeat">
      <a:schemeClr val="accent1">
        <a:tint val="60000"/>
      </a:schemeClr>
    </dgm:fillClrLst>
    <dgm:linClrLst meth="repeat">
      <a:schemeClr val="accent1">
        <a:tint val="60000"/>
      </a:schemeClr>
    </dgm:linClrLst>
    <dgm:effectClrLst/>
    <dgm:txLinClrLst/>
    <dgm:txFillClrLst/>
    <dgm:txEffectClrLst/>
  </dgm:styleLbl>
  <dgm:styleLbl name="sibTrans1D1">
    <dgm:fillClrLst meth="repeat">
      <a:schemeClr val="accent1"/>
    </dgm:fillClrLst>
    <dgm:linClrLst meth="repeat">
      <a:schemeClr val="accent1"/>
    </dgm:linClrLst>
    <dgm:effectClrLst/>
    <dgm:txLinClrLst/>
    <dgm:txFillClrLst meth="repeat">
      <a:schemeClr val="tx1"/>
    </dgm:txFillClrLst>
    <dgm:txEffectClrLst/>
  </dgm:styleLbl>
  <dgm:styleLbl name="callout">
    <dgm:fillClrLst meth="repeat">
      <a:schemeClr val="accent1"/>
    </dgm:fillClrLst>
    <dgm:linClrLst meth="repeat">
      <a:schemeClr val="accent1">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1"/>
    </dgm:fillClrLst>
    <dgm:linClrLst meth="repeat">
      <a:schemeClr val="lt1"/>
    </dgm:linClrLst>
    <dgm:effectClrLst/>
    <dgm:txLinClrLst/>
    <dgm:txFillClrLst/>
    <dgm:txEffectClrLst/>
  </dgm:styleLbl>
  <dgm:styleLbl name="asst2">
    <dgm:fillClrLst meth="repeat">
      <a:schemeClr val="accent1"/>
    </dgm:fillClrLst>
    <dgm:linClrLst meth="repeat">
      <a:schemeClr val="lt1"/>
    </dgm:linClrLst>
    <dgm:effectClrLst/>
    <dgm:txLinClrLst/>
    <dgm:txFillClrLst/>
    <dgm:txEffectClrLst/>
  </dgm:styleLbl>
  <dgm:styleLbl name="asst3">
    <dgm:fillClrLst meth="repeat">
      <a:schemeClr val="accent1"/>
    </dgm:fillClrLst>
    <dgm:linClrLst meth="repeat">
      <a:schemeClr val="lt1"/>
    </dgm:linClrLst>
    <dgm:effectClrLst/>
    <dgm:txLinClrLst/>
    <dgm:txFillClrLst/>
    <dgm:txEffectClrLst/>
  </dgm:styleLbl>
  <dgm:styleLbl name="asst4">
    <dgm:fillClrLst meth="repeat">
      <a:schemeClr val="accent1"/>
    </dgm:fillClrLst>
    <dgm:linClrLst meth="repeat">
      <a:schemeClr val="lt1"/>
    </dgm:linClrLst>
    <dgm:effectClrLst/>
    <dgm:txLinClrLst/>
    <dgm:txFillClrLst/>
    <dgm:txEffectClrLst/>
  </dgm:styleLbl>
  <dgm:styleLbl name="parChTrans2D1">
    <dgm:fillClrLst meth="repeat">
      <a:schemeClr val="accent1">
        <a:tint val="60000"/>
      </a:schemeClr>
    </dgm:fillClrLst>
    <dgm:linClrLst meth="repeat">
      <a:schemeClr val="accent1">
        <a:tint val="60000"/>
      </a:schemeClr>
    </dgm:linClrLst>
    <dgm:effectClrLst/>
    <dgm:txLinClrLst/>
    <dgm:txFillClrLst meth="repeat">
      <a:schemeClr val="lt1"/>
    </dgm:txFillClrLst>
    <dgm:txEffectClrLst/>
  </dgm:styleLbl>
  <dgm:styleLbl name="parChTrans2D2">
    <dgm:fillClrLst meth="repeat">
      <a:schemeClr val="accent1"/>
    </dgm:fillClrLst>
    <dgm:linClrLst meth="repeat">
      <a:schemeClr val="accent1"/>
    </dgm:linClrLst>
    <dgm:effectClrLst/>
    <dgm:txLinClrLst/>
    <dgm:txFillClrLst meth="repeat">
      <a:schemeClr val="lt1"/>
    </dgm:txFillClrLst>
    <dgm:txEffectClrLst/>
  </dgm:styleLbl>
  <dgm:styleLbl name="parChTrans2D3">
    <dgm:fillClrLst meth="repeat">
      <a:schemeClr val="accent1"/>
    </dgm:fillClrLst>
    <dgm:linClrLst meth="repeat">
      <a:schemeClr val="accent1"/>
    </dgm:linClrLst>
    <dgm:effectClrLst/>
    <dgm:txLinClrLst/>
    <dgm:txFillClrLst meth="repeat">
      <a:schemeClr val="lt1"/>
    </dgm:txFillClrLst>
    <dgm:txEffectClrLst/>
  </dgm:styleLbl>
  <dgm:styleLbl name="parChTrans2D4">
    <dgm:fillClrLst meth="repeat">
      <a:schemeClr val="accent1"/>
    </dgm:fillClrLst>
    <dgm:linClrLst meth="repeat">
      <a:schemeClr val="accent1"/>
    </dgm:linClrLst>
    <dgm:effectClrLst/>
    <dgm:txLinClrLst/>
    <dgm:txFillClrLst meth="repeat">
      <a:schemeClr val="lt1"/>
    </dgm:txFillClrLst>
    <dgm:txEffectClrLst/>
  </dgm:styleLbl>
  <dgm:styleLbl name="parChTrans1D1">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2">
    <dgm:fillClrLst meth="repeat">
      <a:schemeClr val="accent1"/>
    </dgm:fillClrLst>
    <dgm:linClrLst meth="repeat">
      <a:schemeClr val="accent1">
        <a:shade val="60000"/>
      </a:schemeClr>
    </dgm:linClrLst>
    <dgm:effectClrLst/>
    <dgm:txLinClrLst/>
    <dgm:txFillClrLst meth="repeat">
      <a:schemeClr val="tx1"/>
    </dgm:txFillClrLst>
    <dgm:txEffectClrLst/>
  </dgm:styleLbl>
  <dgm:styleLbl name="parChTrans1D3">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parChTrans1D4">
    <dgm:fillClrLst meth="repeat">
      <a:schemeClr val="accent1"/>
    </dgm:fillClrLst>
    <dgm:linClrLst meth="repeat">
      <a:schemeClr val="accent1">
        <a:shade val="80000"/>
      </a:schemeClr>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solidFgAcc1">
    <dgm:fillClrLst meth="repeat">
      <a:schemeClr val="lt1"/>
    </dgm:fillClrLst>
    <dgm:linClrLst meth="repeat">
      <a:schemeClr val="accent1"/>
    </dgm:linClrLst>
    <dgm:effectClrLst/>
    <dgm:txLinClrLst/>
    <dgm:txFillClrLst meth="repeat">
      <a:schemeClr val="dk1"/>
    </dgm:txFillClrLst>
    <dgm:txEffectClrLst/>
  </dgm:styleLbl>
  <dgm:styleLbl name="solidAlignAcc1">
    <dgm:fillClrLst meth="repeat">
      <a:schemeClr val="lt1"/>
    </dgm:fillClrLst>
    <dgm:linClrLst meth="repeat">
      <a:schemeClr val="accent1"/>
    </dgm:linClrLst>
    <dgm:effectClrLst/>
    <dgm:txLinClrLst/>
    <dgm:txFillClrLst meth="repeat">
      <a:schemeClr val="dk1"/>
    </dgm:txFillClrLst>
    <dgm:txEffectClrLst/>
  </dgm:styleLbl>
  <dgm:styleLbl name="solidBgAcc1">
    <dgm:fillClrLst meth="repeat">
      <a:schemeClr val="lt1"/>
    </dgm:fillClrLst>
    <dgm:linClrLst meth="repeat">
      <a:schemeClr val="accent1"/>
    </dgm:linClrLst>
    <dgm:effectClrLst/>
    <dgm:txLinClrLst/>
    <dgm:txFillClrLst meth="repeat">
      <a:schemeClr val="dk1"/>
    </dgm:txFillClrLst>
    <dgm:txEffectClrLst/>
  </dgm:styleLbl>
  <dgm:styleLbl name="f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align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bgAccFollowNode1">
    <dgm:fillClrLst meth="repeat">
      <a:schemeClr val="accent1">
        <a:alpha val="90000"/>
        <a:tint val="40000"/>
      </a:schemeClr>
    </dgm:fillClrLst>
    <dgm:linClrLst meth="repeat">
      <a:schemeClr val="accent1">
        <a:alpha val="90000"/>
        <a:tint val="40000"/>
      </a:schemeClr>
    </dgm:linClrLst>
    <dgm:effectClrLst/>
    <dgm:txLinClrLst/>
    <dgm:txFillClrLst meth="repeat">
      <a:schemeClr val="dk1"/>
    </dgm:txFillClrLst>
    <dgm:txEffectClrLst/>
  </dgm:styleLbl>
  <dgm:styleLbl name="fgAcc0">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2">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3">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fgAcc4">
    <dgm:fillClrLst meth="repeat">
      <a:schemeClr val="lt1">
        <a:alpha val="90000"/>
      </a:schemeClr>
    </dgm:fillClrLst>
    <dgm:linClrLst meth="repeat">
      <a:schemeClr val="accent1"/>
    </dgm:linClrLst>
    <dgm:effectClrLst/>
    <dgm:txLinClrLst/>
    <dgm:txFillClrLst meth="repeat">
      <a:schemeClr val="dk1"/>
    </dgm:txFillClrLst>
    <dgm:txEffectClrLst/>
  </dgm:styleLbl>
  <dgm:styleLbl name="bgShp">
    <dgm:fillClrLst meth="repeat">
      <a:schemeClr val="accent1">
        <a:tint val="40000"/>
      </a:schemeClr>
    </dgm:fillClrLst>
    <dgm:linClrLst meth="repeat">
      <a:schemeClr val="accent1"/>
    </dgm:linClrLst>
    <dgm:effectClrLst/>
    <dgm:txLinClrLst/>
    <dgm:txFillClrLst meth="repeat">
      <a:schemeClr val="dk1"/>
    </dgm:txFillClrLst>
    <dgm:txEffectClrLst/>
  </dgm:styleLbl>
  <dgm:styleLbl name="dkBgShp">
    <dgm:fillClrLst meth="repeat">
      <a:schemeClr val="accent1">
        <a:shade val="80000"/>
      </a:schemeClr>
    </dgm:fillClrLst>
    <dgm:linClrLst meth="repeat">
      <a:schemeClr val="accent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1"/>
    </dgm:linClrLst>
    <dgm:effectClrLst/>
    <dgm:txLinClrLst/>
    <dgm:txFillClrLst meth="repeat">
      <a:schemeClr val="lt1"/>
    </dgm:txFillClrLst>
    <dgm:txEffectClrLst/>
  </dgm:styleLbl>
  <dgm:styleLbl name="fgShp">
    <dgm:fillClrLst meth="repeat">
      <a:schemeClr val="accent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C2BD830C-C079-4FE5-BCF2-B49E51DD5F41}"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4C806815-686C-44A3-BB2E-DF77A80E9702}">
      <dgm:prSet/>
      <dgm:spPr/>
      <dgm:t>
        <a:bodyPr/>
        <a:lstStyle/>
        <a:p>
          <a:pPr algn="l">
            <a:lnSpc>
              <a:spcPct val="90000"/>
            </a:lnSpc>
          </a:pPr>
          <a:r>
            <a:rPr lang="en-US" sz="2000" b="1">
              <a:latin typeface="Aptos"/>
            </a:rPr>
            <a:t>"ls"</a:t>
          </a:r>
        </a:p>
      </dgm:t>
    </dgm:pt>
    <dgm:pt modelId="{0B3B0795-1117-438A-A0B7-6BBFC28D4B24}" type="parTrans" cxnId="{A8231023-99B4-48CF-9C7E-29CD4CAA87CE}">
      <dgm:prSet/>
      <dgm:spPr/>
      <dgm:t>
        <a:bodyPr/>
        <a:lstStyle/>
        <a:p>
          <a:endParaRPr lang="en-US"/>
        </a:p>
      </dgm:t>
    </dgm:pt>
    <dgm:pt modelId="{7E6EA040-5D62-4E56-B23A-ACD5D029C0E8}" type="sibTrans" cxnId="{A8231023-99B4-48CF-9C7E-29CD4CAA87CE}">
      <dgm:prSet/>
      <dgm:spPr/>
      <dgm:t>
        <a:bodyPr/>
        <a:lstStyle/>
        <a:p>
          <a:endParaRPr lang="en-US"/>
        </a:p>
      </dgm:t>
    </dgm:pt>
    <dgm:pt modelId="{EB729D0D-CB7B-4913-BDCA-4500C24ADC02}">
      <dgm:prSet/>
      <dgm:spPr/>
      <dgm:t>
        <a:bodyPr/>
        <a:lstStyle/>
        <a:p>
          <a:pPr algn="l">
            <a:lnSpc>
              <a:spcPct val="90000"/>
            </a:lnSpc>
          </a:pPr>
          <a:r>
            <a:rPr lang="en-US" sz="2000" b="1">
              <a:latin typeface="Aptos"/>
            </a:rPr>
            <a:t>Do you see "Desktop" raise hand </a:t>
          </a:r>
          <a:r>
            <a:rPr lang="en-US" sz="2000" b="1" err="1">
              <a:latin typeface="Aptos"/>
            </a:rPr>
            <a:t>ifnot</a:t>
          </a:r>
          <a:endParaRPr lang="en-US" sz="2000" b="1">
            <a:latin typeface="Aptos"/>
          </a:endParaRPr>
        </a:p>
      </dgm:t>
    </dgm:pt>
    <dgm:pt modelId="{0A856C96-22D7-480F-882C-E2EF37E6BCED}" type="parTrans" cxnId="{60604AB1-72DA-4BEF-A6EB-2C0BC1362424}">
      <dgm:prSet/>
      <dgm:spPr/>
      <dgm:t>
        <a:bodyPr/>
        <a:lstStyle/>
        <a:p>
          <a:endParaRPr lang="en-US"/>
        </a:p>
      </dgm:t>
    </dgm:pt>
    <dgm:pt modelId="{BE20158E-5913-4A1D-BC27-6FAFB9A5F9EA}" type="sibTrans" cxnId="{60604AB1-72DA-4BEF-A6EB-2C0BC1362424}">
      <dgm:prSet/>
      <dgm:spPr/>
      <dgm:t>
        <a:bodyPr/>
        <a:lstStyle/>
        <a:p>
          <a:endParaRPr lang="en-US"/>
        </a:p>
      </dgm:t>
    </dgm:pt>
    <dgm:pt modelId="{45AC8B6B-3546-489E-8B2B-E353E2E57DF2}">
      <dgm:prSet/>
      <dgm:spPr/>
      <dgm:t>
        <a:bodyPr/>
        <a:lstStyle/>
        <a:p>
          <a:pPr algn="l">
            <a:lnSpc>
              <a:spcPct val="90000"/>
            </a:lnSpc>
          </a:pPr>
          <a:r>
            <a:rPr lang="en-US" sz="2000" b="1">
              <a:latin typeface="Aptos"/>
            </a:rPr>
            <a:t>"cd Desktop"</a:t>
          </a:r>
        </a:p>
      </dgm:t>
    </dgm:pt>
    <dgm:pt modelId="{47E9A55B-3294-41A9-A040-92A133AC2AD8}" type="parTrans" cxnId="{1740F017-19B3-47A0-856F-D40E4DF209FB}">
      <dgm:prSet/>
      <dgm:spPr/>
      <dgm:t>
        <a:bodyPr/>
        <a:lstStyle/>
        <a:p>
          <a:endParaRPr lang="en-US"/>
        </a:p>
      </dgm:t>
    </dgm:pt>
    <dgm:pt modelId="{63FD0782-A14C-4F34-9399-0CC801626659}" type="sibTrans" cxnId="{1740F017-19B3-47A0-856F-D40E4DF209FB}">
      <dgm:prSet/>
      <dgm:spPr/>
      <dgm:t>
        <a:bodyPr/>
        <a:lstStyle/>
        <a:p>
          <a:endParaRPr lang="en-US"/>
        </a:p>
      </dgm:t>
    </dgm:pt>
    <dgm:pt modelId="{5582C5ED-4985-4236-9E58-21496B21E9AD}">
      <dgm:prSet/>
      <dgm:spPr/>
      <dgm:t>
        <a:bodyPr/>
        <a:lstStyle/>
        <a:p>
          <a:pPr algn="l">
            <a:lnSpc>
              <a:spcPct val="90000"/>
            </a:lnSpc>
          </a:pPr>
          <a:r>
            <a:rPr lang="en-US" sz="2000" b="1">
              <a:latin typeface="Aptos"/>
            </a:rPr>
            <a:t>"</a:t>
          </a:r>
          <a:r>
            <a:rPr lang="en-US" sz="2000" b="1" err="1">
              <a:latin typeface="Aptos"/>
            </a:rPr>
            <a:t>mkdir</a:t>
          </a:r>
          <a:r>
            <a:rPr lang="en-US" sz="2000" b="1">
              <a:latin typeface="Aptos"/>
            </a:rPr>
            <a:t> WSSH"</a:t>
          </a:r>
        </a:p>
      </dgm:t>
    </dgm:pt>
    <dgm:pt modelId="{75FACB23-8F0A-4B70-8126-8E1228155DC4}" type="parTrans" cxnId="{6113A40E-16B3-4405-B7A0-556E6B3EDAF6}">
      <dgm:prSet/>
      <dgm:spPr/>
      <dgm:t>
        <a:bodyPr/>
        <a:lstStyle/>
        <a:p>
          <a:endParaRPr lang="en-US"/>
        </a:p>
      </dgm:t>
    </dgm:pt>
    <dgm:pt modelId="{F1382523-91A4-4E9F-91DF-B047CDA0999A}" type="sibTrans" cxnId="{6113A40E-16B3-4405-B7A0-556E6B3EDAF6}">
      <dgm:prSet/>
      <dgm:spPr/>
      <dgm:t>
        <a:bodyPr/>
        <a:lstStyle/>
        <a:p>
          <a:endParaRPr lang="en-US"/>
        </a:p>
      </dgm:t>
    </dgm:pt>
    <dgm:pt modelId="{3B93DC17-4340-41D3-8F96-53DE8DBB0DAC}">
      <dgm:prSet phldrT="[Text]" phldr="0"/>
      <dgm:spPr/>
      <dgm:t>
        <a:bodyPr/>
        <a:lstStyle/>
        <a:p>
          <a:pPr algn="l">
            <a:lnSpc>
              <a:spcPct val="90000"/>
            </a:lnSpc>
          </a:pPr>
          <a:r>
            <a:rPr lang="en-US" sz="2000" b="1">
              <a:latin typeface="Aptos"/>
            </a:rPr>
            <a:t>Open terminal</a:t>
          </a:r>
        </a:p>
      </dgm:t>
    </dgm:pt>
    <dgm:pt modelId="{3CCC14C5-EDC9-42F9-ADB6-16D503675062}" type="parTrans" cxnId="{124277D8-D876-4B28-905C-48FBDF70C0FB}">
      <dgm:prSet/>
      <dgm:spPr/>
    </dgm:pt>
    <dgm:pt modelId="{A8D761CB-37CD-48B6-8994-882465C74B24}" type="sibTrans" cxnId="{124277D8-D876-4B28-905C-48FBDF70C0FB}">
      <dgm:prSet/>
      <dgm:spPr/>
    </dgm:pt>
    <dgm:pt modelId="{FFCC74AE-C707-4624-970D-1EBD92F18C2C}">
      <dgm:prSet phldrT="[Text]" phldr="0"/>
      <dgm:spPr/>
      <dgm:t>
        <a:bodyPr/>
        <a:lstStyle/>
        <a:p>
          <a:pPr algn="l">
            <a:lnSpc>
              <a:spcPct val="90000"/>
            </a:lnSpc>
          </a:pPr>
          <a:r>
            <a:rPr lang="en-US" sz="2000" b="1">
              <a:latin typeface="Aptos"/>
            </a:rPr>
            <a:t>"cd WSSH"</a:t>
          </a:r>
        </a:p>
      </dgm:t>
    </dgm:pt>
    <dgm:pt modelId="{08DA5AD8-F368-423A-B662-E9B37F7EEE72}" type="parTrans" cxnId="{A712A751-F2A9-4A00-812D-F81566B655B7}">
      <dgm:prSet/>
      <dgm:spPr/>
    </dgm:pt>
    <dgm:pt modelId="{754AEF5C-ACED-422B-B25A-3602FD76D413}" type="sibTrans" cxnId="{A712A751-F2A9-4A00-812D-F81566B655B7}">
      <dgm:prSet/>
      <dgm:spPr/>
    </dgm:pt>
    <dgm:pt modelId="{555D559E-1C07-4EA6-8464-C57C19B503F2}">
      <dgm:prSet phldrT="[Text]" phldr="0"/>
      <dgm:spPr/>
      <dgm:t>
        <a:bodyPr/>
        <a:lstStyle/>
        <a:p>
          <a:pPr algn="l">
            <a:lnSpc>
              <a:spcPct val="90000"/>
            </a:lnSpc>
          </a:pPr>
          <a:r>
            <a:rPr lang="en-US" sz="2000" b="1" err="1">
              <a:latin typeface="Aptos"/>
            </a:rPr>
            <a:t>linux</a:t>
          </a:r>
          <a:r>
            <a:rPr lang="en-US" sz="2000" b="1">
              <a:latin typeface="Aptos"/>
            </a:rPr>
            <a:t>: </a:t>
          </a:r>
          <a:r>
            <a:rPr lang="en-US" sz="2000" b="1" err="1">
              <a:latin typeface="Aptos"/>
            </a:rPr>
            <a:t>sudo</a:t>
          </a:r>
          <a:r>
            <a:rPr lang="en-US" sz="2000" b="1">
              <a:latin typeface="Aptos"/>
            </a:rPr>
            <a:t> apt install python3-pippython3-venv</a:t>
          </a:r>
        </a:p>
      </dgm:t>
    </dgm:pt>
    <dgm:pt modelId="{82AA80C8-C8CF-4CA3-AF7B-474CA9601488}" type="parTrans" cxnId="{EF2E934B-B205-4888-8D92-ADA86A7DCFA4}">
      <dgm:prSet/>
      <dgm:spPr/>
    </dgm:pt>
    <dgm:pt modelId="{48BC2E22-3AAE-494B-8125-8FC79AD6A24D}" type="sibTrans" cxnId="{EF2E934B-B205-4888-8D92-ADA86A7DCFA4}">
      <dgm:prSet/>
      <dgm:spPr/>
    </dgm:pt>
    <dgm:pt modelId="{E928D25A-3EEB-4681-931D-03A78B1129D3}">
      <dgm:prSet phldrT="[Text]" phldr="0"/>
      <dgm:spPr/>
      <dgm:t>
        <a:bodyPr/>
        <a:lstStyle/>
        <a:p>
          <a:pPr algn="l" rtl="0">
            <a:lnSpc>
              <a:spcPct val="90000"/>
            </a:lnSpc>
          </a:pPr>
          <a:r>
            <a:rPr lang="en-US" sz="2000" b="1">
              <a:latin typeface="Aptos"/>
            </a:rPr>
            <a:t>Windows: go to the online </a:t>
          </a:r>
          <a:r>
            <a:rPr lang="en-US" sz="2000" b="1" err="1">
              <a:latin typeface="Aptos"/>
            </a:rPr>
            <a:t>puythonstore</a:t>
          </a:r>
          <a:r>
            <a:rPr lang="en-US" sz="2000" b="1">
              <a:latin typeface="Aptos"/>
            </a:rPr>
            <a:t>&gt;downloads&gt;windows&gt;</a:t>
          </a:r>
          <a:r>
            <a:rPr lang="en-US" sz="2000" b="1" err="1">
              <a:latin typeface="Aptos"/>
            </a:rPr>
            <a:t>installmanager</a:t>
          </a:r>
        </a:p>
      </dgm:t>
    </dgm:pt>
    <dgm:pt modelId="{2231BA6E-B89B-4D24-A531-F677D26E7B2B}" type="parTrans" cxnId="{8BD96B13-1748-4F78-A017-8E466B70744C}">
      <dgm:prSet/>
      <dgm:spPr/>
    </dgm:pt>
    <dgm:pt modelId="{485D8853-945B-4846-A13E-8642E391EBC8}" type="sibTrans" cxnId="{8BD96B13-1748-4F78-A017-8E466B70744C}">
      <dgm:prSet/>
      <dgm:spPr/>
    </dgm:pt>
    <dgm:pt modelId="{ABBF8282-DA57-494F-B362-5DBF7A130F86}">
      <dgm:prSet phldrT="[Text]" phldr="0"/>
      <dgm:spPr/>
      <dgm:t>
        <a:bodyPr/>
        <a:lstStyle/>
        <a:p>
          <a:pPr algn="l">
            <a:lnSpc>
              <a:spcPct val="90000"/>
            </a:lnSpc>
          </a:pPr>
          <a:r>
            <a:rPr lang="en-US" sz="2000" b="1">
              <a:latin typeface="Aptos"/>
            </a:rPr>
            <a:t> Install python: </a:t>
          </a:r>
        </a:p>
      </dgm:t>
    </dgm:pt>
    <dgm:pt modelId="{23754B19-41EE-41C0-B434-F1BA6AE6073A}" type="parTrans" cxnId="{6AD60416-5F38-4B51-ABFB-278BBBD3DAD7}">
      <dgm:prSet/>
      <dgm:spPr/>
    </dgm:pt>
    <dgm:pt modelId="{FD239908-7E3A-45BA-9E6B-3414028757D9}" type="sibTrans" cxnId="{6AD60416-5F38-4B51-ABFB-278BBBD3DAD7}">
      <dgm:prSet/>
      <dgm:spPr/>
    </dgm:pt>
    <dgm:pt modelId="{F7101ABC-886C-4321-9810-1DF732582E4E}">
      <dgm:prSet phldrT="[Text]" phldr="0"/>
      <dgm:spPr/>
      <dgm:t>
        <a:bodyPr/>
        <a:lstStyle/>
        <a:p>
          <a:pPr algn="l">
            <a:lnSpc>
              <a:spcPct val="90000"/>
            </a:lnSpc>
          </a:pPr>
          <a:r>
            <a:rPr lang="en-US" sz="2000" b="1">
              <a:latin typeface="Aptos"/>
            </a:rPr>
            <a:t>mac: brew install python </a:t>
          </a:r>
        </a:p>
      </dgm:t>
    </dgm:pt>
    <dgm:pt modelId="{6C92D8E5-8503-4B4B-83AB-38576B6CC92C}" type="parTrans" cxnId="{6F337D8F-8E4B-4155-82F9-6024F063FE4C}">
      <dgm:prSet/>
      <dgm:spPr/>
    </dgm:pt>
    <dgm:pt modelId="{E0E28771-7D83-4461-AFD9-2AE07C436E31}" type="sibTrans" cxnId="{6F337D8F-8E4B-4155-82F9-6024F063FE4C}">
      <dgm:prSet/>
      <dgm:spPr/>
    </dgm:pt>
    <dgm:pt modelId="{E34CD774-1292-4DED-AB5E-D20DF26B58F4}" type="pres">
      <dgm:prSet presAssocID="{C2BD830C-C079-4FE5-BCF2-B49E51DD5F41}" presName="Name0" presStyleCnt="0">
        <dgm:presLayoutVars>
          <dgm:dir/>
          <dgm:animLvl val="lvl"/>
          <dgm:resizeHandles val="exact"/>
        </dgm:presLayoutVars>
      </dgm:prSet>
      <dgm:spPr/>
    </dgm:pt>
    <dgm:pt modelId="{17CBF867-FBF0-4608-821A-36AC17F17545}" type="pres">
      <dgm:prSet presAssocID="{ABBF8282-DA57-494F-B362-5DBF7A130F86}" presName="boxAndChildren" presStyleCnt="0"/>
      <dgm:spPr/>
    </dgm:pt>
    <dgm:pt modelId="{D55AADB3-E926-4B88-BA51-7DEF006E756B}" type="pres">
      <dgm:prSet presAssocID="{ABBF8282-DA57-494F-B362-5DBF7A130F86}" presName="parentTextBox" presStyleLbl="node1" presStyleIdx="0" presStyleCnt="6"/>
      <dgm:spPr/>
    </dgm:pt>
    <dgm:pt modelId="{B1CAA002-3717-4456-8BB6-2D5C2D786875}" type="pres">
      <dgm:prSet presAssocID="{ABBF8282-DA57-494F-B362-5DBF7A130F86}" presName="entireBox" presStyleLbl="node1" presStyleIdx="0" presStyleCnt="6"/>
      <dgm:spPr/>
    </dgm:pt>
    <dgm:pt modelId="{75E86908-58E0-4A89-83D6-EE1C77AF59F0}" type="pres">
      <dgm:prSet presAssocID="{ABBF8282-DA57-494F-B362-5DBF7A130F86}" presName="descendantBox" presStyleCnt="0"/>
      <dgm:spPr/>
    </dgm:pt>
    <dgm:pt modelId="{913405C9-AE20-4662-870D-7729E378BCBB}" type="pres">
      <dgm:prSet presAssocID="{F7101ABC-886C-4321-9810-1DF732582E4E}" presName="childTextBox" presStyleLbl="fgAccFollowNode1" presStyleIdx="0" presStyleCnt="4">
        <dgm:presLayoutVars>
          <dgm:bulletEnabled val="1"/>
        </dgm:presLayoutVars>
      </dgm:prSet>
      <dgm:spPr/>
    </dgm:pt>
    <dgm:pt modelId="{69CEFD5F-D4A9-4976-82BF-A9E615DFEF11}" type="pres">
      <dgm:prSet presAssocID="{555D559E-1C07-4EA6-8464-C57C19B503F2}" presName="childTextBox" presStyleLbl="fgAccFollowNode1" presStyleIdx="1" presStyleCnt="4">
        <dgm:presLayoutVars>
          <dgm:bulletEnabled val="1"/>
        </dgm:presLayoutVars>
      </dgm:prSet>
      <dgm:spPr/>
    </dgm:pt>
    <dgm:pt modelId="{1BC88DFC-5DC8-47A1-84B7-60DC0C22C5A9}" type="pres">
      <dgm:prSet presAssocID="{E928D25A-3EEB-4681-931D-03A78B1129D3}" presName="childTextBox" presStyleLbl="fgAccFollowNode1" presStyleIdx="2" presStyleCnt="4">
        <dgm:presLayoutVars>
          <dgm:bulletEnabled val="1"/>
        </dgm:presLayoutVars>
      </dgm:prSet>
      <dgm:spPr/>
    </dgm:pt>
    <dgm:pt modelId="{66D6DF40-E625-4AFD-9AD3-00A11E1BC684}" type="pres">
      <dgm:prSet presAssocID="{754AEF5C-ACED-422B-B25A-3602FD76D413}" presName="sp" presStyleCnt="0"/>
      <dgm:spPr/>
    </dgm:pt>
    <dgm:pt modelId="{3FDFC1AB-C567-4CDC-8D00-78C3FF4E06B5}" type="pres">
      <dgm:prSet presAssocID="{FFCC74AE-C707-4624-970D-1EBD92F18C2C}" presName="arrowAndChildren" presStyleCnt="0"/>
      <dgm:spPr/>
    </dgm:pt>
    <dgm:pt modelId="{12A43A6F-74C4-4BB7-88F3-048DD5C86434}" type="pres">
      <dgm:prSet presAssocID="{FFCC74AE-C707-4624-970D-1EBD92F18C2C}" presName="parentTextArrow" presStyleLbl="node1" presStyleIdx="1" presStyleCnt="6"/>
      <dgm:spPr/>
    </dgm:pt>
    <dgm:pt modelId="{557E1431-9366-48C7-8B82-8E9ACDDD17BB}" type="pres">
      <dgm:prSet presAssocID="{F1382523-91A4-4E9F-91DF-B047CDA0999A}" presName="sp" presStyleCnt="0"/>
      <dgm:spPr/>
    </dgm:pt>
    <dgm:pt modelId="{C0D10D96-B72B-47B0-8A57-5945C04D5ABC}" type="pres">
      <dgm:prSet presAssocID="{5582C5ED-4985-4236-9E58-21496B21E9AD}" presName="arrowAndChildren" presStyleCnt="0"/>
      <dgm:spPr/>
    </dgm:pt>
    <dgm:pt modelId="{C4842581-6FD5-4F99-A59E-83DF388A172C}" type="pres">
      <dgm:prSet presAssocID="{5582C5ED-4985-4236-9E58-21496B21E9AD}" presName="parentTextArrow" presStyleLbl="node1" presStyleIdx="2" presStyleCnt="6"/>
      <dgm:spPr/>
    </dgm:pt>
    <dgm:pt modelId="{499F6B9F-4270-453B-BFF7-F3B68C161431}" type="pres">
      <dgm:prSet presAssocID="{63FD0782-A14C-4F34-9399-0CC801626659}" presName="sp" presStyleCnt="0"/>
      <dgm:spPr/>
    </dgm:pt>
    <dgm:pt modelId="{DC9FD71C-24A5-4B2D-AF17-7189666C17EA}" type="pres">
      <dgm:prSet presAssocID="{45AC8B6B-3546-489E-8B2B-E353E2E57DF2}" presName="arrowAndChildren" presStyleCnt="0"/>
      <dgm:spPr/>
    </dgm:pt>
    <dgm:pt modelId="{5A69DF12-3887-44CC-AE0F-80B4CA56A355}" type="pres">
      <dgm:prSet presAssocID="{45AC8B6B-3546-489E-8B2B-E353E2E57DF2}" presName="parentTextArrow" presStyleLbl="node1" presStyleIdx="3" presStyleCnt="6"/>
      <dgm:spPr/>
    </dgm:pt>
    <dgm:pt modelId="{11396207-8057-41B1-9F30-4808874D57C5}" type="pres">
      <dgm:prSet presAssocID="{7E6EA040-5D62-4E56-B23A-ACD5D029C0E8}" presName="sp" presStyleCnt="0"/>
      <dgm:spPr/>
    </dgm:pt>
    <dgm:pt modelId="{587A0335-59AE-45EC-813E-0EC0D531062E}" type="pres">
      <dgm:prSet presAssocID="{4C806815-686C-44A3-BB2E-DF77A80E9702}" presName="arrowAndChildren" presStyleCnt="0"/>
      <dgm:spPr/>
    </dgm:pt>
    <dgm:pt modelId="{1C3A296A-D5AA-4C58-AD91-62526A77406A}" type="pres">
      <dgm:prSet presAssocID="{4C806815-686C-44A3-BB2E-DF77A80E9702}" presName="parentTextArrow" presStyleLbl="node1" presStyleIdx="3" presStyleCnt="6"/>
      <dgm:spPr/>
    </dgm:pt>
    <dgm:pt modelId="{40D6D08F-AE84-4FCB-8CCB-4FABE33198B4}" type="pres">
      <dgm:prSet presAssocID="{4C806815-686C-44A3-BB2E-DF77A80E9702}" presName="arrow" presStyleLbl="node1" presStyleIdx="4" presStyleCnt="6"/>
      <dgm:spPr/>
    </dgm:pt>
    <dgm:pt modelId="{92956787-7DE0-4F77-9083-945DA2B61435}" type="pres">
      <dgm:prSet presAssocID="{4C806815-686C-44A3-BB2E-DF77A80E9702}" presName="descendantArrow" presStyleCnt="0"/>
      <dgm:spPr/>
    </dgm:pt>
    <dgm:pt modelId="{992AF488-0B14-4BC5-ACA3-BAFC4608476A}" type="pres">
      <dgm:prSet presAssocID="{EB729D0D-CB7B-4913-BDCA-4500C24ADC02}" presName="childTextArrow" presStyleLbl="fgAccFollowNode1" presStyleIdx="3" presStyleCnt="4">
        <dgm:presLayoutVars>
          <dgm:bulletEnabled val="1"/>
        </dgm:presLayoutVars>
      </dgm:prSet>
      <dgm:spPr/>
    </dgm:pt>
    <dgm:pt modelId="{E30BA3D0-C388-41BA-90F4-7D481FF2B616}" type="pres">
      <dgm:prSet presAssocID="{A8D761CB-37CD-48B6-8994-882465C74B24}" presName="sp" presStyleCnt="0"/>
      <dgm:spPr/>
    </dgm:pt>
    <dgm:pt modelId="{EB869578-5A28-4E9B-99BB-AD1950604615}" type="pres">
      <dgm:prSet presAssocID="{3B93DC17-4340-41D3-8F96-53DE8DBB0DAC}" presName="arrowAndChildren" presStyleCnt="0"/>
      <dgm:spPr/>
    </dgm:pt>
    <dgm:pt modelId="{621C24C3-DD4E-4359-87FE-A9A7E0A504E7}" type="pres">
      <dgm:prSet presAssocID="{3B93DC17-4340-41D3-8F96-53DE8DBB0DAC}" presName="parentTextArrow" presStyleLbl="node1" presStyleIdx="5" presStyleCnt="6"/>
      <dgm:spPr/>
    </dgm:pt>
  </dgm:ptLst>
  <dgm:cxnLst>
    <dgm:cxn modelId="{6113A40E-16B3-4405-B7A0-556E6B3EDAF6}" srcId="{C2BD830C-C079-4FE5-BCF2-B49E51DD5F41}" destId="{5582C5ED-4985-4236-9E58-21496B21E9AD}" srcOrd="3" destOrd="0" parTransId="{75FACB23-8F0A-4B70-8126-8E1228155DC4}" sibTransId="{F1382523-91A4-4E9F-91DF-B047CDA0999A}"/>
    <dgm:cxn modelId="{E5392712-9A95-4A0D-A9CF-5F1850DBC051}" type="presOf" srcId="{EB729D0D-CB7B-4913-BDCA-4500C24ADC02}" destId="{992AF488-0B14-4BC5-ACA3-BAFC4608476A}" srcOrd="0" destOrd="0" presId="urn:microsoft.com/office/officeart/2005/8/layout/process4"/>
    <dgm:cxn modelId="{8BD96B13-1748-4F78-A017-8E466B70744C}" srcId="{ABBF8282-DA57-494F-B362-5DBF7A130F86}" destId="{E928D25A-3EEB-4681-931D-03A78B1129D3}" srcOrd="2" destOrd="0" parTransId="{2231BA6E-B89B-4D24-A531-F677D26E7B2B}" sibTransId="{485D8853-945B-4846-A13E-8642E391EBC8}"/>
    <dgm:cxn modelId="{6AD60416-5F38-4B51-ABFB-278BBBD3DAD7}" srcId="{C2BD830C-C079-4FE5-BCF2-B49E51DD5F41}" destId="{ABBF8282-DA57-494F-B362-5DBF7A130F86}" srcOrd="5" destOrd="0" parTransId="{23754B19-41EE-41C0-B434-F1BA6AE6073A}" sibTransId="{FD239908-7E3A-45BA-9E6B-3414028757D9}"/>
    <dgm:cxn modelId="{1740F017-19B3-47A0-856F-D40E4DF209FB}" srcId="{C2BD830C-C079-4FE5-BCF2-B49E51DD5F41}" destId="{45AC8B6B-3546-489E-8B2B-E353E2E57DF2}" srcOrd="2" destOrd="0" parTransId="{47E9A55B-3294-41A9-A040-92A133AC2AD8}" sibTransId="{63FD0782-A14C-4F34-9399-0CC801626659}"/>
    <dgm:cxn modelId="{A8231023-99B4-48CF-9C7E-29CD4CAA87CE}" srcId="{C2BD830C-C079-4FE5-BCF2-B49E51DD5F41}" destId="{4C806815-686C-44A3-BB2E-DF77A80E9702}" srcOrd="1" destOrd="0" parTransId="{0B3B0795-1117-438A-A0B7-6BBFC28D4B24}" sibTransId="{7E6EA040-5D62-4E56-B23A-ACD5D029C0E8}"/>
    <dgm:cxn modelId="{A3326A30-4939-4508-A0D0-867C1BC3D39C}" type="presOf" srcId="{4C806815-686C-44A3-BB2E-DF77A80E9702}" destId="{1C3A296A-D5AA-4C58-AD91-62526A77406A}" srcOrd="0" destOrd="0" presId="urn:microsoft.com/office/officeart/2005/8/layout/process4"/>
    <dgm:cxn modelId="{A0B79C33-D51F-4774-8E5E-639550F65327}" type="presOf" srcId="{E928D25A-3EEB-4681-931D-03A78B1129D3}" destId="{1BC88DFC-5DC8-47A1-84B7-60DC0C22C5A9}" srcOrd="0" destOrd="0" presId="urn:microsoft.com/office/officeart/2005/8/layout/process4"/>
    <dgm:cxn modelId="{EFEA0969-896D-4C9E-AA89-C4C0488CF819}" type="presOf" srcId="{F7101ABC-886C-4321-9810-1DF732582E4E}" destId="{913405C9-AE20-4662-870D-7729E378BCBB}" srcOrd="0" destOrd="0" presId="urn:microsoft.com/office/officeart/2005/8/layout/process4"/>
    <dgm:cxn modelId="{EF2E934B-B205-4888-8D92-ADA86A7DCFA4}" srcId="{ABBF8282-DA57-494F-B362-5DBF7A130F86}" destId="{555D559E-1C07-4EA6-8464-C57C19B503F2}" srcOrd="1" destOrd="0" parTransId="{82AA80C8-C8CF-4CA3-AF7B-474CA9601488}" sibTransId="{48BC2E22-3AAE-494B-8125-8FC79AD6A24D}"/>
    <dgm:cxn modelId="{A712A751-F2A9-4A00-812D-F81566B655B7}" srcId="{C2BD830C-C079-4FE5-BCF2-B49E51DD5F41}" destId="{FFCC74AE-C707-4624-970D-1EBD92F18C2C}" srcOrd="4" destOrd="0" parTransId="{08DA5AD8-F368-423A-B662-E9B37F7EEE72}" sibTransId="{754AEF5C-ACED-422B-B25A-3602FD76D413}"/>
    <dgm:cxn modelId="{728DF783-5EC7-4926-A016-04D75E0FC1FF}" type="presOf" srcId="{5582C5ED-4985-4236-9E58-21496B21E9AD}" destId="{C4842581-6FD5-4F99-A59E-83DF388A172C}" srcOrd="0" destOrd="0" presId="urn:microsoft.com/office/officeart/2005/8/layout/process4"/>
    <dgm:cxn modelId="{6F337D8F-8E4B-4155-82F9-6024F063FE4C}" srcId="{ABBF8282-DA57-494F-B362-5DBF7A130F86}" destId="{F7101ABC-886C-4321-9810-1DF732582E4E}" srcOrd="0" destOrd="0" parTransId="{6C92D8E5-8503-4B4B-83AB-38576B6CC92C}" sibTransId="{E0E28771-7D83-4461-AFD9-2AE07C436E31}"/>
    <dgm:cxn modelId="{AF62CA91-FE07-4124-BEB0-41629567E90D}" type="presOf" srcId="{45AC8B6B-3546-489E-8B2B-E353E2E57DF2}" destId="{5A69DF12-3887-44CC-AE0F-80B4CA56A355}" srcOrd="0" destOrd="0" presId="urn:microsoft.com/office/officeart/2005/8/layout/process4"/>
    <dgm:cxn modelId="{CFE2B696-16BE-4B13-BFDB-A1185777F7B6}" type="presOf" srcId="{ABBF8282-DA57-494F-B362-5DBF7A130F86}" destId="{B1CAA002-3717-4456-8BB6-2D5C2D786875}" srcOrd="1" destOrd="0" presId="urn:microsoft.com/office/officeart/2005/8/layout/process4"/>
    <dgm:cxn modelId="{CE0782A5-7340-4969-98C7-57FE24195A3F}" type="presOf" srcId="{555D559E-1C07-4EA6-8464-C57C19B503F2}" destId="{69CEFD5F-D4A9-4976-82BF-A9E615DFEF11}" srcOrd="0" destOrd="0" presId="urn:microsoft.com/office/officeart/2005/8/layout/process4"/>
    <dgm:cxn modelId="{60604AB1-72DA-4BEF-A6EB-2C0BC1362424}" srcId="{4C806815-686C-44A3-BB2E-DF77A80E9702}" destId="{EB729D0D-CB7B-4913-BDCA-4500C24ADC02}" srcOrd="0" destOrd="0" parTransId="{0A856C96-22D7-480F-882C-E2EF37E6BCED}" sibTransId="{BE20158E-5913-4A1D-BC27-6FAFB9A5F9EA}"/>
    <dgm:cxn modelId="{D6F7BEB6-4568-459C-B9D0-374E34AA2C96}" type="presOf" srcId="{FFCC74AE-C707-4624-970D-1EBD92F18C2C}" destId="{12A43A6F-74C4-4BB7-88F3-048DD5C86434}" srcOrd="0" destOrd="0" presId="urn:microsoft.com/office/officeart/2005/8/layout/process4"/>
    <dgm:cxn modelId="{0C389ABA-9E8F-4F1A-826C-76EABB32CE2F}" type="presOf" srcId="{C2BD830C-C079-4FE5-BCF2-B49E51DD5F41}" destId="{E34CD774-1292-4DED-AB5E-D20DF26B58F4}" srcOrd="0" destOrd="0" presId="urn:microsoft.com/office/officeart/2005/8/layout/process4"/>
    <dgm:cxn modelId="{654DE8D6-845C-4C56-846A-1E7918DBBD55}" type="presOf" srcId="{4C806815-686C-44A3-BB2E-DF77A80E9702}" destId="{40D6D08F-AE84-4FCB-8CCB-4FABE33198B4}" srcOrd="1" destOrd="0" presId="urn:microsoft.com/office/officeart/2005/8/layout/process4"/>
    <dgm:cxn modelId="{124277D8-D876-4B28-905C-48FBDF70C0FB}" srcId="{C2BD830C-C079-4FE5-BCF2-B49E51DD5F41}" destId="{3B93DC17-4340-41D3-8F96-53DE8DBB0DAC}" srcOrd="0" destOrd="0" parTransId="{3CCC14C5-EDC9-42F9-ADB6-16D503675062}" sibTransId="{A8D761CB-37CD-48B6-8994-882465C74B24}"/>
    <dgm:cxn modelId="{62BF73ED-86C9-4F06-AAD4-847B86B37C1B}" type="presOf" srcId="{3B93DC17-4340-41D3-8F96-53DE8DBB0DAC}" destId="{621C24C3-DD4E-4359-87FE-A9A7E0A504E7}" srcOrd="0" destOrd="0" presId="urn:microsoft.com/office/officeart/2005/8/layout/process4"/>
    <dgm:cxn modelId="{20FAA9F7-4D3C-4F9C-9D24-144F00BA0A4A}" type="presOf" srcId="{ABBF8282-DA57-494F-B362-5DBF7A130F86}" destId="{D55AADB3-E926-4B88-BA51-7DEF006E756B}" srcOrd="0" destOrd="0" presId="urn:microsoft.com/office/officeart/2005/8/layout/process4"/>
    <dgm:cxn modelId="{00EF8264-BF26-411B-BB7B-8B09D30D4065}" type="presParOf" srcId="{E34CD774-1292-4DED-AB5E-D20DF26B58F4}" destId="{17CBF867-FBF0-4608-821A-36AC17F17545}" srcOrd="0" destOrd="0" presId="urn:microsoft.com/office/officeart/2005/8/layout/process4"/>
    <dgm:cxn modelId="{58105859-F314-4A80-881C-061224B11DC6}" type="presParOf" srcId="{17CBF867-FBF0-4608-821A-36AC17F17545}" destId="{D55AADB3-E926-4B88-BA51-7DEF006E756B}" srcOrd="0" destOrd="0" presId="urn:microsoft.com/office/officeart/2005/8/layout/process4"/>
    <dgm:cxn modelId="{541A8923-43CD-4904-9203-00FB7AE00232}" type="presParOf" srcId="{17CBF867-FBF0-4608-821A-36AC17F17545}" destId="{B1CAA002-3717-4456-8BB6-2D5C2D786875}" srcOrd="1" destOrd="0" presId="urn:microsoft.com/office/officeart/2005/8/layout/process4"/>
    <dgm:cxn modelId="{CBAA7FB4-8DF0-4A2F-9EC2-7CBEDFA22088}" type="presParOf" srcId="{17CBF867-FBF0-4608-821A-36AC17F17545}" destId="{75E86908-58E0-4A89-83D6-EE1C77AF59F0}" srcOrd="2" destOrd="0" presId="urn:microsoft.com/office/officeart/2005/8/layout/process4"/>
    <dgm:cxn modelId="{9E9E0FB2-ADA1-4C73-8E52-D506BD98BB58}" type="presParOf" srcId="{75E86908-58E0-4A89-83D6-EE1C77AF59F0}" destId="{913405C9-AE20-4662-870D-7729E378BCBB}" srcOrd="0" destOrd="0" presId="urn:microsoft.com/office/officeart/2005/8/layout/process4"/>
    <dgm:cxn modelId="{6466B637-1197-416B-A2EC-26FDAFDBF9E4}" type="presParOf" srcId="{75E86908-58E0-4A89-83D6-EE1C77AF59F0}" destId="{69CEFD5F-D4A9-4976-82BF-A9E615DFEF11}" srcOrd="1" destOrd="0" presId="urn:microsoft.com/office/officeart/2005/8/layout/process4"/>
    <dgm:cxn modelId="{F1507C81-62D0-4969-9329-8BC36702478E}" type="presParOf" srcId="{75E86908-58E0-4A89-83D6-EE1C77AF59F0}" destId="{1BC88DFC-5DC8-47A1-84B7-60DC0C22C5A9}" srcOrd="2" destOrd="0" presId="urn:microsoft.com/office/officeart/2005/8/layout/process4"/>
    <dgm:cxn modelId="{364623DD-C1A6-4F4C-8A93-E92C1F75FAF4}" type="presParOf" srcId="{E34CD774-1292-4DED-AB5E-D20DF26B58F4}" destId="{66D6DF40-E625-4AFD-9AD3-00A11E1BC684}" srcOrd="1" destOrd="0" presId="urn:microsoft.com/office/officeart/2005/8/layout/process4"/>
    <dgm:cxn modelId="{81FE6C63-21BC-42DA-A944-071A2ECD8BA9}" type="presParOf" srcId="{E34CD774-1292-4DED-AB5E-D20DF26B58F4}" destId="{3FDFC1AB-C567-4CDC-8D00-78C3FF4E06B5}" srcOrd="2" destOrd="0" presId="urn:microsoft.com/office/officeart/2005/8/layout/process4"/>
    <dgm:cxn modelId="{137CC453-2230-4FC3-94E3-5402C3802499}" type="presParOf" srcId="{3FDFC1AB-C567-4CDC-8D00-78C3FF4E06B5}" destId="{12A43A6F-74C4-4BB7-88F3-048DD5C86434}" srcOrd="0" destOrd="0" presId="urn:microsoft.com/office/officeart/2005/8/layout/process4"/>
    <dgm:cxn modelId="{182D7855-325B-48A9-997B-8EFFCA642274}" type="presParOf" srcId="{E34CD774-1292-4DED-AB5E-D20DF26B58F4}" destId="{557E1431-9366-48C7-8B82-8E9ACDDD17BB}" srcOrd="3" destOrd="0" presId="urn:microsoft.com/office/officeart/2005/8/layout/process4"/>
    <dgm:cxn modelId="{0B3A56C6-0C3A-4A23-9CD9-BA55C422FE90}" type="presParOf" srcId="{E34CD774-1292-4DED-AB5E-D20DF26B58F4}" destId="{C0D10D96-B72B-47B0-8A57-5945C04D5ABC}" srcOrd="4" destOrd="0" presId="urn:microsoft.com/office/officeart/2005/8/layout/process4"/>
    <dgm:cxn modelId="{1ADA3E1C-BFCD-43AC-B351-7144AADBF1C3}" type="presParOf" srcId="{C0D10D96-B72B-47B0-8A57-5945C04D5ABC}" destId="{C4842581-6FD5-4F99-A59E-83DF388A172C}" srcOrd="0" destOrd="0" presId="urn:microsoft.com/office/officeart/2005/8/layout/process4"/>
    <dgm:cxn modelId="{D6A4A500-5BFA-4277-BECA-B562744C4E48}" type="presParOf" srcId="{E34CD774-1292-4DED-AB5E-D20DF26B58F4}" destId="{499F6B9F-4270-453B-BFF7-F3B68C161431}" srcOrd="5" destOrd="0" presId="urn:microsoft.com/office/officeart/2005/8/layout/process4"/>
    <dgm:cxn modelId="{E80C4EE2-1A31-4841-81E7-5660A8F99953}" type="presParOf" srcId="{E34CD774-1292-4DED-AB5E-D20DF26B58F4}" destId="{DC9FD71C-24A5-4B2D-AF17-7189666C17EA}" srcOrd="6" destOrd="0" presId="urn:microsoft.com/office/officeart/2005/8/layout/process4"/>
    <dgm:cxn modelId="{CE4ED069-C427-4974-BD50-44D2D22FC3DD}" type="presParOf" srcId="{DC9FD71C-24A5-4B2D-AF17-7189666C17EA}" destId="{5A69DF12-3887-44CC-AE0F-80B4CA56A355}" srcOrd="0" destOrd="0" presId="urn:microsoft.com/office/officeart/2005/8/layout/process4"/>
    <dgm:cxn modelId="{AD2A6932-7978-4260-85D7-689A9BACCB5B}" type="presParOf" srcId="{E34CD774-1292-4DED-AB5E-D20DF26B58F4}" destId="{11396207-8057-41B1-9F30-4808874D57C5}" srcOrd="7" destOrd="0" presId="urn:microsoft.com/office/officeart/2005/8/layout/process4"/>
    <dgm:cxn modelId="{854FED5A-3328-4C2F-B3B2-214A5742DCEB}" type="presParOf" srcId="{E34CD774-1292-4DED-AB5E-D20DF26B58F4}" destId="{587A0335-59AE-45EC-813E-0EC0D531062E}" srcOrd="8" destOrd="0" presId="urn:microsoft.com/office/officeart/2005/8/layout/process4"/>
    <dgm:cxn modelId="{E6111546-ADB5-43F0-8ED9-0BC778F5C6D2}" type="presParOf" srcId="{587A0335-59AE-45EC-813E-0EC0D531062E}" destId="{1C3A296A-D5AA-4C58-AD91-62526A77406A}" srcOrd="0" destOrd="0" presId="urn:microsoft.com/office/officeart/2005/8/layout/process4"/>
    <dgm:cxn modelId="{BE8EAA14-3C8B-424F-8395-834EDD151B43}" type="presParOf" srcId="{587A0335-59AE-45EC-813E-0EC0D531062E}" destId="{40D6D08F-AE84-4FCB-8CCB-4FABE33198B4}" srcOrd="1" destOrd="0" presId="urn:microsoft.com/office/officeart/2005/8/layout/process4"/>
    <dgm:cxn modelId="{B1FE9B04-2359-41EC-91A4-24CC1D534626}" type="presParOf" srcId="{587A0335-59AE-45EC-813E-0EC0D531062E}" destId="{92956787-7DE0-4F77-9083-945DA2B61435}" srcOrd="2" destOrd="0" presId="urn:microsoft.com/office/officeart/2005/8/layout/process4"/>
    <dgm:cxn modelId="{86114250-B53B-4FCF-896E-8D400D07AF35}" type="presParOf" srcId="{92956787-7DE0-4F77-9083-945DA2B61435}" destId="{992AF488-0B14-4BC5-ACA3-BAFC4608476A}" srcOrd="0" destOrd="0" presId="urn:microsoft.com/office/officeart/2005/8/layout/process4"/>
    <dgm:cxn modelId="{AB32CD97-558F-4B18-9A33-561D77825DBB}" type="presParOf" srcId="{E34CD774-1292-4DED-AB5E-D20DF26B58F4}" destId="{E30BA3D0-C388-41BA-90F4-7D481FF2B616}" srcOrd="9" destOrd="0" presId="urn:microsoft.com/office/officeart/2005/8/layout/process4"/>
    <dgm:cxn modelId="{172F859C-A65F-4AA5-8A8F-C97FB6D6CD4A}" type="presParOf" srcId="{E34CD774-1292-4DED-AB5E-D20DF26B58F4}" destId="{EB869578-5A28-4E9B-99BB-AD1950604615}" srcOrd="10" destOrd="0" presId="urn:microsoft.com/office/officeart/2005/8/layout/process4"/>
    <dgm:cxn modelId="{DCC69515-96EB-4CC8-A335-5D0FCD40C503}" type="presParOf" srcId="{EB869578-5A28-4E9B-99BB-AD1950604615}" destId="{621C24C3-DD4E-4359-87FE-A9A7E0A504E7}" srcOrd="0" destOrd="0" presId="urn:microsoft.com/office/officeart/2005/8/layout/process4"/>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C2BD830C-C079-4FE5-BCF2-B49E51DD5F41}" type="doc">
      <dgm:prSet loTypeId="urn:microsoft.com/office/officeart/2005/8/layout/process4" loCatId="process" qsTypeId="urn:microsoft.com/office/officeart/2005/8/quickstyle/simple1" qsCatId="simple" csTypeId="urn:microsoft.com/office/officeart/2005/8/colors/colorful2" csCatId="colorful" phldr="1"/>
      <dgm:spPr/>
      <dgm:t>
        <a:bodyPr/>
        <a:lstStyle/>
        <a:p>
          <a:endParaRPr lang="en-US"/>
        </a:p>
      </dgm:t>
    </dgm:pt>
    <dgm:pt modelId="{4C806815-686C-44A3-BB2E-DF77A80E9702}">
      <dgm:prSet/>
      <dgm:spPr/>
      <dgm:t>
        <a:bodyPr/>
        <a:lstStyle/>
        <a:p>
          <a:pPr algn="l">
            <a:lnSpc>
              <a:spcPct val="90000"/>
            </a:lnSpc>
          </a:pPr>
          <a:r>
            <a:rPr lang="en-US" sz="2000" b="1">
              <a:latin typeface="Aptos"/>
            </a:rPr>
            <a:t>Still in the directory (folder) you made, "python3 –m </a:t>
          </a:r>
          <a:r>
            <a:rPr lang="en-US" sz="2000" b="1" err="1">
              <a:latin typeface="Aptos"/>
            </a:rPr>
            <a:t>venv</a:t>
          </a:r>
          <a:r>
            <a:rPr lang="en-US" sz="2000" b="1">
              <a:latin typeface="Aptos"/>
            </a:rPr>
            <a:t> </a:t>
          </a:r>
          <a:r>
            <a:rPr lang="en-US" sz="2000" b="1" err="1">
              <a:latin typeface="Aptos"/>
            </a:rPr>
            <a:t>venv</a:t>
          </a:r>
          <a:r>
            <a:rPr lang="en-US" sz="2000" b="1">
              <a:latin typeface="Aptos"/>
            </a:rPr>
            <a:t>"</a:t>
          </a:r>
        </a:p>
      </dgm:t>
    </dgm:pt>
    <dgm:pt modelId="{0B3B0795-1117-438A-A0B7-6BBFC28D4B24}" type="parTrans" cxnId="{A8231023-99B4-48CF-9C7E-29CD4CAA87CE}">
      <dgm:prSet/>
      <dgm:spPr/>
      <dgm:t>
        <a:bodyPr/>
        <a:lstStyle/>
        <a:p>
          <a:endParaRPr lang="en-US"/>
        </a:p>
      </dgm:t>
    </dgm:pt>
    <dgm:pt modelId="{7E6EA040-5D62-4E56-B23A-ACD5D029C0E8}" type="sibTrans" cxnId="{A8231023-99B4-48CF-9C7E-29CD4CAA87CE}">
      <dgm:prSet/>
      <dgm:spPr/>
      <dgm:t>
        <a:bodyPr/>
        <a:lstStyle/>
        <a:p>
          <a:endParaRPr lang="en-US"/>
        </a:p>
      </dgm:t>
    </dgm:pt>
    <dgm:pt modelId="{EB729D0D-CB7B-4913-BDCA-4500C24ADC02}">
      <dgm:prSet/>
      <dgm:spPr/>
      <dgm:t>
        <a:bodyPr/>
        <a:lstStyle/>
        <a:p>
          <a:pPr algn="l">
            <a:lnSpc>
              <a:spcPct val="90000"/>
            </a:lnSpc>
          </a:pPr>
          <a:r>
            <a:rPr lang="en-US" sz="2000" b="1">
              <a:latin typeface="Aptos"/>
            </a:rPr>
            <a:t>"source </a:t>
          </a:r>
          <a:r>
            <a:rPr lang="en-US" sz="2000" b="1" err="1">
              <a:latin typeface="Aptos"/>
            </a:rPr>
            <a:t>venv</a:t>
          </a:r>
          <a:r>
            <a:rPr lang="en-US" sz="2000" b="1">
              <a:latin typeface="Aptos"/>
            </a:rPr>
            <a:t>/bin/activate" </a:t>
          </a:r>
        </a:p>
      </dgm:t>
    </dgm:pt>
    <dgm:pt modelId="{0A856C96-22D7-480F-882C-E2EF37E6BCED}" type="parTrans" cxnId="{60604AB1-72DA-4BEF-A6EB-2C0BC1362424}">
      <dgm:prSet/>
      <dgm:spPr/>
      <dgm:t>
        <a:bodyPr/>
        <a:lstStyle/>
        <a:p>
          <a:endParaRPr lang="en-US"/>
        </a:p>
      </dgm:t>
    </dgm:pt>
    <dgm:pt modelId="{BE20158E-5913-4A1D-BC27-6FAFB9A5F9EA}" type="sibTrans" cxnId="{60604AB1-72DA-4BEF-A6EB-2C0BC1362424}">
      <dgm:prSet/>
      <dgm:spPr/>
      <dgm:t>
        <a:bodyPr/>
        <a:lstStyle/>
        <a:p>
          <a:endParaRPr lang="en-US"/>
        </a:p>
      </dgm:t>
    </dgm:pt>
    <dgm:pt modelId="{45AC8B6B-3546-489E-8B2B-E353E2E57DF2}">
      <dgm:prSet/>
      <dgm:spPr/>
      <dgm:t>
        <a:bodyPr/>
        <a:lstStyle/>
        <a:p>
          <a:pPr algn="l">
            <a:lnSpc>
              <a:spcPct val="90000"/>
            </a:lnSpc>
          </a:pPr>
          <a:r>
            <a:rPr lang="en-US" sz="2000" b="1">
              <a:latin typeface="Aptos"/>
            </a:rPr>
            <a:t>*every time you want to start the </a:t>
          </a:r>
          <a:r>
            <a:rPr lang="en-US" sz="2000" b="1" err="1">
              <a:latin typeface="Aptos"/>
            </a:rPr>
            <a:t>envioronment</a:t>
          </a:r>
          <a:r>
            <a:rPr lang="en-US" sz="2000" b="1">
              <a:latin typeface="Aptos"/>
            </a:rPr>
            <a:t> to run </a:t>
          </a:r>
          <a:r>
            <a:rPr lang="en-US" sz="2000" b="1" err="1">
              <a:latin typeface="Aptos"/>
            </a:rPr>
            <a:t>wssh</a:t>
          </a:r>
          <a:r>
            <a:rPr lang="en-US" sz="2000" b="1">
              <a:latin typeface="Aptos"/>
            </a:rPr>
            <a:t>, type </a:t>
          </a:r>
          <a:r>
            <a:rPr lang="en-US" sz="2000" b="1" err="1">
              <a:latin typeface="Aptos"/>
            </a:rPr>
            <a:t>thatwhile</a:t>
          </a:r>
          <a:r>
            <a:rPr lang="en-US" sz="2000" b="1">
              <a:latin typeface="Aptos"/>
            </a:rPr>
            <a:t> in the appropriate folder</a:t>
          </a:r>
        </a:p>
      </dgm:t>
    </dgm:pt>
    <dgm:pt modelId="{47E9A55B-3294-41A9-A040-92A133AC2AD8}" type="parTrans" cxnId="{1740F017-19B3-47A0-856F-D40E4DF209FB}">
      <dgm:prSet/>
      <dgm:spPr/>
      <dgm:t>
        <a:bodyPr/>
        <a:lstStyle/>
        <a:p>
          <a:endParaRPr lang="en-US"/>
        </a:p>
      </dgm:t>
    </dgm:pt>
    <dgm:pt modelId="{63FD0782-A14C-4F34-9399-0CC801626659}" type="sibTrans" cxnId="{1740F017-19B3-47A0-856F-D40E4DF209FB}">
      <dgm:prSet/>
      <dgm:spPr/>
      <dgm:t>
        <a:bodyPr/>
        <a:lstStyle/>
        <a:p>
          <a:endParaRPr lang="en-US"/>
        </a:p>
      </dgm:t>
    </dgm:pt>
    <dgm:pt modelId="{5582C5ED-4985-4236-9E58-21496B21E9AD}">
      <dgm:prSet/>
      <dgm:spPr/>
      <dgm:t>
        <a:bodyPr/>
        <a:lstStyle/>
        <a:p>
          <a:pPr algn="l">
            <a:lnSpc>
              <a:spcPct val="90000"/>
            </a:lnSpc>
          </a:pPr>
          <a:r>
            <a:rPr lang="en-US" sz="2000" b="1">
              <a:latin typeface="Aptos"/>
            </a:rPr>
            <a:t>"pip install </a:t>
          </a:r>
          <a:r>
            <a:rPr lang="en-US" sz="2000" b="1" err="1">
              <a:latin typeface="Aptos"/>
            </a:rPr>
            <a:t>webssh</a:t>
          </a:r>
          <a:r>
            <a:rPr lang="en-US" sz="2000" b="1">
              <a:latin typeface="Aptos"/>
            </a:rPr>
            <a:t>" *only needs to be done once</a:t>
          </a:r>
        </a:p>
      </dgm:t>
    </dgm:pt>
    <dgm:pt modelId="{75FACB23-8F0A-4B70-8126-8E1228155DC4}" type="parTrans" cxnId="{6113A40E-16B3-4405-B7A0-556E6B3EDAF6}">
      <dgm:prSet/>
      <dgm:spPr/>
      <dgm:t>
        <a:bodyPr/>
        <a:lstStyle/>
        <a:p>
          <a:endParaRPr lang="en-US"/>
        </a:p>
      </dgm:t>
    </dgm:pt>
    <dgm:pt modelId="{F1382523-91A4-4E9F-91DF-B047CDA0999A}" type="sibTrans" cxnId="{6113A40E-16B3-4405-B7A0-556E6B3EDAF6}">
      <dgm:prSet/>
      <dgm:spPr/>
      <dgm:t>
        <a:bodyPr/>
        <a:lstStyle/>
        <a:p>
          <a:endParaRPr lang="en-US"/>
        </a:p>
      </dgm:t>
    </dgm:pt>
    <dgm:pt modelId="{3B93DC17-4340-41D3-8F96-53DE8DBB0DAC}">
      <dgm:prSet phldrT="[Text]" phldr="0"/>
      <dgm:spPr/>
      <dgm:t>
        <a:bodyPr/>
        <a:lstStyle/>
        <a:p>
          <a:pPr algn="l" rtl="0">
            <a:lnSpc>
              <a:spcPct val="90000"/>
            </a:lnSpc>
          </a:pPr>
          <a:r>
            <a:rPr lang="en-US" sz="2000" b="1">
              <a:latin typeface="Aptos"/>
            </a:rPr>
            <a:t>Open the manager and install it. </a:t>
          </a:r>
        </a:p>
      </dgm:t>
    </dgm:pt>
    <dgm:pt modelId="{3CCC14C5-EDC9-42F9-ADB6-16D503675062}" type="parTrans" cxnId="{124277D8-D876-4B28-905C-48FBDF70C0FB}">
      <dgm:prSet/>
      <dgm:spPr/>
    </dgm:pt>
    <dgm:pt modelId="{A8D761CB-37CD-48B6-8994-882465C74B24}" type="sibTrans" cxnId="{124277D8-D876-4B28-905C-48FBDF70C0FB}">
      <dgm:prSet/>
      <dgm:spPr/>
    </dgm:pt>
    <dgm:pt modelId="{FFCC74AE-C707-4624-970D-1EBD92F18C2C}">
      <dgm:prSet phldrT="[Text]" phldr="0"/>
      <dgm:spPr/>
      <dgm:t>
        <a:bodyPr/>
        <a:lstStyle/>
        <a:p>
          <a:pPr algn="l">
            <a:lnSpc>
              <a:spcPct val="90000"/>
            </a:lnSpc>
          </a:pPr>
          <a:r>
            <a:rPr lang="en-US" sz="2000" b="1">
              <a:latin typeface="Aptos"/>
            </a:rPr>
            <a:t>"</a:t>
          </a:r>
          <a:r>
            <a:rPr lang="en-US" sz="2000" b="1" err="1">
              <a:latin typeface="Aptos"/>
            </a:rPr>
            <a:t>wssh</a:t>
          </a:r>
          <a:r>
            <a:rPr lang="en-US" sz="2000" b="1">
              <a:latin typeface="Aptos"/>
            </a:rPr>
            <a:t>"</a:t>
          </a:r>
        </a:p>
      </dgm:t>
    </dgm:pt>
    <dgm:pt modelId="{08DA5AD8-F368-423A-B662-E9B37F7EEE72}" type="parTrans" cxnId="{A712A751-F2A9-4A00-812D-F81566B655B7}">
      <dgm:prSet/>
      <dgm:spPr/>
    </dgm:pt>
    <dgm:pt modelId="{754AEF5C-ACED-422B-B25A-3602FD76D413}" type="sibTrans" cxnId="{A712A751-F2A9-4A00-812D-F81566B655B7}">
      <dgm:prSet/>
      <dgm:spPr/>
    </dgm:pt>
    <dgm:pt modelId="{555D559E-1C07-4EA6-8464-C57C19B503F2}">
      <dgm:prSet phldrT="[Text]" phldr="0"/>
      <dgm:spPr/>
      <dgm:t>
        <a:bodyPr/>
        <a:lstStyle/>
        <a:p>
          <a:pPr algn="l">
            <a:lnSpc>
              <a:spcPct val="90000"/>
            </a:lnSpc>
          </a:pPr>
          <a:r>
            <a:rPr lang="en-US" sz="2000" b="1">
              <a:latin typeface="Aptos"/>
            </a:rPr>
            <a:t>Go to your browser/google</a:t>
          </a:r>
        </a:p>
      </dgm:t>
    </dgm:pt>
    <dgm:pt modelId="{82AA80C8-C8CF-4CA3-AF7B-474CA9601488}" type="parTrans" cxnId="{EF2E934B-B205-4888-8D92-ADA86A7DCFA4}">
      <dgm:prSet/>
      <dgm:spPr/>
    </dgm:pt>
    <dgm:pt modelId="{48BC2E22-3AAE-494B-8125-8FC79AD6A24D}" type="sibTrans" cxnId="{EF2E934B-B205-4888-8D92-ADA86A7DCFA4}">
      <dgm:prSet/>
      <dgm:spPr/>
    </dgm:pt>
    <dgm:pt modelId="{E928D25A-3EEB-4681-931D-03A78B1129D3}">
      <dgm:prSet phldrT="[Text]" phldr="0"/>
      <dgm:spPr/>
      <dgm:t>
        <a:bodyPr/>
        <a:lstStyle/>
        <a:p>
          <a:pPr algn="l">
            <a:lnSpc>
              <a:spcPct val="90000"/>
            </a:lnSpc>
          </a:pPr>
          <a:r>
            <a:rPr lang="en-US" sz="2000" b="1">
              <a:latin typeface="Aptos"/>
            </a:rPr>
            <a:t>Type </a:t>
          </a:r>
          <a:r>
            <a:rPr lang="en-US" sz="2000" b="1">
              <a:latin typeface="Aptos"/>
              <a:hlinkClick xmlns:r="http://schemas.openxmlformats.org/officeDocument/2006/relationships" r:id="rId1"/>
            </a:rPr>
            <a:t>https://localhost:8888</a:t>
          </a:r>
          <a:r>
            <a:rPr lang="en-US" sz="2000" b="1">
              <a:latin typeface="Aptos"/>
            </a:rPr>
            <a:t> into the search bar</a:t>
          </a:r>
          <a:endParaRPr lang="en-US" b="1"/>
        </a:p>
      </dgm:t>
    </dgm:pt>
    <dgm:pt modelId="{2231BA6E-B89B-4D24-A531-F677D26E7B2B}" type="parTrans" cxnId="{8BD96B13-1748-4F78-A017-8E466B70744C}">
      <dgm:prSet/>
      <dgm:spPr/>
    </dgm:pt>
    <dgm:pt modelId="{485D8853-945B-4846-A13E-8642E391EBC8}" type="sibTrans" cxnId="{8BD96B13-1748-4F78-A017-8E466B70744C}">
      <dgm:prSet/>
      <dgm:spPr/>
    </dgm:pt>
    <dgm:pt modelId="{E34CD774-1292-4DED-AB5E-D20DF26B58F4}" type="pres">
      <dgm:prSet presAssocID="{C2BD830C-C079-4FE5-BCF2-B49E51DD5F41}" presName="Name0" presStyleCnt="0">
        <dgm:presLayoutVars>
          <dgm:dir/>
          <dgm:animLvl val="lvl"/>
          <dgm:resizeHandles val="exact"/>
        </dgm:presLayoutVars>
      </dgm:prSet>
      <dgm:spPr/>
    </dgm:pt>
    <dgm:pt modelId="{383522F8-F134-4E70-B209-325449DC8FBC}" type="pres">
      <dgm:prSet presAssocID="{E928D25A-3EEB-4681-931D-03A78B1129D3}" presName="boxAndChildren" presStyleCnt="0"/>
      <dgm:spPr/>
    </dgm:pt>
    <dgm:pt modelId="{C1D4FF18-E98F-4243-BB5B-F539249CE17F}" type="pres">
      <dgm:prSet presAssocID="{E928D25A-3EEB-4681-931D-03A78B1129D3}" presName="parentTextBox" presStyleLbl="node1" presStyleIdx="0" presStyleCnt="7"/>
      <dgm:spPr/>
    </dgm:pt>
    <dgm:pt modelId="{A02052CD-2777-44E9-B4C1-8263D4C5AAF6}" type="pres">
      <dgm:prSet presAssocID="{48BC2E22-3AAE-494B-8125-8FC79AD6A24D}" presName="sp" presStyleCnt="0"/>
      <dgm:spPr/>
    </dgm:pt>
    <dgm:pt modelId="{B351B55C-D0C5-458E-B838-B11196534B85}" type="pres">
      <dgm:prSet presAssocID="{555D559E-1C07-4EA6-8464-C57C19B503F2}" presName="arrowAndChildren" presStyleCnt="0"/>
      <dgm:spPr/>
    </dgm:pt>
    <dgm:pt modelId="{9AE55FD4-6ABF-4DB5-9AB8-17C35B402E3F}" type="pres">
      <dgm:prSet presAssocID="{555D559E-1C07-4EA6-8464-C57C19B503F2}" presName="parentTextArrow" presStyleLbl="node1" presStyleIdx="1" presStyleCnt="7"/>
      <dgm:spPr/>
    </dgm:pt>
    <dgm:pt modelId="{66D6DF40-E625-4AFD-9AD3-00A11E1BC684}" type="pres">
      <dgm:prSet presAssocID="{754AEF5C-ACED-422B-B25A-3602FD76D413}" presName="sp" presStyleCnt="0"/>
      <dgm:spPr/>
    </dgm:pt>
    <dgm:pt modelId="{3FDFC1AB-C567-4CDC-8D00-78C3FF4E06B5}" type="pres">
      <dgm:prSet presAssocID="{FFCC74AE-C707-4624-970D-1EBD92F18C2C}" presName="arrowAndChildren" presStyleCnt="0"/>
      <dgm:spPr/>
    </dgm:pt>
    <dgm:pt modelId="{12A43A6F-74C4-4BB7-88F3-048DD5C86434}" type="pres">
      <dgm:prSet presAssocID="{FFCC74AE-C707-4624-970D-1EBD92F18C2C}" presName="parentTextArrow" presStyleLbl="node1" presStyleIdx="2" presStyleCnt="7"/>
      <dgm:spPr/>
    </dgm:pt>
    <dgm:pt modelId="{557E1431-9366-48C7-8B82-8E9ACDDD17BB}" type="pres">
      <dgm:prSet presAssocID="{F1382523-91A4-4E9F-91DF-B047CDA0999A}" presName="sp" presStyleCnt="0"/>
      <dgm:spPr/>
    </dgm:pt>
    <dgm:pt modelId="{C0D10D96-B72B-47B0-8A57-5945C04D5ABC}" type="pres">
      <dgm:prSet presAssocID="{5582C5ED-4985-4236-9E58-21496B21E9AD}" presName="arrowAndChildren" presStyleCnt="0"/>
      <dgm:spPr/>
    </dgm:pt>
    <dgm:pt modelId="{C4842581-6FD5-4F99-A59E-83DF388A172C}" type="pres">
      <dgm:prSet presAssocID="{5582C5ED-4985-4236-9E58-21496B21E9AD}" presName="parentTextArrow" presStyleLbl="node1" presStyleIdx="3" presStyleCnt="7"/>
      <dgm:spPr/>
    </dgm:pt>
    <dgm:pt modelId="{48AF5E90-7719-4AFD-84EF-9B78EF068D42}" type="pres">
      <dgm:prSet presAssocID="{BE20158E-5913-4A1D-BC27-6FAFB9A5F9EA}" presName="sp" presStyleCnt="0"/>
      <dgm:spPr/>
    </dgm:pt>
    <dgm:pt modelId="{2139669D-5195-4EE7-987D-DB7E609A6A07}" type="pres">
      <dgm:prSet presAssocID="{EB729D0D-CB7B-4913-BDCA-4500C24ADC02}" presName="arrowAndChildren" presStyleCnt="0"/>
      <dgm:spPr/>
    </dgm:pt>
    <dgm:pt modelId="{7DF25745-13F5-4E47-BC3F-37CAE3CD3F2B}" type="pres">
      <dgm:prSet presAssocID="{EB729D0D-CB7B-4913-BDCA-4500C24ADC02}" presName="parentTextArrow" presStyleLbl="node1" presStyleIdx="3" presStyleCnt="7"/>
      <dgm:spPr/>
    </dgm:pt>
    <dgm:pt modelId="{001474B5-0686-4003-8F11-7BA5DDE23591}" type="pres">
      <dgm:prSet presAssocID="{EB729D0D-CB7B-4913-BDCA-4500C24ADC02}" presName="arrow" presStyleLbl="node1" presStyleIdx="4" presStyleCnt="7"/>
      <dgm:spPr/>
    </dgm:pt>
    <dgm:pt modelId="{906153CB-40F0-4F13-A5CB-AB811AF77493}" type="pres">
      <dgm:prSet presAssocID="{EB729D0D-CB7B-4913-BDCA-4500C24ADC02}" presName="descendantArrow" presStyleCnt="0"/>
      <dgm:spPr/>
    </dgm:pt>
    <dgm:pt modelId="{7751F860-CFF7-4D9E-BA8E-447AE3147489}" type="pres">
      <dgm:prSet presAssocID="{45AC8B6B-3546-489E-8B2B-E353E2E57DF2}" presName="childTextArrow" presStyleLbl="fgAccFollowNode1" presStyleIdx="0" presStyleCnt="1">
        <dgm:presLayoutVars>
          <dgm:bulletEnabled val="1"/>
        </dgm:presLayoutVars>
      </dgm:prSet>
      <dgm:spPr/>
    </dgm:pt>
    <dgm:pt modelId="{11396207-8057-41B1-9F30-4808874D57C5}" type="pres">
      <dgm:prSet presAssocID="{7E6EA040-5D62-4E56-B23A-ACD5D029C0E8}" presName="sp" presStyleCnt="0"/>
      <dgm:spPr/>
    </dgm:pt>
    <dgm:pt modelId="{587A0335-59AE-45EC-813E-0EC0D531062E}" type="pres">
      <dgm:prSet presAssocID="{4C806815-686C-44A3-BB2E-DF77A80E9702}" presName="arrowAndChildren" presStyleCnt="0"/>
      <dgm:spPr/>
    </dgm:pt>
    <dgm:pt modelId="{1C3A296A-D5AA-4C58-AD91-62526A77406A}" type="pres">
      <dgm:prSet presAssocID="{4C806815-686C-44A3-BB2E-DF77A80E9702}" presName="parentTextArrow" presStyleLbl="node1" presStyleIdx="5" presStyleCnt="7"/>
      <dgm:spPr/>
    </dgm:pt>
    <dgm:pt modelId="{E30BA3D0-C388-41BA-90F4-7D481FF2B616}" type="pres">
      <dgm:prSet presAssocID="{A8D761CB-37CD-48B6-8994-882465C74B24}" presName="sp" presStyleCnt="0"/>
      <dgm:spPr/>
    </dgm:pt>
    <dgm:pt modelId="{EB869578-5A28-4E9B-99BB-AD1950604615}" type="pres">
      <dgm:prSet presAssocID="{3B93DC17-4340-41D3-8F96-53DE8DBB0DAC}" presName="arrowAndChildren" presStyleCnt="0"/>
      <dgm:spPr/>
    </dgm:pt>
    <dgm:pt modelId="{621C24C3-DD4E-4359-87FE-A9A7E0A504E7}" type="pres">
      <dgm:prSet presAssocID="{3B93DC17-4340-41D3-8F96-53DE8DBB0DAC}" presName="parentTextArrow" presStyleLbl="node1" presStyleIdx="6" presStyleCnt="7"/>
      <dgm:spPr/>
    </dgm:pt>
  </dgm:ptLst>
  <dgm:cxnLst>
    <dgm:cxn modelId="{BD4A7D09-A512-4A36-BA91-862080D44688}" type="presOf" srcId="{4C806815-686C-44A3-BB2E-DF77A80E9702}" destId="{1C3A296A-D5AA-4C58-AD91-62526A77406A}" srcOrd="0" destOrd="0" presId="urn:microsoft.com/office/officeart/2005/8/layout/process4"/>
    <dgm:cxn modelId="{D41F180C-B571-493E-966A-229ED276B233}" type="presOf" srcId="{EB729D0D-CB7B-4913-BDCA-4500C24ADC02}" destId="{001474B5-0686-4003-8F11-7BA5DDE23591}" srcOrd="1" destOrd="0" presId="urn:microsoft.com/office/officeart/2005/8/layout/process4"/>
    <dgm:cxn modelId="{6113A40E-16B3-4405-B7A0-556E6B3EDAF6}" srcId="{C2BD830C-C079-4FE5-BCF2-B49E51DD5F41}" destId="{5582C5ED-4985-4236-9E58-21496B21E9AD}" srcOrd="3" destOrd="0" parTransId="{75FACB23-8F0A-4B70-8126-8E1228155DC4}" sibTransId="{F1382523-91A4-4E9F-91DF-B047CDA0999A}"/>
    <dgm:cxn modelId="{8BD96B13-1748-4F78-A017-8E466B70744C}" srcId="{C2BD830C-C079-4FE5-BCF2-B49E51DD5F41}" destId="{E928D25A-3EEB-4681-931D-03A78B1129D3}" srcOrd="6" destOrd="0" parTransId="{2231BA6E-B89B-4D24-A531-F677D26E7B2B}" sibTransId="{485D8853-945B-4846-A13E-8642E391EBC8}"/>
    <dgm:cxn modelId="{1740F017-19B3-47A0-856F-D40E4DF209FB}" srcId="{EB729D0D-CB7B-4913-BDCA-4500C24ADC02}" destId="{45AC8B6B-3546-489E-8B2B-E353E2E57DF2}" srcOrd="0" destOrd="0" parTransId="{47E9A55B-3294-41A9-A040-92A133AC2AD8}" sibTransId="{63FD0782-A14C-4F34-9399-0CC801626659}"/>
    <dgm:cxn modelId="{A8231023-99B4-48CF-9C7E-29CD4CAA87CE}" srcId="{C2BD830C-C079-4FE5-BCF2-B49E51DD5F41}" destId="{4C806815-686C-44A3-BB2E-DF77A80E9702}" srcOrd="1" destOrd="0" parTransId="{0B3B0795-1117-438A-A0B7-6BBFC28D4B24}" sibTransId="{7E6EA040-5D62-4E56-B23A-ACD5D029C0E8}"/>
    <dgm:cxn modelId="{FC52C639-5A73-4484-9A09-A59FCD54716F}" type="presOf" srcId="{EB729D0D-CB7B-4913-BDCA-4500C24ADC02}" destId="{7DF25745-13F5-4E47-BC3F-37CAE3CD3F2B}" srcOrd="0" destOrd="0" presId="urn:microsoft.com/office/officeart/2005/8/layout/process4"/>
    <dgm:cxn modelId="{33F36E3A-4BE6-4DD4-A592-71B25D04C686}" type="presOf" srcId="{555D559E-1C07-4EA6-8464-C57C19B503F2}" destId="{9AE55FD4-6ABF-4DB5-9AB8-17C35B402E3F}" srcOrd="0" destOrd="0" presId="urn:microsoft.com/office/officeart/2005/8/layout/process4"/>
    <dgm:cxn modelId="{EF2E934B-B205-4888-8D92-ADA86A7DCFA4}" srcId="{C2BD830C-C079-4FE5-BCF2-B49E51DD5F41}" destId="{555D559E-1C07-4EA6-8464-C57C19B503F2}" srcOrd="5" destOrd="0" parTransId="{82AA80C8-C8CF-4CA3-AF7B-474CA9601488}" sibTransId="{48BC2E22-3AAE-494B-8125-8FC79AD6A24D}"/>
    <dgm:cxn modelId="{A712A751-F2A9-4A00-812D-F81566B655B7}" srcId="{C2BD830C-C079-4FE5-BCF2-B49E51DD5F41}" destId="{FFCC74AE-C707-4624-970D-1EBD92F18C2C}" srcOrd="4" destOrd="0" parTransId="{08DA5AD8-F368-423A-B662-E9B37F7EEE72}" sibTransId="{754AEF5C-ACED-422B-B25A-3602FD76D413}"/>
    <dgm:cxn modelId="{67865C73-DEA0-450A-9D03-041E2884F82D}" type="presOf" srcId="{3B93DC17-4340-41D3-8F96-53DE8DBB0DAC}" destId="{621C24C3-DD4E-4359-87FE-A9A7E0A504E7}" srcOrd="0" destOrd="0" presId="urn:microsoft.com/office/officeart/2005/8/layout/process4"/>
    <dgm:cxn modelId="{F0838E5A-57EA-4D68-BCE9-E31610C53D0F}" type="presOf" srcId="{FFCC74AE-C707-4624-970D-1EBD92F18C2C}" destId="{12A43A6F-74C4-4BB7-88F3-048DD5C86434}" srcOrd="0" destOrd="0" presId="urn:microsoft.com/office/officeart/2005/8/layout/process4"/>
    <dgm:cxn modelId="{FB0B917F-7D4D-4E52-A14D-BC770D29EF72}" type="presOf" srcId="{5582C5ED-4985-4236-9E58-21496B21E9AD}" destId="{C4842581-6FD5-4F99-A59E-83DF388A172C}" srcOrd="0" destOrd="0" presId="urn:microsoft.com/office/officeart/2005/8/layout/process4"/>
    <dgm:cxn modelId="{60604AB1-72DA-4BEF-A6EB-2C0BC1362424}" srcId="{C2BD830C-C079-4FE5-BCF2-B49E51DD5F41}" destId="{EB729D0D-CB7B-4913-BDCA-4500C24ADC02}" srcOrd="2" destOrd="0" parTransId="{0A856C96-22D7-480F-882C-E2EF37E6BCED}" sibTransId="{BE20158E-5913-4A1D-BC27-6FAFB9A5F9EA}"/>
    <dgm:cxn modelId="{0C389ABA-9E8F-4F1A-826C-76EABB32CE2F}" type="presOf" srcId="{C2BD830C-C079-4FE5-BCF2-B49E51DD5F41}" destId="{E34CD774-1292-4DED-AB5E-D20DF26B58F4}" srcOrd="0" destOrd="0" presId="urn:microsoft.com/office/officeart/2005/8/layout/process4"/>
    <dgm:cxn modelId="{DC14F0C2-7DF6-490C-98F1-B852BEF61322}" type="presOf" srcId="{E928D25A-3EEB-4681-931D-03A78B1129D3}" destId="{C1D4FF18-E98F-4243-BB5B-F539249CE17F}" srcOrd="0" destOrd="0" presId="urn:microsoft.com/office/officeart/2005/8/layout/process4"/>
    <dgm:cxn modelId="{124277D8-D876-4B28-905C-48FBDF70C0FB}" srcId="{C2BD830C-C079-4FE5-BCF2-B49E51DD5F41}" destId="{3B93DC17-4340-41D3-8F96-53DE8DBB0DAC}" srcOrd="0" destOrd="0" parTransId="{3CCC14C5-EDC9-42F9-ADB6-16D503675062}" sibTransId="{A8D761CB-37CD-48B6-8994-882465C74B24}"/>
    <dgm:cxn modelId="{C404A5D9-F571-4202-87AA-72DBC786357D}" type="presOf" srcId="{45AC8B6B-3546-489E-8B2B-E353E2E57DF2}" destId="{7751F860-CFF7-4D9E-BA8E-447AE3147489}" srcOrd="0" destOrd="0" presId="urn:microsoft.com/office/officeart/2005/8/layout/process4"/>
    <dgm:cxn modelId="{95ED71C9-D9FD-4203-8134-B91B05ADB3B1}" type="presParOf" srcId="{E34CD774-1292-4DED-AB5E-D20DF26B58F4}" destId="{383522F8-F134-4E70-B209-325449DC8FBC}" srcOrd="0" destOrd="0" presId="urn:microsoft.com/office/officeart/2005/8/layout/process4"/>
    <dgm:cxn modelId="{AC3AA8EF-04FF-41CB-A782-0F3E24C67864}" type="presParOf" srcId="{383522F8-F134-4E70-B209-325449DC8FBC}" destId="{C1D4FF18-E98F-4243-BB5B-F539249CE17F}" srcOrd="0" destOrd="0" presId="urn:microsoft.com/office/officeart/2005/8/layout/process4"/>
    <dgm:cxn modelId="{70D34D1D-3936-4F0C-91FD-DB9863B63FDB}" type="presParOf" srcId="{E34CD774-1292-4DED-AB5E-D20DF26B58F4}" destId="{A02052CD-2777-44E9-B4C1-8263D4C5AAF6}" srcOrd="1" destOrd="0" presId="urn:microsoft.com/office/officeart/2005/8/layout/process4"/>
    <dgm:cxn modelId="{C3BB5F65-A9AE-4430-B1EA-E40F38AECAC9}" type="presParOf" srcId="{E34CD774-1292-4DED-AB5E-D20DF26B58F4}" destId="{B351B55C-D0C5-458E-B838-B11196534B85}" srcOrd="2" destOrd="0" presId="urn:microsoft.com/office/officeart/2005/8/layout/process4"/>
    <dgm:cxn modelId="{AA7CB56A-1A5F-45EC-A5B9-E04D4D56A338}" type="presParOf" srcId="{B351B55C-D0C5-458E-B838-B11196534B85}" destId="{9AE55FD4-6ABF-4DB5-9AB8-17C35B402E3F}" srcOrd="0" destOrd="0" presId="urn:microsoft.com/office/officeart/2005/8/layout/process4"/>
    <dgm:cxn modelId="{1F96F78B-D29F-454B-92FE-93BB91C12A62}" type="presParOf" srcId="{E34CD774-1292-4DED-AB5E-D20DF26B58F4}" destId="{66D6DF40-E625-4AFD-9AD3-00A11E1BC684}" srcOrd="3" destOrd="0" presId="urn:microsoft.com/office/officeart/2005/8/layout/process4"/>
    <dgm:cxn modelId="{A164657A-C0B3-49D5-B213-8EE10084891E}" type="presParOf" srcId="{E34CD774-1292-4DED-AB5E-D20DF26B58F4}" destId="{3FDFC1AB-C567-4CDC-8D00-78C3FF4E06B5}" srcOrd="4" destOrd="0" presId="urn:microsoft.com/office/officeart/2005/8/layout/process4"/>
    <dgm:cxn modelId="{D10968F5-020E-47C5-8FF1-2586C70DACC9}" type="presParOf" srcId="{3FDFC1AB-C567-4CDC-8D00-78C3FF4E06B5}" destId="{12A43A6F-74C4-4BB7-88F3-048DD5C86434}" srcOrd="0" destOrd="0" presId="urn:microsoft.com/office/officeart/2005/8/layout/process4"/>
    <dgm:cxn modelId="{FB528DF4-BD7F-45B2-AFAE-D6F9566BC312}" type="presParOf" srcId="{E34CD774-1292-4DED-AB5E-D20DF26B58F4}" destId="{557E1431-9366-48C7-8B82-8E9ACDDD17BB}" srcOrd="5" destOrd="0" presId="urn:microsoft.com/office/officeart/2005/8/layout/process4"/>
    <dgm:cxn modelId="{F7EC17D6-A2D4-46BF-8C58-69AECD720D7F}" type="presParOf" srcId="{E34CD774-1292-4DED-AB5E-D20DF26B58F4}" destId="{C0D10D96-B72B-47B0-8A57-5945C04D5ABC}" srcOrd="6" destOrd="0" presId="urn:microsoft.com/office/officeart/2005/8/layout/process4"/>
    <dgm:cxn modelId="{5C187EE1-D18D-47B8-8938-0EE841C28952}" type="presParOf" srcId="{C0D10D96-B72B-47B0-8A57-5945C04D5ABC}" destId="{C4842581-6FD5-4F99-A59E-83DF388A172C}" srcOrd="0" destOrd="0" presId="urn:microsoft.com/office/officeart/2005/8/layout/process4"/>
    <dgm:cxn modelId="{9A69D579-BC22-4258-9752-53FAF57CCC02}" type="presParOf" srcId="{E34CD774-1292-4DED-AB5E-D20DF26B58F4}" destId="{48AF5E90-7719-4AFD-84EF-9B78EF068D42}" srcOrd="7" destOrd="0" presId="urn:microsoft.com/office/officeart/2005/8/layout/process4"/>
    <dgm:cxn modelId="{FE1C7C7C-C15B-46E8-8F1B-326ABFB80EA5}" type="presParOf" srcId="{E34CD774-1292-4DED-AB5E-D20DF26B58F4}" destId="{2139669D-5195-4EE7-987D-DB7E609A6A07}" srcOrd="8" destOrd="0" presId="urn:microsoft.com/office/officeart/2005/8/layout/process4"/>
    <dgm:cxn modelId="{04843069-DE12-4F6C-9B6C-DEBAD10E0304}" type="presParOf" srcId="{2139669D-5195-4EE7-987D-DB7E609A6A07}" destId="{7DF25745-13F5-4E47-BC3F-37CAE3CD3F2B}" srcOrd="0" destOrd="0" presId="urn:microsoft.com/office/officeart/2005/8/layout/process4"/>
    <dgm:cxn modelId="{CDFBCA48-60AF-4E7A-A333-BB5ABF849206}" type="presParOf" srcId="{2139669D-5195-4EE7-987D-DB7E609A6A07}" destId="{001474B5-0686-4003-8F11-7BA5DDE23591}" srcOrd="1" destOrd="0" presId="urn:microsoft.com/office/officeart/2005/8/layout/process4"/>
    <dgm:cxn modelId="{E435ED16-3651-46AF-84FE-95D6B1EA40D9}" type="presParOf" srcId="{2139669D-5195-4EE7-987D-DB7E609A6A07}" destId="{906153CB-40F0-4F13-A5CB-AB811AF77493}" srcOrd="2" destOrd="0" presId="urn:microsoft.com/office/officeart/2005/8/layout/process4"/>
    <dgm:cxn modelId="{AB928CA9-6E31-42FD-82E0-B3DCCAEB9438}" type="presParOf" srcId="{906153CB-40F0-4F13-A5CB-AB811AF77493}" destId="{7751F860-CFF7-4D9E-BA8E-447AE3147489}" srcOrd="0" destOrd="0" presId="urn:microsoft.com/office/officeart/2005/8/layout/process4"/>
    <dgm:cxn modelId="{D79F1ABD-EF42-40E5-8BBA-C066200D24E9}" type="presParOf" srcId="{E34CD774-1292-4DED-AB5E-D20DF26B58F4}" destId="{11396207-8057-41B1-9F30-4808874D57C5}" srcOrd="9" destOrd="0" presId="urn:microsoft.com/office/officeart/2005/8/layout/process4"/>
    <dgm:cxn modelId="{BCE6EC87-8650-42B0-BDB4-A95F8090013D}" type="presParOf" srcId="{E34CD774-1292-4DED-AB5E-D20DF26B58F4}" destId="{587A0335-59AE-45EC-813E-0EC0D531062E}" srcOrd="10" destOrd="0" presId="urn:microsoft.com/office/officeart/2005/8/layout/process4"/>
    <dgm:cxn modelId="{0AFB488B-C9A4-43E2-92C2-75C7F6A85D03}" type="presParOf" srcId="{587A0335-59AE-45EC-813E-0EC0D531062E}" destId="{1C3A296A-D5AA-4C58-AD91-62526A77406A}" srcOrd="0" destOrd="0" presId="urn:microsoft.com/office/officeart/2005/8/layout/process4"/>
    <dgm:cxn modelId="{C10A0A8B-A6F4-4314-9182-85309EBD0E40}" type="presParOf" srcId="{E34CD774-1292-4DED-AB5E-D20DF26B58F4}" destId="{E30BA3D0-C388-41BA-90F4-7D481FF2B616}" srcOrd="11" destOrd="0" presId="urn:microsoft.com/office/officeart/2005/8/layout/process4"/>
    <dgm:cxn modelId="{FA7C63DC-B5B1-4E3D-8CF7-D611C34A8BD2}" type="presParOf" srcId="{E34CD774-1292-4DED-AB5E-D20DF26B58F4}" destId="{EB869578-5A28-4E9B-99BB-AD1950604615}" srcOrd="12" destOrd="0" presId="urn:microsoft.com/office/officeart/2005/8/layout/process4"/>
    <dgm:cxn modelId="{0D670C83-0592-470D-9937-C62025CB00CC}" type="presParOf" srcId="{EB869578-5A28-4E9B-99BB-AD1950604615}" destId="{621C24C3-DD4E-4359-87FE-A9A7E0A504E7}" srcOrd="0" destOrd="0" presId="urn:microsoft.com/office/officeart/2005/8/layout/process4"/>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C2BD830C-C079-4FE5-BCF2-B49E51DD5F41}" type="doc">
      <dgm:prSet loTypeId="urn:microsoft.com/office/officeart/2005/8/layout/process4" loCatId="process" qsTypeId="urn:microsoft.com/office/officeart/2005/8/quickstyle/simple1" qsCatId="simple" csTypeId="urn:microsoft.com/office/officeart/2005/8/colors/colorful2" csCatId="colorful"/>
      <dgm:spPr/>
      <dgm:t>
        <a:bodyPr/>
        <a:lstStyle/>
        <a:p>
          <a:endParaRPr lang="en-US"/>
        </a:p>
      </dgm:t>
    </dgm:pt>
    <dgm:pt modelId="{4C806815-686C-44A3-BB2E-DF77A80E9702}">
      <dgm:prSet/>
      <dgm:spPr/>
      <dgm:t>
        <a:bodyPr/>
        <a:lstStyle/>
        <a:p>
          <a:r>
            <a:rPr lang="en-US" b="1"/>
            <a:t>Use the slip of info we gave you to login to your WEBSSH computer</a:t>
          </a:r>
        </a:p>
      </dgm:t>
    </dgm:pt>
    <dgm:pt modelId="{0B3B0795-1117-438A-A0B7-6BBFC28D4B24}" type="parTrans" cxnId="{A8231023-99B4-48CF-9C7E-29CD4CAA87CE}">
      <dgm:prSet/>
      <dgm:spPr/>
      <dgm:t>
        <a:bodyPr/>
        <a:lstStyle/>
        <a:p>
          <a:endParaRPr lang="en-US"/>
        </a:p>
      </dgm:t>
    </dgm:pt>
    <dgm:pt modelId="{7E6EA040-5D62-4E56-B23A-ACD5D029C0E8}" type="sibTrans" cxnId="{A8231023-99B4-48CF-9C7E-29CD4CAA87CE}">
      <dgm:prSet/>
      <dgm:spPr/>
      <dgm:t>
        <a:bodyPr/>
        <a:lstStyle/>
        <a:p>
          <a:endParaRPr lang="en-US"/>
        </a:p>
      </dgm:t>
    </dgm:pt>
    <dgm:pt modelId="{9DF876CF-C37F-4D16-8B5C-7016EBB9AA9D}">
      <dgm:prSet/>
      <dgm:spPr/>
      <dgm:t>
        <a:bodyPr/>
        <a:lstStyle/>
        <a:p>
          <a:r>
            <a:rPr lang="en-US" b="1"/>
            <a:t>Wait for directions</a:t>
          </a:r>
        </a:p>
      </dgm:t>
    </dgm:pt>
    <dgm:pt modelId="{AAABD965-99C4-41EC-A8E6-02AB46471FAC}" type="parTrans" cxnId="{F6B240CF-29E8-48B4-8026-1AB254E8F8B3}">
      <dgm:prSet/>
      <dgm:spPr/>
      <dgm:t>
        <a:bodyPr/>
        <a:lstStyle/>
        <a:p>
          <a:endParaRPr lang="en-US"/>
        </a:p>
      </dgm:t>
    </dgm:pt>
    <dgm:pt modelId="{B6E377CE-B0C5-4824-B982-7BFB0A22E4D3}" type="sibTrans" cxnId="{F6B240CF-29E8-48B4-8026-1AB254E8F8B3}">
      <dgm:prSet/>
      <dgm:spPr/>
      <dgm:t>
        <a:bodyPr/>
        <a:lstStyle/>
        <a:p>
          <a:endParaRPr lang="en-US"/>
        </a:p>
      </dgm:t>
    </dgm:pt>
    <dgm:pt modelId="{E34CD774-1292-4DED-AB5E-D20DF26B58F4}" type="pres">
      <dgm:prSet presAssocID="{C2BD830C-C079-4FE5-BCF2-B49E51DD5F41}" presName="Name0" presStyleCnt="0">
        <dgm:presLayoutVars>
          <dgm:dir/>
          <dgm:animLvl val="lvl"/>
          <dgm:resizeHandles val="exact"/>
        </dgm:presLayoutVars>
      </dgm:prSet>
      <dgm:spPr/>
    </dgm:pt>
    <dgm:pt modelId="{1342DD02-2753-4A35-9EC7-60F18671D8EA}" type="pres">
      <dgm:prSet presAssocID="{9DF876CF-C37F-4D16-8B5C-7016EBB9AA9D}" presName="boxAndChildren" presStyleCnt="0"/>
      <dgm:spPr/>
    </dgm:pt>
    <dgm:pt modelId="{25321587-78E7-4780-9AF8-6E1A7529BF79}" type="pres">
      <dgm:prSet presAssocID="{9DF876CF-C37F-4D16-8B5C-7016EBB9AA9D}" presName="parentTextBox" presStyleLbl="node1" presStyleIdx="0" presStyleCnt="2"/>
      <dgm:spPr/>
    </dgm:pt>
    <dgm:pt modelId="{11396207-8057-41B1-9F30-4808874D57C5}" type="pres">
      <dgm:prSet presAssocID="{7E6EA040-5D62-4E56-B23A-ACD5D029C0E8}" presName="sp" presStyleCnt="0"/>
      <dgm:spPr/>
    </dgm:pt>
    <dgm:pt modelId="{587A0335-59AE-45EC-813E-0EC0D531062E}" type="pres">
      <dgm:prSet presAssocID="{4C806815-686C-44A3-BB2E-DF77A80E9702}" presName="arrowAndChildren" presStyleCnt="0"/>
      <dgm:spPr/>
    </dgm:pt>
    <dgm:pt modelId="{1C3A296A-D5AA-4C58-AD91-62526A77406A}" type="pres">
      <dgm:prSet presAssocID="{4C806815-686C-44A3-BB2E-DF77A80E9702}" presName="parentTextArrow" presStyleLbl="node1" presStyleIdx="1" presStyleCnt="2"/>
      <dgm:spPr/>
    </dgm:pt>
  </dgm:ptLst>
  <dgm:cxnLst>
    <dgm:cxn modelId="{A8231023-99B4-48CF-9C7E-29CD4CAA87CE}" srcId="{C2BD830C-C079-4FE5-BCF2-B49E51DD5F41}" destId="{4C806815-686C-44A3-BB2E-DF77A80E9702}" srcOrd="0" destOrd="0" parTransId="{0B3B0795-1117-438A-A0B7-6BBFC28D4B24}" sibTransId="{7E6EA040-5D62-4E56-B23A-ACD5D029C0E8}"/>
    <dgm:cxn modelId="{10BE0229-1555-44A8-B1CE-095350033499}" type="presOf" srcId="{4C806815-686C-44A3-BB2E-DF77A80E9702}" destId="{1C3A296A-D5AA-4C58-AD91-62526A77406A}" srcOrd="0" destOrd="0" presId="urn:microsoft.com/office/officeart/2005/8/layout/process4"/>
    <dgm:cxn modelId="{0EB42B83-1DD3-450D-82FA-A6765EBA6366}" type="presOf" srcId="{9DF876CF-C37F-4D16-8B5C-7016EBB9AA9D}" destId="{25321587-78E7-4780-9AF8-6E1A7529BF79}" srcOrd="0" destOrd="0" presId="urn:microsoft.com/office/officeart/2005/8/layout/process4"/>
    <dgm:cxn modelId="{0C389ABA-9E8F-4F1A-826C-76EABB32CE2F}" type="presOf" srcId="{C2BD830C-C079-4FE5-BCF2-B49E51DD5F41}" destId="{E34CD774-1292-4DED-AB5E-D20DF26B58F4}" srcOrd="0" destOrd="0" presId="urn:microsoft.com/office/officeart/2005/8/layout/process4"/>
    <dgm:cxn modelId="{F6B240CF-29E8-48B4-8026-1AB254E8F8B3}" srcId="{C2BD830C-C079-4FE5-BCF2-B49E51DD5F41}" destId="{9DF876CF-C37F-4D16-8B5C-7016EBB9AA9D}" srcOrd="1" destOrd="0" parTransId="{AAABD965-99C4-41EC-A8E6-02AB46471FAC}" sibTransId="{B6E377CE-B0C5-4824-B982-7BFB0A22E4D3}"/>
    <dgm:cxn modelId="{DD229CB2-518B-4C89-9C50-5D3819CAA5DE}" type="presParOf" srcId="{E34CD774-1292-4DED-AB5E-D20DF26B58F4}" destId="{1342DD02-2753-4A35-9EC7-60F18671D8EA}" srcOrd="0" destOrd="0" presId="urn:microsoft.com/office/officeart/2005/8/layout/process4"/>
    <dgm:cxn modelId="{FAB50F29-BF8F-499D-BC33-D808CCA8BFEC}" type="presParOf" srcId="{1342DD02-2753-4A35-9EC7-60F18671D8EA}" destId="{25321587-78E7-4780-9AF8-6E1A7529BF79}" srcOrd="0" destOrd="0" presId="urn:microsoft.com/office/officeart/2005/8/layout/process4"/>
    <dgm:cxn modelId="{808E684A-0CDA-4761-9268-410D5CE06205}" type="presParOf" srcId="{E34CD774-1292-4DED-AB5E-D20DF26B58F4}" destId="{11396207-8057-41B1-9F30-4808874D57C5}" srcOrd="1" destOrd="0" presId="urn:microsoft.com/office/officeart/2005/8/layout/process4"/>
    <dgm:cxn modelId="{D91D8B77-9CCC-464F-9F56-8CF9365EF930}" type="presParOf" srcId="{E34CD774-1292-4DED-AB5E-D20DF26B58F4}" destId="{587A0335-59AE-45EC-813E-0EC0D531062E}" srcOrd="2" destOrd="0" presId="urn:microsoft.com/office/officeart/2005/8/layout/process4"/>
    <dgm:cxn modelId="{5E1AB1C2-B806-4D4E-BECE-21E5067E99AE}" type="presParOf" srcId="{587A0335-59AE-45EC-813E-0EC0D531062E}" destId="{1C3A296A-D5AA-4C58-AD91-62526A77406A}" srcOrd="0" destOrd="0" presId="urn:microsoft.com/office/officeart/2005/8/layout/process4"/>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B997619E-AD15-4EA6-B2F7-8F3BD092DA24}" type="doc">
      <dgm:prSet loTypeId="urn:microsoft.com/office/officeart/2018/2/layout/IconCircleList" loCatId="icon" qsTypeId="urn:microsoft.com/office/officeart/2005/8/quickstyle/simple1" qsCatId="simple" csTypeId="urn:microsoft.com/office/officeart/2005/8/colors/accent1_2" csCatId="accent1" phldr="1"/>
      <dgm:spPr/>
      <dgm:t>
        <a:bodyPr/>
        <a:lstStyle/>
        <a:p>
          <a:endParaRPr lang="en-US"/>
        </a:p>
      </dgm:t>
    </dgm:pt>
    <dgm:pt modelId="{00F8B49B-8D6E-4F5E-BF9A-2A1830231FD1}">
      <dgm:prSet/>
      <dgm:spPr/>
      <dgm:t>
        <a:bodyPr/>
        <a:lstStyle/>
        <a:p>
          <a:pPr>
            <a:lnSpc>
              <a:spcPct val="100000"/>
            </a:lnSpc>
          </a:pPr>
          <a:r>
            <a:rPr lang="en-US"/>
            <a:t>Binary and </a:t>
          </a:r>
          <a:r>
            <a:rPr lang="en-US">
              <a:latin typeface="Aptos Display" panose="020F0302020204030204"/>
            </a:rPr>
            <a:t>decimal</a:t>
          </a:r>
          <a:r>
            <a:rPr lang="en-US"/>
            <a:t> are two ways of counting. </a:t>
          </a:r>
        </a:p>
      </dgm:t>
    </dgm:pt>
    <dgm:pt modelId="{35C0E83D-A49E-47D9-B22D-2374E85C5379}" type="parTrans" cxnId="{5147C491-BE2B-4FD9-ADD2-ADCCA23B8CC3}">
      <dgm:prSet/>
      <dgm:spPr/>
      <dgm:t>
        <a:bodyPr/>
        <a:lstStyle/>
        <a:p>
          <a:endParaRPr lang="en-US"/>
        </a:p>
      </dgm:t>
    </dgm:pt>
    <dgm:pt modelId="{C1CFF397-F1AC-4F53-83C3-D546E0D29098}" type="sibTrans" cxnId="{5147C491-BE2B-4FD9-ADD2-ADCCA23B8CC3}">
      <dgm:prSet/>
      <dgm:spPr/>
      <dgm:t>
        <a:bodyPr/>
        <a:lstStyle/>
        <a:p>
          <a:pPr>
            <a:lnSpc>
              <a:spcPct val="100000"/>
            </a:lnSpc>
          </a:pPr>
          <a:endParaRPr lang="en-US"/>
        </a:p>
      </dgm:t>
    </dgm:pt>
    <dgm:pt modelId="{1035A7F8-E6B7-4630-9065-D616E3DA942B}">
      <dgm:prSet/>
      <dgm:spPr/>
      <dgm:t>
        <a:bodyPr/>
        <a:lstStyle/>
        <a:p>
          <a:pPr rtl="0">
            <a:lnSpc>
              <a:spcPct val="100000"/>
            </a:lnSpc>
          </a:pPr>
          <a:r>
            <a:rPr lang="en-US"/>
            <a:t>Computers store </a:t>
          </a:r>
          <a:r>
            <a:rPr lang="en-US">
              <a:latin typeface="Aptos Display" panose="020F0302020204030204"/>
            </a:rPr>
            <a:t>and transmit their</a:t>
          </a:r>
          <a:r>
            <a:rPr lang="en-US"/>
            <a:t> info in binary (base-2</a:t>
          </a:r>
          <a:r>
            <a:rPr lang="en-US">
              <a:latin typeface="Aptos Display" panose="020F0302020204030204"/>
            </a:rPr>
            <a:t>)</a:t>
          </a:r>
        </a:p>
      </dgm:t>
    </dgm:pt>
    <dgm:pt modelId="{33C98E32-1976-4946-8986-3AD91B7F5CC5}" type="parTrans" cxnId="{BF3C18AA-A349-450B-9FDB-6BDA6F3CDB55}">
      <dgm:prSet/>
      <dgm:spPr/>
      <dgm:t>
        <a:bodyPr/>
        <a:lstStyle/>
        <a:p>
          <a:endParaRPr lang="en-US"/>
        </a:p>
      </dgm:t>
    </dgm:pt>
    <dgm:pt modelId="{D73F9D9B-D634-4706-AED4-45174C4C333F}" type="sibTrans" cxnId="{BF3C18AA-A349-450B-9FDB-6BDA6F3CDB55}">
      <dgm:prSet/>
      <dgm:spPr/>
      <dgm:t>
        <a:bodyPr/>
        <a:lstStyle/>
        <a:p>
          <a:pPr>
            <a:lnSpc>
              <a:spcPct val="100000"/>
            </a:lnSpc>
          </a:pPr>
          <a:endParaRPr lang="en-US"/>
        </a:p>
      </dgm:t>
    </dgm:pt>
    <dgm:pt modelId="{5B3A8671-4339-4CEA-A7B0-A79ED7022B6C}">
      <dgm:prSet/>
      <dgm:spPr/>
      <dgm:t>
        <a:bodyPr/>
        <a:lstStyle/>
        <a:p>
          <a:pPr>
            <a:lnSpc>
              <a:spcPct val="100000"/>
            </a:lnSpc>
          </a:pPr>
          <a:r>
            <a:rPr lang="en-US"/>
            <a:t>Computers read your IP address, packet information, etc. in binary</a:t>
          </a:r>
        </a:p>
      </dgm:t>
    </dgm:pt>
    <dgm:pt modelId="{E76D3E22-091B-4863-8561-E53B7B4DFD13}" type="parTrans" cxnId="{12D3D01E-E858-498D-8889-C682F4054891}">
      <dgm:prSet/>
      <dgm:spPr/>
      <dgm:t>
        <a:bodyPr/>
        <a:lstStyle/>
        <a:p>
          <a:endParaRPr lang="en-US"/>
        </a:p>
      </dgm:t>
    </dgm:pt>
    <dgm:pt modelId="{7A55C058-565D-430B-8D53-E12C7571F5B4}" type="sibTrans" cxnId="{12D3D01E-E858-498D-8889-C682F4054891}">
      <dgm:prSet/>
      <dgm:spPr/>
      <dgm:t>
        <a:bodyPr/>
        <a:lstStyle/>
        <a:p>
          <a:endParaRPr lang="en-US"/>
        </a:p>
      </dgm:t>
    </dgm:pt>
    <dgm:pt modelId="{9AA60FA7-3FA9-49AC-B26E-75D08A6F5F42}">
      <dgm:prSet phldrT="[Text]" phldr="0"/>
      <dgm:spPr/>
      <dgm:t>
        <a:bodyPr/>
        <a:lstStyle/>
        <a:p>
          <a:pPr>
            <a:lnSpc>
              <a:spcPct val="100000"/>
            </a:lnSpc>
          </a:pPr>
          <a:r>
            <a:rPr lang="en-US"/>
            <a:t>This is how your online internet address is configured (IP Address)</a:t>
          </a:r>
        </a:p>
      </dgm:t>
    </dgm:pt>
    <dgm:pt modelId="{9397B207-851D-49D0-898A-D2C93B4A311F}" type="parTrans" cxnId="{7E7766B1-5E92-405C-834E-5161B0C35BA6}">
      <dgm:prSet/>
      <dgm:spPr/>
    </dgm:pt>
    <dgm:pt modelId="{1BCC0A4F-EA8F-4EFD-A77C-E073F0CCC952}" type="sibTrans" cxnId="{7E7766B1-5E92-405C-834E-5161B0C35BA6}">
      <dgm:prSet/>
      <dgm:spPr/>
      <dgm:t>
        <a:bodyPr/>
        <a:lstStyle/>
        <a:p>
          <a:pPr>
            <a:lnSpc>
              <a:spcPct val="100000"/>
            </a:lnSpc>
          </a:pPr>
          <a:endParaRPr lang="en-US"/>
        </a:p>
      </dgm:t>
    </dgm:pt>
    <dgm:pt modelId="{2A424702-26D4-4BA9-BEEC-DAE5E08EDE6E}" type="pres">
      <dgm:prSet presAssocID="{B997619E-AD15-4EA6-B2F7-8F3BD092DA24}" presName="root" presStyleCnt="0">
        <dgm:presLayoutVars>
          <dgm:dir/>
          <dgm:resizeHandles val="exact"/>
        </dgm:presLayoutVars>
      </dgm:prSet>
      <dgm:spPr/>
    </dgm:pt>
    <dgm:pt modelId="{C12BD37A-6414-4C6B-A312-04CFF4F5D73C}" type="pres">
      <dgm:prSet presAssocID="{B997619E-AD15-4EA6-B2F7-8F3BD092DA24}" presName="container" presStyleCnt="0">
        <dgm:presLayoutVars>
          <dgm:dir/>
          <dgm:resizeHandles val="exact"/>
        </dgm:presLayoutVars>
      </dgm:prSet>
      <dgm:spPr/>
    </dgm:pt>
    <dgm:pt modelId="{DB06053E-4AFF-42FD-8029-E016EAD17AFD}" type="pres">
      <dgm:prSet presAssocID="{00F8B49B-8D6E-4F5E-BF9A-2A1830231FD1}" presName="compNode" presStyleCnt="0"/>
      <dgm:spPr/>
    </dgm:pt>
    <dgm:pt modelId="{35E9F70E-33B7-469A-A534-DB3D56C2DD6D}" type="pres">
      <dgm:prSet presAssocID="{00F8B49B-8D6E-4F5E-BF9A-2A1830231FD1}" presName="iconBgRect" presStyleLbl="bgShp" presStyleIdx="0" presStyleCnt="4"/>
      <dgm:spPr/>
    </dgm:pt>
    <dgm:pt modelId="{E41D9F54-E9AA-4889-A333-062A9ED9E048}" type="pres">
      <dgm:prSet presAssocID="{00F8B49B-8D6E-4F5E-BF9A-2A1830231FD1}"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Add"/>
        </a:ext>
      </dgm:extLst>
    </dgm:pt>
    <dgm:pt modelId="{9B8C63D3-3B91-48AD-8D5C-2331B99A48FD}" type="pres">
      <dgm:prSet presAssocID="{00F8B49B-8D6E-4F5E-BF9A-2A1830231FD1}" presName="spaceRect" presStyleCnt="0"/>
      <dgm:spPr/>
    </dgm:pt>
    <dgm:pt modelId="{DE292A6D-8A0B-4412-BCAD-1E6132632650}" type="pres">
      <dgm:prSet presAssocID="{00F8B49B-8D6E-4F5E-BF9A-2A1830231FD1}" presName="textRect" presStyleLbl="revTx" presStyleIdx="0" presStyleCnt="4">
        <dgm:presLayoutVars>
          <dgm:chMax val="1"/>
          <dgm:chPref val="1"/>
        </dgm:presLayoutVars>
      </dgm:prSet>
      <dgm:spPr/>
    </dgm:pt>
    <dgm:pt modelId="{5444C702-47A6-4B9F-8040-6A31876F5ADF}" type="pres">
      <dgm:prSet presAssocID="{C1CFF397-F1AC-4F53-83C3-D546E0D29098}" presName="sibTrans" presStyleLbl="sibTrans2D1" presStyleIdx="0" presStyleCnt="0"/>
      <dgm:spPr/>
    </dgm:pt>
    <dgm:pt modelId="{576F7A1A-B72C-4354-A0B4-1AA5E9F4F77D}" type="pres">
      <dgm:prSet presAssocID="{1035A7F8-E6B7-4630-9065-D616E3DA942B}" presName="compNode" presStyleCnt="0"/>
      <dgm:spPr/>
    </dgm:pt>
    <dgm:pt modelId="{26CFF2AE-3B8C-42BF-9D07-59ED9C413600}" type="pres">
      <dgm:prSet presAssocID="{1035A7F8-E6B7-4630-9065-D616E3DA942B}" presName="iconBgRect" presStyleLbl="bgShp" presStyleIdx="1" presStyleCnt="4"/>
      <dgm:spPr/>
    </dgm:pt>
    <dgm:pt modelId="{8CBAE5DE-6302-4DB2-AA2F-578D7435558C}" type="pres">
      <dgm:prSet presAssocID="{1035A7F8-E6B7-4630-9065-D616E3DA942B}"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Processor"/>
        </a:ext>
      </dgm:extLst>
    </dgm:pt>
    <dgm:pt modelId="{554B1435-AD0E-4580-A19F-D72127C1D32A}" type="pres">
      <dgm:prSet presAssocID="{1035A7F8-E6B7-4630-9065-D616E3DA942B}" presName="spaceRect" presStyleCnt="0"/>
      <dgm:spPr/>
    </dgm:pt>
    <dgm:pt modelId="{E5305992-A48C-4849-B55A-AE3E5A0535F8}" type="pres">
      <dgm:prSet presAssocID="{1035A7F8-E6B7-4630-9065-D616E3DA942B}" presName="textRect" presStyleLbl="revTx" presStyleIdx="1" presStyleCnt="4">
        <dgm:presLayoutVars>
          <dgm:chMax val="1"/>
          <dgm:chPref val="1"/>
        </dgm:presLayoutVars>
      </dgm:prSet>
      <dgm:spPr/>
    </dgm:pt>
    <dgm:pt modelId="{44CB4B16-DCE3-4EF8-A1F2-1DDE505C7756}" type="pres">
      <dgm:prSet presAssocID="{D73F9D9B-D634-4706-AED4-45174C4C333F}" presName="sibTrans" presStyleLbl="sibTrans2D1" presStyleIdx="0" presStyleCnt="0"/>
      <dgm:spPr/>
    </dgm:pt>
    <dgm:pt modelId="{E9BC271A-6221-47FF-91DD-356C0A322A05}" type="pres">
      <dgm:prSet presAssocID="{9AA60FA7-3FA9-49AC-B26E-75D08A6F5F42}" presName="compNode" presStyleCnt="0"/>
      <dgm:spPr/>
    </dgm:pt>
    <dgm:pt modelId="{C8BBB9FF-3B0C-4838-9F2A-3DC567917620}" type="pres">
      <dgm:prSet presAssocID="{9AA60FA7-3FA9-49AC-B26E-75D08A6F5F42}" presName="iconBgRect" presStyleLbl="bgShp" presStyleIdx="2" presStyleCnt="4"/>
      <dgm:spPr/>
    </dgm:pt>
    <dgm:pt modelId="{C3620C79-9F8F-4699-AE01-AD0A70FACE4B}" type="pres">
      <dgm:prSet presAssocID="{9AA60FA7-3FA9-49AC-B26E-75D08A6F5F42}" presName="iconRect" presStyleLbl="node1" presStyleIdx="2" presStyleCnt="4"/>
      <dgm:spPr/>
    </dgm:pt>
    <dgm:pt modelId="{5A71493A-9FE1-4DF2-9E2A-155A0E74F495}" type="pres">
      <dgm:prSet presAssocID="{9AA60FA7-3FA9-49AC-B26E-75D08A6F5F42}" presName="spaceRect" presStyleCnt="0"/>
      <dgm:spPr/>
    </dgm:pt>
    <dgm:pt modelId="{1ABDCFC2-0BF5-4970-B73E-D0C2044CFC2F}" type="pres">
      <dgm:prSet presAssocID="{9AA60FA7-3FA9-49AC-B26E-75D08A6F5F42}" presName="textRect" presStyleLbl="revTx" presStyleIdx="2" presStyleCnt="4">
        <dgm:presLayoutVars>
          <dgm:chMax val="1"/>
          <dgm:chPref val="1"/>
        </dgm:presLayoutVars>
      </dgm:prSet>
      <dgm:spPr/>
    </dgm:pt>
    <dgm:pt modelId="{B1D0E39F-0F2C-4ADD-A655-4DFD47BB60AB}" type="pres">
      <dgm:prSet presAssocID="{1BCC0A4F-EA8F-4EFD-A77C-E073F0CCC952}" presName="sibTrans" presStyleLbl="sibTrans2D1" presStyleIdx="0" presStyleCnt="0"/>
      <dgm:spPr/>
    </dgm:pt>
    <dgm:pt modelId="{99326F41-734D-4A5F-8736-6BD63BC41D57}" type="pres">
      <dgm:prSet presAssocID="{5B3A8671-4339-4CEA-A7B0-A79ED7022B6C}" presName="compNode" presStyleCnt="0"/>
      <dgm:spPr/>
    </dgm:pt>
    <dgm:pt modelId="{DB7E86F6-6145-4F35-9AA7-7E2D85953157}" type="pres">
      <dgm:prSet presAssocID="{5B3A8671-4339-4CEA-A7B0-A79ED7022B6C}" presName="iconBgRect" presStyleLbl="bgShp" presStyleIdx="3" presStyleCnt="4"/>
      <dgm:spPr/>
    </dgm:pt>
    <dgm:pt modelId="{E47578A4-B101-4F06-A3EC-26F6E3325FBD}" type="pres">
      <dgm:prSet presAssocID="{5B3A8671-4339-4CEA-A7B0-A79ED7022B6C}"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Computer"/>
        </a:ext>
      </dgm:extLst>
    </dgm:pt>
    <dgm:pt modelId="{31AE8811-8E5C-4C78-BF65-6AAC591607BF}" type="pres">
      <dgm:prSet presAssocID="{5B3A8671-4339-4CEA-A7B0-A79ED7022B6C}" presName="spaceRect" presStyleCnt="0"/>
      <dgm:spPr/>
    </dgm:pt>
    <dgm:pt modelId="{E360A03E-DF09-4316-A906-93B690395517}" type="pres">
      <dgm:prSet presAssocID="{5B3A8671-4339-4CEA-A7B0-A79ED7022B6C}" presName="textRect" presStyleLbl="revTx" presStyleIdx="3" presStyleCnt="4">
        <dgm:presLayoutVars>
          <dgm:chMax val="1"/>
          <dgm:chPref val="1"/>
        </dgm:presLayoutVars>
      </dgm:prSet>
      <dgm:spPr/>
    </dgm:pt>
  </dgm:ptLst>
  <dgm:cxnLst>
    <dgm:cxn modelId="{7C10561C-5FFC-4122-BB05-4ECB4F979D3F}" type="presOf" srcId="{D73F9D9B-D634-4706-AED4-45174C4C333F}" destId="{44CB4B16-DCE3-4EF8-A1F2-1DDE505C7756}" srcOrd="0" destOrd="0" presId="urn:microsoft.com/office/officeart/2018/2/layout/IconCircleList"/>
    <dgm:cxn modelId="{12D3D01E-E858-498D-8889-C682F4054891}" srcId="{B997619E-AD15-4EA6-B2F7-8F3BD092DA24}" destId="{5B3A8671-4339-4CEA-A7B0-A79ED7022B6C}" srcOrd="3" destOrd="0" parTransId="{E76D3E22-091B-4863-8561-E53B7B4DFD13}" sibTransId="{7A55C058-565D-430B-8D53-E12C7571F5B4}"/>
    <dgm:cxn modelId="{C2C8333E-1B08-4CA0-9842-DD975A76375B}" type="presOf" srcId="{1035A7F8-E6B7-4630-9065-D616E3DA942B}" destId="{E5305992-A48C-4849-B55A-AE3E5A0535F8}" srcOrd="0" destOrd="0" presId="urn:microsoft.com/office/officeart/2018/2/layout/IconCircleList"/>
    <dgm:cxn modelId="{8AA4976F-1F04-452D-BC2B-601D914B2B81}" type="presOf" srcId="{C1CFF397-F1AC-4F53-83C3-D546E0D29098}" destId="{5444C702-47A6-4B9F-8040-6A31876F5ADF}" srcOrd="0" destOrd="0" presId="urn:microsoft.com/office/officeart/2018/2/layout/IconCircleList"/>
    <dgm:cxn modelId="{E4171858-F3FB-4917-9507-9FBA6214F3DC}" type="presOf" srcId="{9AA60FA7-3FA9-49AC-B26E-75D08A6F5F42}" destId="{1ABDCFC2-0BF5-4970-B73E-D0C2044CFC2F}" srcOrd="0" destOrd="0" presId="urn:microsoft.com/office/officeart/2018/2/layout/IconCircleList"/>
    <dgm:cxn modelId="{3326C078-2D6C-4EF2-A9FA-6D1407B6F921}" type="presOf" srcId="{B997619E-AD15-4EA6-B2F7-8F3BD092DA24}" destId="{2A424702-26D4-4BA9-BEEC-DAE5E08EDE6E}" srcOrd="0" destOrd="0" presId="urn:microsoft.com/office/officeart/2018/2/layout/IconCircleList"/>
    <dgm:cxn modelId="{5147C491-BE2B-4FD9-ADD2-ADCCA23B8CC3}" srcId="{B997619E-AD15-4EA6-B2F7-8F3BD092DA24}" destId="{00F8B49B-8D6E-4F5E-BF9A-2A1830231FD1}" srcOrd="0" destOrd="0" parTransId="{35C0E83D-A49E-47D9-B22D-2374E85C5379}" sibTransId="{C1CFF397-F1AC-4F53-83C3-D546E0D29098}"/>
    <dgm:cxn modelId="{BF3C18AA-A349-450B-9FDB-6BDA6F3CDB55}" srcId="{B997619E-AD15-4EA6-B2F7-8F3BD092DA24}" destId="{1035A7F8-E6B7-4630-9065-D616E3DA942B}" srcOrd="1" destOrd="0" parTransId="{33C98E32-1976-4946-8986-3AD91B7F5CC5}" sibTransId="{D73F9D9B-D634-4706-AED4-45174C4C333F}"/>
    <dgm:cxn modelId="{7E7766B1-5E92-405C-834E-5161B0C35BA6}" srcId="{B997619E-AD15-4EA6-B2F7-8F3BD092DA24}" destId="{9AA60FA7-3FA9-49AC-B26E-75D08A6F5F42}" srcOrd="2" destOrd="0" parTransId="{9397B207-851D-49D0-898A-D2C93B4A311F}" sibTransId="{1BCC0A4F-EA8F-4EFD-A77C-E073F0CCC952}"/>
    <dgm:cxn modelId="{08AA42D3-2563-49E4-A90F-BC7C017AD079}" type="presOf" srcId="{1BCC0A4F-EA8F-4EFD-A77C-E073F0CCC952}" destId="{B1D0E39F-0F2C-4ADD-A655-4DFD47BB60AB}" srcOrd="0" destOrd="0" presId="urn:microsoft.com/office/officeart/2018/2/layout/IconCircleList"/>
    <dgm:cxn modelId="{C823EED5-6A3F-4C8D-A332-66A69124A89B}" type="presOf" srcId="{5B3A8671-4339-4CEA-A7B0-A79ED7022B6C}" destId="{E360A03E-DF09-4316-A906-93B690395517}" srcOrd="0" destOrd="0" presId="urn:microsoft.com/office/officeart/2018/2/layout/IconCircleList"/>
    <dgm:cxn modelId="{1B6DE3EF-09B2-48E0-9601-FCC18DDE6A57}" type="presOf" srcId="{00F8B49B-8D6E-4F5E-BF9A-2A1830231FD1}" destId="{DE292A6D-8A0B-4412-BCAD-1E6132632650}" srcOrd="0" destOrd="0" presId="urn:microsoft.com/office/officeart/2018/2/layout/IconCircleList"/>
    <dgm:cxn modelId="{1C770711-2983-418A-804A-7D7B21B69C36}" type="presParOf" srcId="{2A424702-26D4-4BA9-BEEC-DAE5E08EDE6E}" destId="{C12BD37A-6414-4C6B-A312-04CFF4F5D73C}" srcOrd="0" destOrd="0" presId="urn:microsoft.com/office/officeart/2018/2/layout/IconCircleList"/>
    <dgm:cxn modelId="{B8BC54E3-35B0-43A4-A3DF-F47EE841039B}" type="presParOf" srcId="{C12BD37A-6414-4C6B-A312-04CFF4F5D73C}" destId="{DB06053E-4AFF-42FD-8029-E016EAD17AFD}" srcOrd="0" destOrd="0" presId="urn:microsoft.com/office/officeart/2018/2/layout/IconCircleList"/>
    <dgm:cxn modelId="{57CD390F-0A2E-470B-B3A3-BF827FDE181F}" type="presParOf" srcId="{DB06053E-4AFF-42FD-8029-E016EAD17AFD}" destId="{35E9F70E-33B7-469A-A534-DB3D56C2DD6D}" srcOrd="0" destOrd="0" presId="urn:microsoft.com/office/officeart/2018/2/layout/IconCircleList"/>
    <dgm:cxn modelId="{9CE49029-81C6-4950-9A14-43D7253A3BE5}" type="presParOf" srcId="{DB06053E-4AFF-42FD-8029-E016EAD17AFD}" destId="{E41D9F54-E9AA-4889-A333-062A9ED9E048}" srcOrd="1" destOrd="0" presId="urn:microsoft.com/office/officeart/2018/2/layout/IconCircleList"/>
    <dgm:cxn modelId="{A50F4FA7-2093-4855-9507-443B51F52487}" type="presParOf" srcId="{DB06053E-4AFF-42FD-8029-E016EAD17AFD}" destId="{9B8C63D3-3B91-48AD-8D5C-2331B99A48FD}" srcOrd="2" destOrd="0" presId="urn:microsoft.com/office/officeart/2018/2/layout/IconCircleList"/>
    <dgm:cxn modelId="{FD326CA9-BB43-4EA7-96B7-C615D002468E}" type="presParOf" srcId="{DB06053E-4AFF-42FD-8029-E016EAD17AFD}" destId="{DE292A6D-8A0B-4412-BCAD-1E6132632650}" srcOrd="3" destOrd="0" presId="urn:microsoft.com/office/officeart/2018/2/layout/IconCircleList"/>
    <dgm:cxn modelId="{EC119255-1116-4BD7-961F-34B828B80604}" type="presParOf" srcId="{C12BD37A-6414-4C6B-A312-04CFF4F5D73C}" destId="{5444C702-47A6-4B9F-8040-6A31876F5ADF}" srcOrd="1" destOrd="0" presId="urn:microsoft.com/office/officeart/2018/2/layout/IconCircleList"/>
    <dgm:cxn modelId="{0923B7F9-0125-4E3E-8762-6EFA33A7499C}" type="presParOf" srcId="{C12BD37A-6414-4C6B-A312-04CFF4F5D73C}" destId="{576F7A1A-B72C-4354-A0B4-1AA5E9F4F77D}" srcOrd="2" destOrd="0" presId="urn:microsoft.com/office/officeart/2018/2/layout/IconCircleList"/>
    <dgm:cxn modelId="{9D4ACA13-D62D-4377-8964-00C9A081E190}" type="presParOf" srcId="{576F7A1A-B72C-4354-A0B4-1AA5E9F4F77D}" destId="{26CFF2AE-3B8C-42BF-9D07-59ED9C413600}" srcOrd="0" destOrd="0" presId="urn:microsoft.com/office/officeart/2018/2/layout/IconCircleList"/>
    <dgm:cxn modelId="{E22A65DE-048A-4D08-B28F-E9B4F7BAF7F1}" type="presParOf" srcId="{576F7A1A-B72C-4354-A0B4-1AA5E9F4F77D}" destId="{8CBAE5DE-6302-4DB2-AA2F-578D7435558C}" srcOrd="1" destOrd="0" presId="urn:microsoft.com/office/officeart/2018/2/layout/IconCircleList"/>
    <dgm:cxn modelId="{B4AC5DD0-56D9-49EE-B7E9-B3F1037FCE11}" type="presParOf" srcId="{576F7A1A-B72C-4354-A0B4-1AA5E9F4F77D}" destId="{554B1435-AD0E-4580-A19F-D72127C1D32A}" srcOrd="2" destOrd="0" presId="urn:microsoft.com/office/officeart/2018/2/layout/IconCircleList"/>
    <dgm:cxn modelId="{04BDB8C9-A651-4D39-A3D2-FC10E75EACD2}" type="presParOf" srcId="{576F7A1A-B72C-4354-A0B4-1AA5E9F4F77D}" destId="{E5305992-A48C-4849-B55A-AE3E5A0535F8}" srcOrd="3" destOrd="0" presId="urn:microsoft.com/office/officeart/2018/2/layout/IconCircleList"/>
    <dgm:cxn modelId="{F36B0EBD-B772-4D72-A7BF-EED0445831B8}" type="presParOf" srcId="{C12BD37A-6414-4C6B-A312-04CFF4F5D73C}" destId="{44CB4B16-DCE3-4EF8-A1F2-1DDE505C7756}" srcOrd="3" destOrd="0" presId="urn:microsoft.com/office/officeart/2018/2/layout/IconCircleList"/>
    <dgm:cxn modelId="{DCF81542-BC61-483F-9D6E-8F146209741A}" type="presParOf" srcId="{C12BD37A-6414-4C6B-A312-04CFF4F5D73C}" destId="{E9BC271A-6221-47FF-91DD-356C0A322A05}" srcOrd="4" destOrd="0" presId="urn:microsoft.com/office/officeart/2018/2/layout/IconCircleList"/>
    <dgm:cxn modelId="{99ADC826-7BAE-472A-B020-C022A60002B3}" type="presParOf" srcId="{E9BC271A-6221-47FF-91DD-356C0A322A05}" destId="{C8BBB9FF-3B0C-4838-9F2A-3DC567917620}" srcOrd="0" destOrd="0" presId="urn:microsoft.com/office/officeart/2018/2/layout/IconCircleList"/>
    <dgm:cxn modelId="{DA1A7F20-9B96-4560-A712-12AD6C405FF2}" type="presParOf" srcId="{E9BC271A-6221-47FF-91DD-356C0A322A05}" destId="{C3620C79-9F8F-4699-AE01-AD0A70FACE4B}" srcOrd="1" destOrd="0" presId="urn:microsoft.com/office/officeart/2018/2/layout/IconCircleList"/>
    <dgm:cxn modelId="{1055808A-19DA-4C8C-9C80-536E7AE981BF}" type="presParOf" srcId="{E9BC271A-6221-47FF-91DD-356C0A322A05}" destId="{5A71493A-9FE1-4DF2-9E2A-155A0E74F495}" srcOrd="2" destOrd="0" presId="urn:microsoft.com/office/officeart/2018/2/layout/IconCircleList"/>
    <dgm:cxn modelId="{46086777-4D2C-440E-A2AF-23A46530FC54}" type="presParOf" srcId="{E9BC271A-6221-47FF-91DD-356C0A322A05}" destId="{1ABDCFC2-0BF5-4970-B73E-D0C2044CFC2F}" srcOrd="3" destOrd="0" presId="urn:microsoft.com/office/officeart/2018/2/layout/IconCircleList"/>
    <dgm:cxn modelId="{5740CC49-1104-4E22-BF8A-DAE95197DDCB}" type="presParOf" srcId="{C12BD37A-6414-4C6B-A312-04CFF4F5D73C}" destId="{B1D0E39F-0F2C-4ADD-A655-4DFD47BB60AB}" srcOrd="5" destOrd="0" presId="urn:microsoft.com/office/officeart/2018/2/layout/IconCircleList"/>
    <dgm:cxn modelId="{86EFCA94-52F5-4E8E-ACB8-3705841996CB}" type="presParOf" srcId="{C12BD37A-6414-4C6B-A312-04CFF4F5D73C}" destId="{99326F41-734D-4A5F-8736-6BD63BC41D57}" srcOrd="6" destOrd="0" presId="urn:microsoft.com/office/officeart/2018/2/layout/IconCircleList"/>
    <dgm:cxn modelId="{5FD2BF1F-5292-4F58-A15B-0B253D34A840}" type="presParOf" srcId="{99326F41-734D-4A5F-8736-6BD63BC41D57}" destId="{DB7E86F6-6145-4F35-9AA7-7E2D85953157}" srcOrd="0" destOrd="0" presId="urn:microsoft.com/office/officeart/2018/2/layout/IconCircleList"/>
    <dgm:cxn modelId="{DE98EDE3-5EFA-4185-8522-153D9F5A97F4}" type="presParOf" srcId="{99326F41-734D-4A5F-8736-6BD63BC41D57}" destId="{E47578A4-B101-4F06-A3EC-26F6E3325FBD}" srcOrd="1" destOrd="0" presId="urn:microsoft.com/office/officeart/2018/2/layout/IconCircleList"/>
    <dgm:cxn modelId="{2DEF3EED-80D4-4609-9FD5-15F4167F54F0}" type="presParOf" srcId="{99326F41-734D-4A5F-8736-6BD63BC41D57}" destId="{31AE8811-8E5C-4C78-BF65-6AAC591607BF}" srcOrd="2" destOrd="0" presId="urn:microsoft.com/office/officeart/2018/2/layout/IconCircleList"/>
    <dgm:cxn modelId="{C9A6EFAB-4AB8-48CA-A2BD-85AE59C7241A}" type="presParOf" srcId="{99326F41-734D-4A5F-8736-6BD63BC41D57}" destId="{E360A03E-DF09-4316-A906-93B690395517}" srcOrd="3" destOrd="0" presId="urn:microsoft.com/office/officeart/2018/2/layout/IconCircle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5.xml><?xml version="1.0" encoding="utf-8"?>
<dgm:dataModel xmlns:dgm="http://schemas.openxmlformats.org/drawingml/2006/diagram" xmlns:a="http://schemas.openxmlformats.org/drawingml/2006/main">
  <dgm:ptLst>
    <dgm:pt modelId="{2EE650BD-299C-4953-B539-D7CC9165C6FB}" type="doc">
      <dgm:prSet loTypeId="urn:microsoft.com/office/officeart/2005/8/layout/cycle8" loCatId="cycle" qsTypeId="urn:microsoft.com/office/officeart/2005/8/quickstyle/simple1" qsCatId="simple" csTypeId="urn:microsoft.com/office/officeart/2005/8/colors/accent1_2" csCatId="accent1"/>
      <dgm:spPr/>
      <dgm:t>
        <a:bodyPr/>
        <a:lstStyle/>
        <a:p>
          <a:endParaRPr lang="en-US"/>
        </a:p>
      </dgm:t>
    </dgm:pt>
    <dgm:pt modelId="{CCDDD020-7A98-4847-B84F-B84055398560}">
      <dgm:prSet/>
      <dgm:spPr/>
      <dgm:t>
        <a:bodyPr/>
        <a:lstStyle/>
        <a:p>
          <a:r>
            <a:rPr lang="en-US"/>
            <a:t>External (public)</a:t>
          </a:r>
        </a:p>
      </dgm:t>
    </dgm:pt>
    <dgm:pt modelId="{6D041DF2-32B0-49E5-A5DE-A76DDA9B3716}" type="parTrans" cxnId="{DEC7C042-A245-4EBD-A053-1878E59DC37F}">
      <dgm:prSet/>
      <dgm:spPr/>
      <dgm:t>
        <a:bodyPr/>
        <a:lstStyle/>
        <a:p>
          <a:endParaRPr lang="en-US"/>
        </a:p>
      </dgm:t>
    </dgm:pt>
    <dgm:pt modelId="{DCF47A3A-B803-4904-A03E-C51E340D6DFC}" type="sibTrans" cxnId="{DEC7C042-A245-4EBD-A053-1878E59DC37F}">
      <dgm:prSet/>
      <dgm:spPr/>
      <dgm:t>
        <a:bodyPr/>
        <a:lstStyle/>
        <a:p>
          <a:endParaRPr lang="en-US"/>
        </a:p>
      </dgm:t>
    </dgm:pt>
    <dgm:pt modelId="{FCD95F41-600D-4049-92AE-CE1425603253}">
      <dgm:prSet/>
      <dgm:spPr/>
      <dgm:t>
        <a:bodyPr/>
        <a:lstStyle/>
        <a:p>
          <a:r>
            <a:rPr lang="en-US"/>
            <a:t>Globally unique </a:t>
          </a:r>
        </a:p>
      </dgm:t>
    </dgm:pt>
    <dgm:pt modelId="{A87A755E-7614-4121-905F-E76F7F99F7DE}" type="parTrans" cxnId="{751C0B91-95BA-4D89-A145-E2251EFF58FF}">
      <dgm:prSet/>
      <dgm:spPr/>
      <dgm:t>
        <a:bodyPr/>
        <a:lstStyle/>
        <a:p>
          <a:endParaRPr lang="en-US"/>
        </a:p>
      </dgm:t>
    </dgm:pt>
    <dgm:pt modelId="{C11BC080-2EA0-4614-B9C7-F6FF90FE9139}" type="sibTrans" cxnId="{751C0B91-95BA-4D89-A145-E2251EFF58FF}">
      <dgm:prSet/>
      <dgm:spPr/>
      <dgm:t>
        <a:bodyPr/>
        <a:lstStyle/>
        <a:p>
          <a:endParaRPr lang="en-US"/>
        </a:p>
      </dgm:t>
    </dgm:pt>
    <dgm:pt modelId="{033EE9E7-8BF3-494D-902B-A2AD1C96F27F}">
      <dgm:prSet/>
      <dgm:spPr/>
      <dgm:t>
        <a:bodyPr/>
        <a:lstStyle/>
        <a:p>
          <a:r>
            <a:rPr lang="en-US"/>
            <a:t>Routable across the public internet</a:t>
          </a:r>
        </a:p>
      </dgm:t>
    </dgm:pt>
    <dgm:pt modelId="{4E098E4D-96EC-40E8-9766-2766591F0863}" type="parTrans" cxnId="{90DEDCFC-513D-4F09-A2AB-E411A4E3A740}">
      <dgm:prSet/>
      <dgm:spPr/>
      <dgm:t>
        <a:bodyPr/>
        <a:lstStyle/>
        <a:p>
          <a:endParaRPr lang="en-US"/>
        </a:p>
      </dgm:t>
    </dgm:pt>
    <dgm:pt modelId="{AD625AF2-D860-421E-A628-DF96CC23CE46}" type="sibTrans" cxnId="{90DEDCFC-513D-4F09-A2AB-E411A4E3A740}">
      <dgm:prSet/>
      <dgm:spPr/>
      <dgm:t>
        <a:bodyPr/>
        <a:lstStyle/>
        <a:p>
          <a:endParaRPr lang="en-US"/>
        </a:p>
      </dgm:t>
    </dgm:pt>
    <dgm:pt modelId="{0E6B55CF-7989-48DE-B7DB-C31ED9098D7D}">
      <dgm:prSet/>
      <dgm:spPr/>
      <dgm:t>
        <a:bodyPr/>
        <a:lstStyle/>
        <a:p>
          <a:r>
            <a:rPr lang="en-US"/>
            <a:t>Assigned by ISPs</a:t>
          </a:r>
        </a:p>
      </dgm:t>
    </dgm:pt>
    <dgm:pt modelId="{7DFD7493-0E8D-412E-9710-E632ADC35E31}" type="parTrans" cxnId="{EF47B5B1-3B2E-42A7-B5EA-AF83DECDE680}">
      <dgm:prSet/>
      <dgm:spPr/>
      <dgm:t>
        <a:bodyPr/>
        <a:lstStyle/>
        <a:p>
          <a:endParaRPr lang="en-US"/>
        </a:p>
      </dgm:t>
    </dgm:pt>
    <dgm:pt modelId="{1933D0C8-48A9-4A83-9717-B088FECF8157}" type="sibTrans" cxnId="{EF47B5B1-3B2E-42A7-B5EA-AF83DECDE680}">
      <dgm:prSet/>
      <dgm:spPr/>
      <dgm:t>
        <a:bodyPr/>
        <a:lstStyle/>
        <a:p>
          <a:endParaRPr lang="en-US"/>
        </a:p>
      </dgm:t>
    </dgm:pt>
    <dgm:pt modelId="{0922BE7D-CB2D-4E29-A0B4-410B49449DF6}" type="pres">
      <dgm:prSet presAssocID="{2EE650BD-299C-4953-B539-D7CC9165C6FB}" presName="compositeShape" presStyleCnt="0">
        <dgm:presLayoutVars>
          <dgm:chMax val="7"/>
          <dgm:dir/>
          <dgm:resizeHandles val="exact"/>
        </dgm:presLayoutVars>
      </dgm:prSet>
      <dgm:spPr/>
    </dgm:pt>
    <dgm:pt modelId="{321DBFCD-B026-4BEB-87FA-23104DD4B11B}" type="pres">
      <dgm:prSet presAssocID="{2EE650BD-299C-4953-B539-D7CC9165C6FB}" presName="wedge1" presStyleLbl="node1" presStyleIdx="0" presStyleCnt="1"/>
      <dgm:spPr/>
    </dgm:pt>
    <dgm:pt modelId="{F3206FE2-9A1D-4408-A708-F4EC7433A865}" type="pres">
      <dgm:prSet presAssocID="{2EE650BD-299C-4953-B539-D7CC9165C6FB}" presName="dummy1a" presStyleCnt="0"/>
      <dgm:spPr/>
    </dgm:pt>
    <dgm:pt modelId="{14A1715B-CB0E-482E-96B1-BAD04DCC76A4}" type="pres">
      <dgm:prSet presAssocID="{2EE650BD-299C-4953-B539-D7CC9165C6FB}" presName="dummy1b" presStyleCnt="0"/>
      <dgm:spPr/>
    </dgm:pt>
    <dgm:pt modelId="{17442605-9FBB-4A9F-ADF8-7176675EF628}" type="pres">
      <dgm:prSet presAssocID="{2EE650BD-299C-4953-B539-D7CC9165C6FB}" presName="wedge1Tx" presStyleLbl="node1" presStyleIdx="0" presStyleCnt="1">
        <dgm:presLayoutVars>
          <dgm:chMax val="0"/>
          <dgm:chPref val="0"/>
          <dgm:bulletEnabled val="1"/>
        </dgm:presLayoutVars>
      </dgm:prSet>
      <dgm:spPr/>
    </dgm:pt>
    <dgm:pt modelId="{26148348-59C9-4DCA-A977-C682EB792E71}" type="pres">
      <dgm:prSet presAssocID="{DCF47A3A-B803-4904-A03E-C51E340D6DFC}" presName="arrowWedge1single" presStyleLbl="fgSibTrans2D1" presStyleIdx="0" presStyleCnt="1"/>
      <dgm:spPr/>
    </dgm:pt>
  </dgm:ptLst>
  <dgm:cxnLst>
    <dgm:cxn modelId="{FB2EAC0B-D358-4494-9344-37AF8CAF8869}" type="presOf" srcId="{CCDDD020-7A98-4847-B84F-B84055398560}" destId="{321DBFCD-B026-4BEB-87FA-23104DD4B11B}" srcOrd="0" destOrd="0" presId="urn:microsoft.com/office/officeart/2005/8/layout/cycle8"/>
    <dgm:cxn modelId="{FB465014-B2A4-4A29-8DE2-51D434DCBC33}" type="presOf" srcId="{0E6B55CF-7989-48DE-B7DB-C31ED9098D7D}" destId="{321DBFCD-B026-4BEB-87FA-23104DD4B11B}" srcOrd="0" destOrd="3" presId="urn:microsoft.com/office/officeart/2005/8/layout/cycle8"/>
    <dgm:cxn modelId="{981ECC3B-8C44-4710-A391-8B422107B442}" type="presOf" srcId="{033EE9E7-8BF3-494D-902B-A2AD1C96F27F}" destId="{321DBFCD-B026-4BEB-87FA-23104DD4B11B}" srcOrd="0" destOrd="2" presId="urn:microsoft.com/office/officeart/2005/8/layout/cycle8"/>
    <dgm:cxn modelId="{DEC7C042-A245-4EBD-A053-1878E59DC37F}" srcId="{2EE650BD-299C-4953-B539-D7CC9165C6FB}" destId="{CCDDD020-7A98-4847-B84F-B84055398560}" srcOrd="0" destOrd="0" parTransId="{6D041DF2-32B0-49E5-A5DE-A76DDA9B3716}" sibTransId="{DCF47A3A-B803-4904-A03E-C51E340D6DFC}"/>
    <dgm:cxn modelId="{872B0447-B876-4750-8236-4E56C752244B}" type="presOf" srcId="{0E6B55CF-7989-48DE-B7DB-C31ED9098D7D}" destId="{17442605-9FBB-4A9F-ADF8-7176675EF628}" srcOrd="1" destOrd="3" presId="urn:microsoft.com/office/officeart/2005/8/layout/cycle8"/>
    <dgm:cxn modelId="{5F2EED7A-3C39-4EFE-B3A6-9B0DDA71D0F5}" type="presOf" srcId="{FCD95F41-600D-4049-92AE-CE1425603253}" destId="{17442605-9FBB-4A9F-ADF8-7176675EF628}" srcOrd="1" destOrd="1" presId="urn:microsoft.com/office/officeart/2005/8/layout/cycle8"/>
    <dgm:cxn modelId="{751C0B91-95BA-4D89-A145-E2251EFF58FF}" srcId="{CCDDD020-7A98-4847-B84F-B84055398560}" destId="{FCD95F41-600D-4049-92AE-CE1425603253}" srcOrd="0" destOrd="0" parTransId="{A87A755E-7614-4121-905F-E76F7F99F7DE}" sibTransId="{C11BC080-2EA0-4614-B9C7-F6FF90FE9139}"/>
    <dgm:cxn modelId="{7EC5B194-D026-4540-9988-B063A93CD98D}" type="presOf" srcId="{FCD95F41-600D-4049-92AE-CE1425603253}" destId="{321DBFCD-B026-4BEB-87FA-23104DD4B11B}" srcOrd="0" destOrd="1" presId="urn:microsoft.com/office/officeart/2005/8/layout/cycle8"/>
    <dgm:cxn modelId="{EF47B5B1-3B2E-42A7-B5EA-AF83DECDE680}" srcId="{CCDDD020-7A98-4847-B84F-B84055398560}" destId="{0E6B55CF-7989-48DE-B7DB-C31ED9098D7D}" srcOrd="2" destOrd="0" parTransId="{7DFD7493-0E8D-412E-9710-E632ADC35E31}" sibTransId="{1933D0C8-48A9-4A83-9717-B088FECF8157}"/>
    <dgm:cxn modelId="{403EE8B6-BF3E-4F7C-A641-BD70CBC59B02}" type="presOf" srcId="{2EE650BD-299C-4953-B539-D7CC9165C6FB}" destId="{0922BE7D-CB2D-4E29-A0B4-410B49449DF6}" srcOrd="0" destOrd="0" presId="urn:microsoft.com/office/officeart/2005/8/layout/cycle8"/>
    <dgm:cxn modelId="{6766F9CA-B35E-4648-9950-405A8F4E7444}" type="presOf" srcId="{033EE9E7-8BF3-494D-902B-A2AD1C96F27F}" destId="{17442605-9FBB-4A9F-ADF8-7176675EF628}" srcOrd="1" destOrd="2" presId="urn:microsoft.com/office/officeart/2005/8/layout/cycle8"/>
    <dgm:cxn modelId="{A0B770CB-EF81-4BE6-864A-8030119762B0}" type="presOf" srcId="{CCDDD020-7A98-4847-B84F-B84055398560}" destId="{17442605-9FBB-4A9F-ADF8-7176675EF628}" srcOrd="1" destOrd="0" presId="urn:microsoft.com/office/officeart/2005/8/layout/cycle8"/>
    <dgm:cxn modelId="{90DEDCFC-513D-4F09-A2AB-E411A4E3A740}" srcId="{CCDDD020-7A98-4847-B84F-B84055398560}" destId="{033EE9E7-8BF3-494D-902B-A2AD1C96F27F}" srcOrd="1" destOrd="0" parTransId="{4E098E4D-96EC-40E8-9766-2766591F0863}" sibTransId="{AD625AF2-D860-421E-A628-DF96CC23CE46}"/>
    <dgm:cxn modelId="{BDD4125F-0B36-4B57-B904-FAA90BF8DC39}" type="presParOf" srcId="{0922BE7D-CB2D-4E29-A0B4-410B49449DF6}" destId="{321DBFCD-B026-4BEB-87FA-23104DD4B11B}" srcOrd="0" destOrd="0" presId="urn:microsoft.com/office/officeart/2005/8/layout/cycle8"/>
    <dgm:cxn modelId="{97C71100-AB19-42FC-ABB6-B5D1D27814CB}" type="presParOf" srcId="{0922BE7D-CB2D-4E29-A0B4-410B49449DF6}" destId="{F3206FE2-9A1D-4408-A708-F4EC7433A865}" srcOrd="1" destOrd="0" presId="urn:microsoft.com/office/officeart/2005/8/layout/cycle8"/>
    <dgm:cxn modelId="{235FF37F-147E-43EA-A315-D4EEE91AB1F1}" type="presParOf" srcId="{0922BE7D-CB2D-4E29-A0B4-410B49449DF6}" destId="{14A1715B-CB0E-482E-96B1-BAD04DCC76A4}" srcOrd="2" destOrd="0" presId="urn:microsoft.com/office/officeart/2005/8/layout/cycle8"/>
    <dgm:cxn modelId="{A3F1B94A-50DB-4F23-A67B-9AEF54ED6588}" type="presParOf" srcId="{0922BE7D-CB2D-4E29-A0B4-410B49449DF6}" destId="{17442605-9FBB-4A9F-ADF8-7176675EF628}" srcOrd="3" destOrd="0" presId="urn:microsoft.com/office/officeart/2005/8/layout/cycle8"/>
    <dgm:cxn modelId="{FC0139CB-3CDD-458F-962C-9E25AE2712E5}" type="presParOf" srcId="{0922BE7D-CB2D-4E29-A0B4-410B49449DF6}" destId="{26148348-59C9-4DCA-A977-C682EB792E71}" srcOrd="4" destOrd="0" presId="urn:microsoft.com/office/officeart/2005/8/layout/cycle8"/>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6.xml><?xml version="1.0" encoding="utf-8"?>
<dgm:dataModel xmlns:dgm="http://schemas.openxmlformats.org/drawingml/2006/diagram" xmlns:a="http://schemas.openxmlformats.org/drawingml/2006/main">
  <dgm:ptLst>
    <dgm:pt modelId="{1C77E16C-E6C0-41E9-A440-81EDDFD55E49}" type="doc">
      <dgm:prSet loTypeId="urn:microsoft.com/office/officeart/2005/8/layout/vList2" loCatId="list" qsTypeId="urn:microsoft.com/office/officeart/2005/8/quickstyle/simple2" qsCatId="simple" csTypeId="urn:microsoft.com/office/officeart/2005/8/colors/colorful5" csCatId="colorful" phldr="1"/>
      <dgm:spPr/>
      <dgm:t>
        <a:bodyPr/>
        <a:lstStyle/>
        <a:p>
          <a:endParaRPr lang="en-US"/>
        </a:p>
      </dgm:t>
    </dgm:pt>
    <dgm:pt modelId="{409ECA82-8D6D-483D-AD01-91FED569EF30}">
      <dgm:prSet/>
      <dgm:spPr/>
      <dgm:t>
        <a:bodyPr/>
        <a:lstStyle/>
        <a:p>
          <a:pPr algn="l">
            <a:lnSpc>
              <a:spcPct val="90000"/>
            </a:lnSpc>
          </a:pPr>
          <a:r>
            <a:rPr lang="en-US" sz="2000">
              <a:solidFill>
                <a:srgbClr val="FFFFFF"/>
              </a:solidFill>
              <a:latin typeface="Aptos"/>
              <a:ea typeface="+mn-ea"/>
              <a:cs typeface="+mn-cs"/>
            </a:rPr>
            <a:t>A broadcast is a message one device sends to everyone on the same network subnet</a:t>
          </a:r>
        </a:p>
      </dgm:t>
    </dgm:pt>
    <dgm:pt modelId="{916519AC-3FD7-4FA7-80A8-853BDFD82F3B}" type="parTrans" cxnId="{70AFE4D7-5E4F-4CB1-9E2A-58207141D341}">
      <dgm:prSet/>
      <dgm:spPr/>
      <dgm:t>
        <a:bodyPr/>
        <a:lstStyle/>
        <a:p>
          <a:endParaRPr lang="en-US"/>
        </a:p>
      </dgm:t>
    </dgm:pt>
    <dgm:pt modelId="{B0A7331D-0FE7-4C38-99A6-26DA0EA31AFC}" type="sibTrans" cxnId="{70AFE4D7-5E4F-4CB1-9E2A-58207141D341}">
      <dgm:prSet/>
      <dgm:spPr/>
      <dgm:t>
        <a:bodyPr/>
        <a:lstStyle/>
        <a:p>
          <a:endParaRPr lang="en-US"/>
        </a:p>
      </dgm:t>
    </dgm:pt>
    <dgm:pt modelId="{A9E1AB46-5F90-4E52-96E3-5DC45928952A}">
      <dgm:prSet/>
      <dgm:spPr/>
      <dgm:t>
        <a:bodyPr/>
        <a:lstStyle/>
        <a:p>
          <a:pPr algn="l">
            <a:lnSpc>
              <a:spcPct val="90000"/>
            </a:lnSpc>
          </a:pPr>
          <a:r>
            <a:rPr lang="en-US" sz="2000">
              <a:solidFill>
                <a:srgbClr val="FFFFFF"/>
              </a:solidFill>
              <a:latin typeface="Aptos" panose="020B0004020202020204"/>
              <a:ea typeface="+mn-ea"/>
              <a:cs typeface="+mn-cs"/>
            </a:rPr>
            <a:t>All devices in our example of the </a:t>
          </a:r>
          <a:r>
            <a:rPr lang="en-US" sz="2000">
              <a:solidFill>
                <a:srgbClr val="FFFFFF"/>
              </a:solidFill>
              <a:latin typeface="Aptos Display" panose="020F0302020204030204"/>
              <a:ea typeface="+mn-ea"/>
              <a:cs typeface="+mn-cs"/>
            </a:rPr>
            <a:t>192.168.20</a:t>
          </a:r>
          <a:r>
            <a:rPr lang="en-US" sz="2000">
              <a:solidFill>
                <a:srgbClr val="FFFFFF"/>
              </a:solidFill>
              <a:latin typeface="Aptos" panose="020B0004020202020204"/>
              <a:ea typeface="+mn-ea"/>
              <a:cs typeface="+mn-cs"/>
            </a:rPr>
            <a:t>.xxx are all in the same room</a:t>
          </a:r>
        </a:p>
      </dgm:t>
    </dgm:pt>
    <dgm:pt modelId="{6B141E14-6E41-42FF-8752-087993DE25AC}" type="parTrans" cxnId="{B8FEE047-C249-45EA-B93D-A0077697FFE8}">
      <dgm:prSet/>
      <dgm:spPr/>
      <dgm:t>
        <a:bodyPr/>
        <a:lstStyle/>
        <a:p>
          <a:endParaRPr lang="en-US"/>
        </a:p>
      </dgm:t>
    </dgm:pt>
    <dgm:pt modelId="{6353CC0D-A415-4B0C-85A3-7E501E9A87DD}" type="sibTrans" cxnId="{B8FEE047-C249-45EA-B93D-A0077697FFE8}">
      <dgm:prSet/>
      <dgm:spPr/>
      <dgm:t>
        <a:bodyPr/>
        <a:lstStyle/>
        <a:p>
          <a:endParaRPr lang="en-US"/>
        </a:p>
      </dgm:t>
    </dgm:pt>
    <dgm:pt modelId="{44CB55AB-6992-4F85-9F4D-BC995BEB0538}">
      <dgm:prSet/>
      <dgm:spPr/>
      <dgm:t>
        <a:bodyPr/>
        <a:lstStyle/>
        <a:p>
          <a:pPr algn="l">
            <a:lnSpc>
              <a:spcPct val="90000"/>
            </a:lnSpc>
          </a:pPr>
          <a:r>
            <a:rPr lang="en-US" sz="2000">
              <a:solidFill>
                <a:srgbClr val="FFFFFF"/>
              </a:solidFill>
              <a:latin typeface="Aptos" panose="020B0004020202020204"/>
              <a:ea typeface="+mn-ea"/>
              <a:cs typeface="+mn-cs"/>
            </a:rPr>
            <a:t>Routers doors/walls</a:t>
          </a:r>
        </a:p>
      </dgm:t>
    </dgm:pt>
    <dgm:pt modelId="{236DDBDD-047A-4E62-9718-8EB3E8811B2A}" type="parTrans" cxnId="{D7B1BAE8-FB25-4D07-8D51-709C7257E73C}">
      <dgm:prSet/>
      <dgm:spPr/>
      <dgm:t>
        <a:bodyPr/>
        <a:lstStyle/>
        <a:p>
          <a:endParaRPr lang="en-US"/>
        </a:p>
      </dgm:t>
    </dgm:pt>
    <dgm:pt modelId="{B63F9551-653A-4C19-908B-F23EE3D318AD}" type="sibTrans" cxnId="{D7B1BAE8-FB25-4D07-8D51-709C7257E73C}">
      <dgm:prSet/>
      <dgm:spPr/>
      <dgm:t>
        <a:bodyPr/>
        <a:lstStyle/>
        <a:p>
          <a:endParaRPr lang="en-US"/>
        </a:p>
      </dgm:t>
    </dgm:pt>
    <dgm:pt modelId="{408964A5-C46F-426E-BB5B-F50228F7C5E2}">
      <dgm:prSet/>
      <dgm:spPr/>
      <dgm:t>
        <a:bodyPr/>
        <a:lstStyle/>
        <a:p>
          <a:pPr algn="l" rtl="0">
            <a:lnSpc>
              <a:spcPct val="90000"/>
            </a:lnSpc>
          </a:pPr>
          <a:r>
            <a:rPr lang="en-US" sz="2000">
              <a:solidFill>
                <a:srgbClr val="FFFFFF"/>
              </a:solidFill>
              <a:latin typeface="Aptos" panose="020B0004020202020204"/>
              <a:ea typeface="+mn-ea"/>
              <a:cs typeface="+mn-cs"/>
            </a:rPr>
            <a:t>Smaller rooms stop devices from hearing yells that aren't meant for them</a:t>
          </a:r>
        </a:p>
      </dgm:t>
    </dgm:pt>
    <dgm:pt modelId="{C499E045-559E-47E2-8554-FAB61DBAD4E6}" type="parTrans" cxnId="{830494B8-DE41-4372-B724-1979D542B296}">
      <dgm:prSet/>
      <dgm:spPr/>
      <dgm:t>
        <a:bodyPr/>
        <a:lstStyle/>
        <a:p>
          <a:endParaRPr lang="en-US"/>
        </a:p>
      </dgm:t>
    </dgm:pt>
    <dgm:pt modelId="{045224F1-AC3D-4AF5-AE47-8ABF5CF1D8D3}" type="sibTrans" cxnId="{830494B8-DE41-4372-B724-1979D542B296}">
      <dgm:prSet/>
      <dgm:spPr/>
      <dgm:t>
        <a:bodyPr/>
        <a:lstStyle/>
        <a:p>
          <a:endParaRPr lang="en-US"/>
        </a:p>
      </dgm:t>
    </dgm:pt>
    <dgm:pt modelId="{A55FD013-1FBB-4400-A550-1F4DBFF745D7}">
      <dgm:prSet phldrT="[Text]" phldr="0"/>
      <dgm:spPr/>
      <dgm:t>
        <a:bodyPr/>
        <a:lstStyle/>
        <a:p>
          <a:pPr algn="l" rtl="0">
            <a:lnSpc>
              <a:spcPct val="90000"/>
            </a:lnSpc>
          </a:pPr>
          <a:r>
            <a:rPr lang="en-US" sz="2000">
              <a:solidFill>
                <a:srgbClr val="FFFFFF"/>
              </a:solidFill>
              <a:latin typeface="Aptos" panose="020B0004020202020204"/>
              <a:ea typeface="+mn-ea"/>
              <a:cs typeface="+mn-cs"/>
            </a:rPr>
            <a:t>Room analogy and broadcast domain, ex. </a:t>
          </a:r>
          <a:r>
            <a:rPr lang="en-US" sz="2000" err="1">
              <a:solidFill>
                <a:srgbClr val="FFFFFF"/>
              </a:solidFill>
              <a:latin typeface="Aptos" panose="020B0004020202020204"/>
              <a:ea typeface="+mn-ea"/>
              <a:cs typeface="+mn-cs"/>
            </a:rPr>
            <a:t>ip</a:t>
          </a:r>
          <a:r>
            <a:rPr lang="en-US" sz="2000">
              <a:solidFill>
                <a:srgbClr val="FFFFFF"/>
              </a:solidFill>
              <a:latin typeface="Aptos" panose="020B0004020202020204"/>
              <a:ea typeface="+mn-ea"/>
              <a:cs typeface="+mn-cs"/>
            </a:rPr>
            <a:t> a</a:t>
          </a:r>
        </a:p>
      </dgm:t>
    </dgm:pt>
    <dgm:pt modelId="{B2F69FA1-0539-4D60-8A62-BE07D5A1675C}" type="parTrans" cxnId="{33DBC290-FD08-4D93-93C5-C2B9B147C63B}">
      <dgm:prSet/>
      <dgm:spPr/>
    </dgm:pt>
    <dgm:pt modelId="{1D1B145E-F653-4F9B-8F4E-991B90C74555}" type="sibTrans" cxnId="{33DBC290-FD08-4D93-93C5-C2B9B147C63B}">
      <dgm:prSet/>
      <dgm:spPr/>
    </dgm:pt>
    <dgm:pt modelId="{15ABC92E-2CF2-4AEB-86A2-3192227A9178}" type="pres">
      <dgm:prSet presAssocID="{1C77E16C-E6C0-41E9-A440-81EDDFD55E49}" presName="linear" presStyleCnt="0">
        <dgm:presLayoutVars>
          <dgm:animLvl val="lvl"/>
          <dgm:resizeHandles val="exact"/>
        </dgm:presLayoutVars>
      </dgm:prSet>
      <dgm:spPr/>
    </dgm:pt>
    <dgm:pt modelId="{722BAB98-A1FF-470A-B973-75C2C1B4488A}" type="pres">
      <dgm:prSet presAssocID="{409ECA82-8D6D-483D-AD01-91FED569EF30}" presName="parentText" presStyleLbl="node1" presStyleIdx="0" presStyleCnt="5">
        <dgm:presLayoutVars>
          <dgm:chMax val="0"/>
          <dgm:bulletEnabled val="1"/>
        </dgm:presLayoutVars>
      </dgm:prSet>
      <dgm:spPr/>
    </dgm:pt>
    <dgm:pt modelId="{080C1395-4D82-4E5B-8294-410BEF8148A7}" type="pres">
      <dgm:prSet presAssocID="{B0A7331D-0FE7-4C38-99A6-26DA0EA31AFC}" presName="spacer" presStyleCnt="0"/>
      <dgm:spPr/>
    </dgm:pt>
    <dgm:pt modelId="{D42C3B1B-8301-4303-960F-6A0F7749EB9D}" type="pres">
      <dgm:prSet presAssocID="{A55FD013-1FBB-4400-A550-1F4DBFF745D7}" presName="parentText" presStyleLbl="node1" presStyleIdx="1" presStyleCnt="5">
        <dgm:presLayoutVars>
          <dgm:chMax val="0"/>
          <dgm:bulletEnabled val="1"/>
        </dgm:presLayoutVars>
      </dgm:prSet>
      <dgm:spPr/>
    </dgm:pt>
    <dgm:pt modelId="{7E5B6807-9E58-4F05-9DDE-7416273FED4B}" type="pres">
      <dgm:prSet presAssocID="{1D1B145E-F653-4F9B-8F4E-991B90C74555}" presName="spacer" presStyleCnt="0"/>
      <dgm:spPr/>
    </dgm:pt>
    <dgm:pt modelId="{28F25B8A-F7D0-4E2C-B13F-132624CEBE8D}" type="pres">
      <dgm:prSet presAssocID="{A9E1AB46-5F90-4E52-96E3-5DC45928952A}" presName="parentText" presStyleLbl="node1" presStyleIdx="2" presStyleCnt="5">
        <dgm:presLayoutVars>
          <dgm:chMax val="0"/>
          <dgm:bulletEnabled val="1"/>
        </dgm:presLayoutVars>
      </dgm:prSet>
      <dgm:spPr/>
    </dgm:pt>
    <dgm:pt modelId="{B8F19FE0-EDB3-4EC0-903E-809C53DD7408}" type="pres">
      <dgm:prSet presAssocID="{6353CC0D-A415-4B0C-85A3-7E501E9A87DD}" presName="spacer" presStyleCnt="0"/>
      <dgm:spPr/>
    </dgm:pt>
    <dgm:pt modelId="{5CB5A6DA-1500-4A6A-A0A6-275824A3E98A}" type="pres">
      <dgm:prSet presAssocID="{44CB55AB-6992-4F85-9F4D-BC995BEB0538}" presName="parentText" presStyleLbl="node1" presStyleIdx="3" presStyleCnt="5">
        <dgm:presLayoutVars>
          <dgm:chMax val="0"/>
          <dgm:bulletEnabled val="1"/>
        </dgm:presLayoutVars>
      </dgm:prSet>
      <dgm:spPr/>
    </dgm:pt>
    <dgm:pt modelId="{0ADD6BFA-CB6A-4C08-95C2-05947838C49C}" type="pres">
      <dgm:prSet presAssocID="{B63F9551-653A-4C19-908B-F23EE3D318AD}" presName="spacer" presStyleCnt="0"/>
      <dgm:spPr/>
    </dgm:pt>
    <dgm:pt modelId="{60D4B827-DFB5-4310-857A-B8D13E2ACF72}" type="pres">
      <dgm:prSet presAssocID="{408964A5-C46F-426E-BB5B-F50228F7C5E2}" presName="parentText" presStyleLbl="node1" presStyleIdx="4" presStyleCnt="5">
        <dgm:presLayoutVars>
          <dgm:chMax val="0"/>
          <dgm:bulletEnabled val="1"/>
        </dgm:presLayoutVars>
      </dgm:prSet>
      <dgm:spPr/>
    </dgm:pt>
  </dgm:ptLst>
  <dgm:cxnLst>
    <dgm:cxn modelId="{4FA73E06-6249-48D5-AA4B-DDB740E242F9}" type="presOf" srcId="{1C77E16C-E6C0-41E9-A440-81EDDFD55E49}" destId="{15ABC92E-2CF2-4AEB-86A2-3192227A9178}" srcOrd="0" destOrd="0" presId="urn:microsoft.com/office/officeart/2005/8/layout/vList2"/>
    <dgm:cxn modelId="{76CC8820-A3EA-49AD-888C-722F6123A389}" type="presOf" srcId="{A9E1AB46-5F90-4E52-96E3-5DC45928952A}" destId="{28F25B8A-F7D0-4E2C-B13F-132624CEBE8D}" srcOrd="0" destOrd="0" presId="urn:microsoft.com/office/officeart/2005/8/layout/vList2"/>
    <dgm:cxn modelId="{4500B03D-DBDD-478B-B1E2-1B2941F54934}" type="presOf" srcId="{A55FD013-1FBB-4400-A550-1F4DBFF745D7}" destId="{D42C3B1B-8301-4303-960F-6A0F7749EB9D}" srcOrd="0" destOrd="0" presId="urn:microsoft.com/office/officeart/2005/8/layout/vList2"/>
    <dgm:cxn modelId="{B8FEE047-C249-45EA-B93D-A0077697FFE8}" srcId="{1C77E16C-E6C0-41E9-A440-81EDDFD55E49}" destId="{A9E1AB46-5F90-4E52-96E3-5DC45928952A}" srcOrd="2" destOrd="0" parTransId="{6B141E14-6E41-42FF-8752-087993DE25AC}" sibTransId="{6353CC0D-A415-4B0C-85A3-7E501E9A87DD}"/>
    <dgm:cxn modelId="{ABEB5048-DC73-4A91-8BC5-B36B8E5037A2}" type="presOf" srcId="{44CB55AB-6992-4F85-9F4D-BC995BEB0538}" destId="{5CB5A6DA-1500-4A6A-A0A6-275824A3E98A}" srcOrd="0" destOrd="0" presId="urn:microsoft.com/office/officeart/2005/8/layout/vList2"/>
    <dgm:cxn modelId="{AE39A871-7352-4A3E-B30F-66BBCE382A93}" type="presOf" srcId="{408964A5-C46F-426E-BB5B-F50228F7C5E2}" destId="{60D4B827-DFB5-4310-857A-B8D13E2ACF72}" srcOrd="0" destOrd="0" presId="urn:microsoft.com/office/officeart/2005/8/layout/vList2"/>
    <dgm:cxn modelId="{33DBC290-FD08-4D93-93C5-C2B9B147C63B}" srcId="{1C77E16C-E6C0-41E9-A440-81EDDFD55E49}" destId="{A55FD013-1FBB-4400-A550-1F4DBFF745D7}" srcOrd="1" destOrd="0" parTransId="{B2F69FA1-0539-4D60-8A62-BE07D5A1675C}" sibTransId="{1D1B145E-F653-4F9B-8F4E-991B90C74555}"/>
    <dgm:cxn modelId="{708107B0-C2A4-4E07-853B-CEDC1D361D39}" type="presOf" srcId="{409ECA82-8D6D-483D-AD01-91FED569EF30}" destId="{722BAB98-A1FF-470A-B973-75C2C1B4488A}" srcOrd="0" destOrd="0" presId="urn:microsoft.com/office/officeart/2005/8/layout/vList2"/>
    <dgm:cxn modelId="{830494B8-DE41-4372-B724-1979D542B296}" srcId="{1C77E16C-E6C0-41E9-A440-81EDDFD55E49}" destId="{408964A5-C46F-426E-BB5B-F50228F7C5E2}" srcOrd="4" destOrd="0" parTransId="{C499E045-559E-47E2-8554-FAB61DBAD4E6}" sibTransId="{045224F1-AC3D-4AF5-AE47-8ABF5CF1D8D3}"/>
    <dgm:cxn modelId="{70AFE4D7-5E4F-4CB1-9E2A-58207141D341}" srcId="{1C77E16C-E6C0-41E9-A440-81EDDFD55E49}" destId="{409ECA82-8D6D-483D-AD01-91FED569EF30}" srcOrd="0" destOrd="0" parTransId="{916519AC-3FD7-4FA7-80A8-853BDFD82F3B}" sibTransId="{B0A7331D-0FE7-4C38-99A6-26DA0EA31AFC}"/>
    <dgm:cxn modelId="{D7B1BAE8-FB25-4D07-8D51-709C7257E73C}" srcId="{1C77E16C-E6C0-41E9-A440-81EDDFD55E49}" destId="{44CB55AB-6992-4F85-9F4D-BC995BEB0538}" srcOrd="3" destOrd="0" parTransId="{236DDBDD-047A-4E62-9718-8EB3E8811B2A}" sibTransId="{B63F9551-653A-4C19-908B-F23EE3D318AD}"/>
    <dgm:cxn modelId="{23280A3F-7315-427B-A44B-91C1DEBED90E}" type="presParOf" srcId="{15ABC92E-2CF2-4AEB-86A2-3192227A9178}" destId="{722BAB98-A1FF-470A-B973-75C2C1B4488A}" srcOrd="0" destOrd="0" presId="urn:microsoft.com/office/officeart/2005/8/layout/vList2"/>
    <dgm:cxn modelId="{DF1EF76F-5E69-43F2-A91B-B1C12C2604BE}" type="presParOf" srcId="{15ABC92E-2CF2-4AEB-86A2-3192227A9178}" destId="{080C1395-4D82-4E5B-8294-410BEF8148A7}" srcOrd="1" destOrd="0" presId="urn:microsoft.com/office/officeart/2005/8/layout/vList2"/>
    <dgm:cxn modelId="{3FE703F0-CF6A-42C7-BCA6-DE94C3C86B9F}" type="presParOf" srcId="{15ABC92E-2CF2-4AEB-86A2-3192227A9178}" destId="{D42C3B1B-8301-4303-960F-6A0F7749EB9D}" srcOrd="2" destOrd="0" presId="urn:microsoft.com/office/officeart/2005/8/layout/vList2"/>
    <dgm:cxn modelId="{19F4CD72-DD81-49B2-A10B-D4CF03699549}" type="presParOf" srcId="{15ABC92E-2CF2-4AEB-86A2-3192227A9178}" destId="{7E5B6807-9E58-4F05-9DDE-7416273FED4B}" srcOrd="3" destOrd="0" presId="urn:microsoft.com/office/officeart/2005/8/layout/vList2"/>
    <dgm:cxn modelId="{B75662A0-3B74-4F8E-A2C4-14319B7D6EAD}" type="presParOf" srcId="{15ABC92E-2CF2-4AEB-86A2-3192227A9178}" destId="{28F25B8A-F7D0-4E2C-B13F-132624CEBE8D}" srcOrd="4" destOrd="0" presId="urn:microsoft.com/office/officeart/2005/8/layout/vList2"/>
    <dgm:cxn modelId="{C530954B-7999-47B0-BD8F-809CEF9B04A3}" type="presParOf" srcId="{15ABC92E-2CF2-4AEB-86A2-3192227A9178}" destId="{B8F19FE0-EDB3-4EC0-903E-809C53DD7408}" srcOrd="5" destOrd="0" presId="urn:microsoft.com/office/officeart/2005/8/layout/vList2"/>
    <dgm:cxn modelId="{961DB42D-CF72-492D-AE9B-6BF8D0696616}" type="presParOf" srcId="{15ABC92E-2CF2-4AEB-86A2-3192227A9178}" destId="{5CB5A6DA-1500-4A6A-A0A6-275824A3E98A}" srcOrd="6" destOrd="0" presId="urn:microsoft.com/office/officeart/2005/8/layout/vList2"/>
    <dgm:cxn modelId="{6A643BD7-46A7-4043-AB72-C10568486E00}" type="presParOf" srcId="{15ABC92E-2CF2-4AEB-86A2-3192227A9178}" destId="{0ADD6BFA-CB6A-4C08-95C2-05947838C49C}" srcOrd="7" destOrd="0" presId="urn:microsoft.com/office/officeart/2005/8/layout/vList2"/>
    <dgm:cxn modelId="{6A171D22-F8EB-49CD-A0EB-525E7F6047B5}" type="presParOf" srcId="{15ABC92E-2CF2-4AEB-86A2-3192227A9178}" destId="{60D4B827-DFB5-4310-857A-B8D13E2ACF72}" srcOrd="8" destOrd="0" presId="urn:microsoft.com/office/officeart/2005/8/layout/vList2"/>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7.xml><?xml version="1.0" encoding="utf-8"?>
<dgm:dataModel xmlns:dgm="http://schemas.openxmlformats.org/drawingml/2006/diagram" xmlns:a="http://schemas.openxmlformats.org/drawingml/2006/main">
  <dgm:ptLst>
    <dgm:pt modelId="{E9F978F9-A0B5-4B8B-BA76-B19146CC0A35}" type="doc">
      <dgm:prSet loTypeId="urn:microsoft.com/office/officeart/2005/8/layout/vProcess5" loCatId="process" qsTypeId="urn:microsoft.com/office/officeart/2005/8/quickstyle/simple2" qsCatId="simple" csTypeId="urn:microsoft.com/office/officeart/2005/8/colors/accent3_2" csCatId="accent3" phldr="1"/>
      <dgm:spPr/>
      <dgm:t>
        <a:bodyPr/>
        <a:lstStyle/>
        <a:p>
          <a:endParaRPr lang="en-US"/>
        </a:p>
      </dgm:t>
    </dgm:pt>
    <dgm:pt modelId="{3F4D1051-BAEF-463B-9894-246F1FEAF01A}">
      <dgm:prSet/>
      <dgm:spPr/>
      <dgm:t>
        <a:bodyPr/>
        <a:lstStyle/>
        <a:p>
          <a:pPr rtl="0"/>
          <a:r>
            <a:rPr lang="en-US" b="1"/>
            <a:t>DHCP leases </a:t>
          </a:r>
          <a:r>
            <a:rPr lang="en-US" b="1">
              <a:latin typeface="Aptos Display" panose="020F0302020204030204"/>
            </a:rPr>
            <a:t>vs</a:t>
          </a:r>
          <a:r>
            <a:rPr lang="en-US" b="1"/>
            <a:t> </a:t>
          </a:r>
          <a:r>
            <a:rPr lang="en-US" b="1">
              <a:latin typeface="Aptos Display" panose="020F0302020204030204"/>
            </a:rPr>
            <a:t>new per connection</a:t>
          </a:r>
          <a:endParaRPr lang="en-US" b="1"/>
        </a:p>
      </dgm:t>
    </dgm:pt>
    <dgm:pt modelId="{FF2FB0DC-08E2-4FFD-914D-D4B4E236B4E7}" type="parTrans" cxnId="{C4AA7395-440F-48F5-AE02-5EB8D4A60F86}">
      <dgm:prSet/>
      <dgm:spPr/>
      <dgm:t>
        <a:bodyPr/>
        <a:lstStyle/>
        <a:p>
          <a:endParaRPr lang="en-US"/>
        </a:p>
      </dgm:t>
    </dgm:pt>
    <dgm:pt modelId="{7FCE4127-9621-45ED-8114-74B85C76963A}" type="sibTrans" cxnId="{C4AA7395-440F-48F5-AE02-5EB8D4A60F86}">
      <dgm:prSet/>
      <dgm:spPr/>
      <dgm:t>
        <a:bodyPr/>
        <a:lstStyle/>
        <a:p>
          <a:endParaRPr lang="en-US"/>
        </a:p>
      </dgm:t>
    </dgm:pt>
    <dgm:pt modelId="{EAFD31D6-4825-4C1B-9C99-89A919B6C271}">
      <dgm:prSet/>
      <dgm:spPr/>
      <dgm:t>
        <a:bodyPr/>
        <a:lstStyle/>
        <a:p>
          <a:pPr rtl="0"/>
          <a:r>
            <a:rPr lang="en-US">
              <a:latin typeface="Aptos Display" panose="020F0302020204030204"/>
            </a:rPr>
            <a:t>Within lease time, DHCP</a:t>
          </a:r>
          <a:r>
            <a:rPr lang="en-US"/>
            <a:t> </a:t>
          </a:r>
          <a:r>
            <a:rPr lang="en-US" b="1"/>
            <a:t>tries to give it the same IP</a:t>
          </a:r>
          <a:r>
            <a:rPr lang="en-US"/>
            <a:t> if available</a:t>
          </a:r>
        </a:p>
      </dgm:t>
    </dgm:pt>
    <dgm:pt modelId="{B2FF3638-B761-4851-A732-A0BC42786ADE}" type="parTrans" cxnId="{88A9F555-5DA7-4654-983E-53DB071C5E36}">
      <dgm:prSet/>
      <dgm:spPr/>
      <dgm:t>
        <a:bodyPr/>
        <a:lstStyle/>
        <a:p>
          <a:endParaRPr lang="en-US"/>
        </a:p>
      </dgm:t>
    </dgm:pt>
    <dgm:pt modelId="{B52FA00F-81AE-44B9-AAE3-7859E301D9DF}" type="sibTrans" cxnId="{88A9F555-5DA7-4654-983E-53DB071C5E36}">
      <dgm:prSet/>
      <dgm:spPr/>
      <dgm:t>
        <a:bodyPr/>
        <a:lstStyle/>
        <a:p>
          <a:endParaRPr lang="en-US"/>
        </a:p>
      </dgm:t>
    </dgm:pt>
    <dgm:pt modelId="{E245C22F-76F3-48AF-AF1F-9725A9B325B4}">
      <dgm:prSet/>
      <dgm:spPr/>
      <dgm:t>
        <a:bodyPr/>
        <a:lstStyle/>
        <a:p>
          <a:pPr rtl="0"/>
          <a:r>
            <a:rPr lang="en-US">
              <a:latin typeface="Aptos Display" panose="020F0302020204030204"/>
            </a:rPr>
            <a:t>How does </a:t>
          </a:r>
          <a:r>
            <a:rPr lang="en-US" b="0">
              <a:latin typeface="Aptos Display" panose="020F0302020204030204"/>
            </a:rPr>
            <a:t>this </a:t>
          </a:r>
          <a:r>
            <a:rPr lang="en-US">
              <a:latin typeface="Aptos Display" panose="020F0302020204030204"/>
            </a:rPr>
            <a:t>stabilize the network?</a:t>
          </a:r>
        </a:p>
      </dgm:t>
    </dgm:pt>
    <dgm:pt modelId="{EEA41C00-6E21-4843-8F57-77DBDC576A2A}" type="parTrans" cxnId="{11B0C016-E037-4B84-B5DF-41C6E27D8403}">
      <dgm:prSet/>
      <dgm:spPr/>
      <dgm:t>
        <a:bodyPr/>
        <a:lstStyle/>
        <a:p>
          <a:endParaRPr lang="en-US"/>
        </a:p>
      </dgm:t>
    </dgm:pt>
    <dgm:pt modelId="{85EB5D2D-9DD9-4303-AE9B-AF194C9CB86C}" type="sibTrans" cxnId="{11B0C016-E037-4B84-B5DF-41C6E27D8403}">
      <dgm:prSet/>
      <dgm:spPr/>
      <dgm:t>
        <a:bodyPr/>
        <a:lstStyle/>
        <a:p>
          <a:endParaRPr lang="en-US"/>
        </a:p>
      </dgm:t>
    </dgm:pt>
    <dgm:pt modelId="{27204695-3F19-4C6E-8C1C-CF23317FFDA6}">
      <dgm:prSet/>
      <dgm:spPr/>
      <dgm:t>
        <a:bodyPr/>
        <a:lstStyle/>
        <a:p>
          <a:pPr rtl="0"/>
          <a:r>
            <a:rPr lang="en-US">
              <a:latin typeface="Aptos Display" panose="020F0302020204030204"/>
            </a:rPr>
            <a:t>Unavailable IP = DHCP assigns another within its range​</a:t>
          </a:r>
          <a:endParaRPr lang="en-US"/>
        </a:p>
      </dgm:t>
    </dgm:pt>
    <dgm:pt modelId="{74080BBE-3C59-4B9F-98CD-93A9D92B13D0}" type="parTrans" cxnId="{B1591A2D-EF5C-47D5-AA7D-DDAF8E487EC1}">
      <dgm:prSet/>
      <dgm:spPr/>
      <dgm:t>
        <a:bodyPr/>
        <a:lstStyle/>
        <a:p>
          <a:endParaRPr lang="en-US"/>
        </a:p>
      </dgm:t>
    </dgm:pt>
    <dgm:pt modelId="{B2B93C91-A22C-4A4A-8F9C-5F4A722D170A}" type="sibTrans" cxnId="{B1591A2D-EF5C-47D5-AA7D-DDAF8E487EC1}">
      <dgm:prSet/>
      <dgm:spPr/>
      <dgm:t>
        <a:bodyPr/>
        <a:lstStyle/>
        <a:p>
          <a:endParaRPr lang="en-US"/>
        </a:p>
      </dgm:t>
    </dgm:pt>
    <dgm:pt modelId="{DACE00C2-EB10-49AD-9383-BC4510654F29}">
      <dgm:prSet phldrT="[Text]" phldr="0"/>
      <dgm:spPr/>
      <dgm:t>
        <a:bodyPr/>
        <a:lstStyle/>
        <a:p>
          <a:pPr rtl="0"/>
          <a:r>
            <a:rPr lang="en-US" sz="1100" b="0">
              <a:solidFill>
                <a:schemeClr val="bg1"/>
              </a:solidFill>
              <a:latin typeface="Calibri"/>
              <a:ea typeface="Calibri"/>
              <a:cs typeface="Calibri"/>
            </a:rPr>
            <a:t>Library book return policy</a:t>
          </a:r>
        </a:p>
      </dgm:t>
    </dgm:pt>
    <dgm:pt modelId="{A2AD3274-3D9F-46EB-B395-A2FAF8FED116}" type="parTrans" cxnId="{5D8B6AD0-F81E-407F-A81C-3F09DE723E63}">
      <dgm:prSet/>
      <dgm:spPr/>
    </dgm:pt>
    <dgm:pt modelId="{CB62C711-413B-41B5-B120-454B3B0F99D7}" type="sibTrans" cxnId="{5D8B6AD0-F81E-407F-A81C-3F09DE723E63}">
      <dgm:prSet/>
      <dgm:spPr/>
      <dgm:t>
        <a:bodyPr/>
        <a:lstStyle/>
        <a:p>
          <a:endParaRPr lang="en-US"/>
        </a:p>
      </dgm:t>
    </dgm:pt>
    <dgm:pt modelId="{C54B228C-6AED-43EF-98A0-84F6E3D8AD14}" type="pres">
      <dgm:prSet presAssocID="{E9F978F9-A0B5-4B8B-BA76-B19146CC0A35}" presName="outerComposite" presStyleCnt="0">
        <dgm:presLayoutVars>
          <dgm:chMax val="5"/>
          <dgm:dir/>
          <dgm:resizeHandles val="exact"/>
        </dgm:presLayoutVars>
      </dgm:prSet>
      <dgm:spPr/>
    </dgm:pt>
    <dgm:pt modelId="{161C9BF4-6FA1-48A4-9A49-D7E187E519B7}" type="pres">
      <dgm:prSet presAssocID="{E9F978F9-A0B5-4B8B-BA76-B19146CC0A35}" presName="dummyMaxCanvas" presStyleCnt="0">
        <dgm:presLayoutVars/>
      </dgm:prSet>
      <dgm:spPr/>
    </dgm:pt>
    <dgm:pt modelId="{B274E62E-EEF8-4753-A88C-0139C9FCC102}" type="pres">
      <dgm:prSet presAssocID="{E9F978F9-A0B5-4B8B-BA76-B19146CC0A35}" presName="FiveNodes_1" presStyleLbl="node1" presStyleIdx="0" presStyleCnt="5">
        <dgm:presLayoutVars>
          <dgm:bulletEnabled val="1"/>
        </dgm:presLayoutVars>
      </dgm:prSet>
      <dgm:spPr/>
    </dgm:pt>
    <dgm:pt modelId="{B9FEFA19-A7C8-4129-89AB-7FF20414B737}" type="pres">
      <dgm:prSet presAssocID="{E9F978F9-A0B5-4B8B-BA76-B19146CC0A35}" presName="FiveNodes_2" presStyleLbl="node1" presStyleIdx="1" presStyleCnt="5">
        <dgm:presLayoutVars>
          <dgm:bulletEnabled val="1"/>
        </dgm:presLayoutVars>
      </dgm:prSet>
      <dgm:spPr/>
    </dgm:pt>
    <dgm:pt modelId="{ACA4B6E7-58B4-445D-9BAD-5C19F2960DB2}" type="pres">
      <dgm:prSet presAssocID="{E9F978F9-A0B5-4B8B-BA76-B19146CC0A35}" presName="FiveNodes_3" presStyleLbl="node1" presStyleIdx="2" presStyleCnt="5">
        <dgm:presLayoutVars>
          <dgm:bulletEnabled val="1"/>
        </dgm:presLayoutVars>
      </dgm:prSet>
      <dgm:spPr/>
    </dgm:pt>
    <dgm:pt modelId="{63434D0D-0062-4FDF-B12B-6A41EB7063C4}" type="pres">
      <dgm:prSet presAssocID="{E9F978F9-A0B5-4B8B-BA76-B19146CC0A35}" presName="FiveNodes_4" presStyleLbl="node1" presStyleIdx="3" presStyleCnt="5">
        <dgm:presLayoutVars>
          <dgm:bulletEnabled val="1"/>
        </dgm:presLayoutVars>
      </dgm:prSet>
      <dgm:spPr/>
    </dgm:pt>
    <dgm:pt modelId="{F4B859D5-327D-43AF-B453-15A9C53790F1}" type="pres">
      <dgm:prSet presAssocID="{E9F978F9-A0B5-4B8B-BA76-B19146CC0A35}" presName="FiveNodes_5" presStyleLbl="node1" presStyleIdx="4" presStyleCnt="5">
        <dgm:presLayoutVars>
          <dgm:bulletEnabled val="1"/>
        </dgm:presLayoutVars>
      </dgm:prSet>
      <dgm:spPr/>
    </dgm:pt>
    <dgm:pt modelId="{E27C755B-3DF0-4618-90C9-E0536DE276B0}" type="pres">
      <dgm:prSet presAssocID="{E9F978F9-A0B5-4B8B-BA76-B19146CC0A35}" presName="FiveConn_1-2" presStyleLbl="fgAccFollowNode1" presStyleIdx="0" presStyleCnt="4">
        <dgm:presLayoutVars>
          <dgm:bulletEnabled val="1"/>
        </dgm:presLayoutVars>
      </dgm:prSet>
      <dgm:spPr/>
    </dgm:pt>
    <dgm:pt modelId="{16C225A7-3A1E-4A9D-8D72-288E4DCFB38A}" type="pres">
      <dgm:prSet presAssocID="{E9F978F9-A0B5-4B8B-BA76-B19146CC0A35}" presName="FiveConn_2-3" presStyleLbl="fgAccFollowNode1" presStyleIdx="1" presStyleCnt="4">
        <dgm:presLayoutVars>
          <dgm:bulletEnabled val="1"/>
        </dgm:presLayoutVars>
      </dgm:prSet>
      <dgm:spPr/>
    </dgm:pt>
    <dgm:pt modelId="{0C279373-F4B9-43DA-AB95-B9E85E172DF4}" type="pres">
      <dgm:prSet presAssocID="{E9F978F9-A0B5-4B8B-BA76-B19146CC0A35}" presName="FiveConn_3-4" presStyleLbl="fgAccFollowNode1" presStyleIdx="2" presStyleCnt="4">
        <dgm:presLayoutVars>
          <dgm:bulletEnabled val="1"/>
        </dgm:presLayoutVars>
      </dgm:prSet>
      <dgm:spPr/>
    </dgm:pt>
    <dgm:pt modelId="{5BDF8E67-355A-4337-A912-AFA6ECF60F51}" type="pres">
      <dgm:prSet presAssocID="{E9F978F9-A0B5-4B8B-BA76-B19146CC0A35}" presName="FiveConn_4-5" presStyleLbl="fgAccFollowNode1" presStyleIdx="3" presStyleCnt="4">
        <dgm:presLayoutVars>
          <dgm:bulletEnabled val="1"/>
        </dgm:presLayoutVars>
      </dgm:prSet>
      <dgm:spPr/>
    </dgm:pt>
    <dgm:pt modelId="{0AEC3D77-4E12-41E3-87B6-1D57B858DE6C}" type="pres">
      <dgm:prSet presAssocID="{E9F978F9-A0B5-4B8B-BA76-B19146CC0A35}" presName="FiveNodes_1_text" presStyleLbl="node1" presStyleIdx="4" presStyleCnt="5">
        <dgm:presLayoutVars>
          <dgm:bulletEnabled val="1"/>
        </dgm:presLayoutVars>
      </dgm:prSet>
      <dgm:spPr/>
    </dgm:pt>
    <dgm:pt modelId="{CE192647-82E4-4FB2-A48F-1D152B3015F5}" type="pres">
      <dgm:prSet presAssocID="{E9F978F9-A0B5-4B8B-BA76-B19146CC0A35}" presName="FiveNodes_2_text" presStyleLbl="node1" presStyleIdx="4" presStyleCnt="5">
        <dgm:presLayoutVars>
          <dgm:bulletEnabled val="1"/>
        </dgm:presLayoutVars>
      </dgm:prSet>
      <dgm:spPr/>
    </dgm:pt>
    <dgm:pt modelId="{0AE65E16-CA29-4A46-99C0-D14A33E03702}" type="pres">
      <dgm:prSet presAssocID="{E9F978F9-A0B5-4B8B-BA76-B19146CC0A35}" presName="FiveNodes_3_text" presStyleLbl="node1" presStyleIdx="4" presStyleCnt="5">
        <dgm:presLayoutVars>
          <dgm:bulletEnabled val="1"/>
        </dgm:presLayoutVars>
      </dgm:prSet>
      <dgm:spPr/>
    </dgm:pt>
    <dgm:pt modelId="{817574A4-A3E3-4228-AF87-4BF1E1A42897}" type="pres">
      <dgm:prSet presAssocID="{E9F978F9-A0B5-4B8B-BA76-B19146CC0A35}" presName="FiveNodes_4_text" presStyleLbl="node1" presStyleIdx="4" presStyleCnt="5">
        <dgm:presLayoutVars>
          <dgm:bulletEnabled val="1"/>
        </dgm:presLayoutVars>
      </dgm:prSet>
      <dgm:spPr/>
    </dgm:pt>
    <dgm:pt modelId="{1618EAA8-16CA-49EB-81E2-16EB926C0E3C}" type="pres">
      <dgm:prSet presAssocID="{E9F978F9-A0B5-4B8B-BA76-B19146CC0A35}" presName="FiveNodes_5_text" presStyleLbl="node1" presStyleIdx="4" presStyleCnt="5">
        <dgm:presLayoutVars>
          <dgm:bulletEnabled val="1"/>
        </dgm:presLayoutVars>
      </dgm:prSet>
      <dgm:spPr/>
    </dgm:pt>
  </dgm:ptLst>
  <dgm:cxnLst>
    <dgm:cxn modelId="{FA34250F-3AEF-4024-B955-B715FF3C44C9}" type="presOf" srcId="{3F4D1051-BAEF-463B-9894-246F1FEAF01A}" destId="{B9FEFA19-A7C8-4129-89AB-7FF20414B737}" srcOrd="0" destOrd="0" presId="urn:microsoft.com/office/officeart/2005/8/layout/vProcess5"/>
    <dgm:cxn modelId="{11B0C016-E037-4B84-B5DF-41C6E27D8403}" srcId="{E9F978F9-A0B5-4B8B-BA76-B19146CC0A35}" destId="{E245C22F-76F3-48AF-AF1F-9725A9B325B4}" srcOrd="3" destOrd="0" parTransId="{EEA41C00-6E21-4843-8F57-77DBDC576A2A}" sibTransId="{85EB5D2D-9DD9-4303-AE9B-AF194C9CB86C}"/>
    <dgm:cxn modelId="{DE4D321B-F955-4108-87B5-6B0B362A02CA}" type="presOf" srcId="{DACE00C2-EB10-49AD-9383-BC4510654F29}" destId="{B274E62E-EEF8-4753-A88C-0139C9FCC102}" srcOrd="0" destOrd="0" presId="urn:microsoft.com/office/officeart/2005/8/layout/vProcess5"/>
    <dgm:cxn modelId="{AC689A26-0303-4F53-A20C-3619E69F9161}" type="presOf" srcId="{E245C22F-76F3-48AF-AF1F-9725A9B325B4}" destId="{63434D0D-0062-4FDF-B12B-6A41EB7063C4}" srcOrd="0" destOrd="0" presId="urn:microsoft.com/office/officeart/2005/8/layout/vProcess5"/>
    <dgm:cxn modelId="{B1591A2D-EF5C-47D5-AA7D-DDAF8E487EC1}" srcId="{E9F978F9-A0B5-4B8B-BA76-B19146CC0A35}" destId="{27204695-3F19-4C6E-8C1C-CF23317FFDA6}" srcOrd="4" destOrd="0" parTransId="{74080BBE-3C59-4B9F-98CD-93A9D92B13D0}" sibTransId="{B2B93C91-A22C-4A4A-8F9C-5F4A722D170A}"/>
    <dgm:cxn modelId="{2EA4B06D-E45A-4B39-BED2-F9FCD1308F31}" type="presOf" srcId="{E9F978F9-A0B5-4B8B-BA76-B19146CC0A35}" destId="{C54B228C-6AED-43EF-98A0-84F6E3D8AD14}" srcOrd="0" destOrd="0" presId="urn:microsoft.com/office/officeart/2005/8/layout/vProcess5"/>
    <dgm:cxn modelId="{88A9F555-5DA7-4654-983E-53DB071C5E36}" srcId="{E9F978F9-A0B5-4B8B-BA76-B19146CC0A35}" destId="{EAFD31D6-4825-4C1B-9C99-89A919B6C271}" srcOrd="2" destOrd="0" parTransId="{B2FF3638-B761-4851-A732-A0BC42786ADE}" sibTransId="{B52FA00F-81AE-44B9-AAE3-7859E301D9DF}"/>
    <dgm:cxn modelId="{4C71FB55-9EC8-4447-9D1A-D8690E02E7A9}" type="presOf" srcId="{E245C22F-76F3-48AF-AF1F-9725A9B325B4}" destId="{817574A4-A3E3-4228-AF87-4BF1E1A42897}" srcOrd="1" destOrd="0" presId="urn:microsoft.com/office/officeart/2005/8/layout/vProcess5"/>
    <dgm:cxn modelId="{2A6B0D7D-CF08-4314-9CBC-EFD874CCE4EF}" type="presOf" srcId="{85EB5D2D-9DD9-4303-AE9B-AF194C9CB86C}" destId="{5BDF8E67-355A-4337-A912-AFA6ECF60F51}" srcOrd="0" destOrd="0" presId="urn:microsoft.com/office/officeart/2005/8/layout/vProcess5"/>
    <dgm:cxn modelId="{E2C2D087-CB23-4D6F-853F-E0AA1D92C487}" type="presOf" srcId="{CB62C711-413B-41B5-B120-454B3B0F99D7}" destId="{E27C755B-3DF0-4618-90C9-E0536DE276B0}" srcOrd="0" destOrd="0" presId="urn:microsoft.com/office/officeart/2005/8/layout/vProcess5"/>
    <dgm:cxn modelId="{C4AA7395-440F-48F5-AE02-5EB8D4A60F86}" srcId="{E9F978F9-A0B5-4B8B-BA76-B19146CC0A35}" destId="{3F4D1051-BAEF-463B-9894-246F1FEAF01A}" srcOrd="1" destOrd="0" parTransId="{FF2FB0DC-08E2-4FFD-914D-D4B4E236B4E7}" sibTransId="{7FCE4127-9621-45ED-8114-74B85C76963A}"/>
    <dgm:cxn modelId="{EA70F3AC-3898-440E-8E8F-459B1042E4A6}" type="presOf" srcId="{DACE00C2-EB10-49AD-9383-BC4510654F29}" destId="{0AEC3D77-4E12-41E3-87B6-1D57B858DE6C}" srcOrd="1" destOrd="0" presId="urn:microsoft.com/office/officeart/2005/8/layout/vProcess5"/>
    <dgm:cxn modelId="{776796BA-0528-4EFF-980C-FDFA39EEBD24}" type="presOf" srcId="{EAFD31D6-4825-4C1B-9C99-89A919B6C271}" destId="{ACA4B6E7-58B4-445D-9BAD-5C19F2960DB2}" srcOrd="0" destOrd="0" presId="urn:microsoft.com/office/officeart/2005/8/layout/vProcess5"/>
    <dgm:cxn modelId="{E03ED8C0-0010-4D8C-B990-E281B7529C24}" type="presOf" srcId="{27204695-3F19-4C6E-8C1C-CF23317FFDA6}" destId="{F4B859D5-327D-43AF-B453-15A9C53790F1}" srcOrd="0" destOrd="0" presId="urn:microsoft.com/office/officeart/2005/8/layout/vProcess5"/>
    <dgm:cxn modelId="{BB5F43C7-276A-49D7-82E8-6F22578EC3A1}" type="presOf" srcId="{EAFD31D6-4825-4C1B-9C99-89A919B6C271}" destId="{0AE65E16-CA29-4A46-99C0-D14A33E03702}" srcOrd="1" destOrd="0" presId="urn:microsoft.com/office/officeart/2005/8/layout/vProcess5"/>
    <dgm:cxn modelId="{24C58EC7-8416-413F-B6DF-D65964D2CC50}" type="presOf" srcId="{7FCE4127-9621-45ED-8114-74B85C76963A}" destId="{16C225A7-3A1E-4A9D-8D72-288E4DCFB38A}" srcOrd="0" destOrd="0" presId="urn:microsoft.com/office/officeart/2005/8/layout/vProcess5"/>
    <dgm:cxn modelId="{5D8B6AD0-F81E-407F-A81C-3F09DE723E63}" srcId="{E9F978F9-A0B5-4B8B-BA76-B19146CC0A35}" destId="{DACE00C2-EB10-49AD-9383-BC4510654F29}" srcOrd="0" destOrd="0" parTransId="{A2AD3274-3D9F-46EB-B395-A2FAF8FED116}" sibTransId="{CB62C711-413B-41B5-B120-454B3B0F99D7}"/>
    <dgm:cxn modelId="{33BA67D6-F3FA-4825-88E6-6754202E17C4}" type="presOf" srcId="{3F4D1051-BAEF-463B-9894-246F1FEAF01A}" destId="{CE192647-82E4-4FB2-A48F-1D152B3015F5}" srcOrd="1" destOrd="0" presId="urn:microsoft.com/office/officeart/2005/8/layout/vProcess5"/>
    <dgm:cxn modelId="{94E44CDF-ABC4-431F-8BE2-47739FA4178A}" type="presOf" srcId="{B52FA00F-81AE-44B9-AAE3-7859E301D9DF}" destId="{0C279373-F4B9-43DA-AB95-B9E85E172DF4}" srcOrd="0" destOrd="0" presId="urn:microsoft.com/office/officeart/2005/8/layout/vProcess5"/>
    <dgm:cxn modelId="{67A331E1-279B-4AD7-B76E-F70767F37792}" type="presOf" srcId="{27204695-3F19-4C6E-8C1C-CF23317FFDA6}" destId="{1618EAA8-16CA-49EB-81E2-16EB926C0E3C}" srcOrd="1" destOrd="0" presId="urn:microsoft.com/office/officeart/2005/8/layout/vProcess5"/>
    <dgm:cxn modelId="{6C4D12CF-7FD3-4F71-9FEA-C43C286558BE}" type="presParOf" srcId="{C54B228C-6AED-43EF-98A0-84F6E3D8AD14}" destId="{161C9BF4-6FA1-48A4-9A49-D7E187E519B7}" srcOrd="0" destOrd="0" presId="urn:microsoft.com/office/officeart/2005/8/layout/vProcess5"/>
    <dgm:cxn modelId="{673B83F6-D457-4944-9C41-5E3BE8E490C9}" type="presParOf" srcId="{C54B228C-6AED-43EF-98A0-84F6E3D8AD14}" destId="{B274E62E-EEF8-4753-A88C-0139C9FCC102}" srcOrd="1" destOrd="0" presId="urn:microsoft.com/office/officeart/2005/8/layout/vProcess5"/>
    <dgm:cxn modelId="{60C5F868-34A1-43A4-8998-4D189BF20EC9}" type="presParOf" srcId="{C54B228C-6AED-43EF-98A0-84F6E3D8AD14}" destId="{B9FEFA19-A7C8-4129-89AB-7FF20414B737}" srcOrd="2" destOrd="0" presId="urn:microsoft.com/office/officeart/2005/8/layout/vProcess5"/>
    <dgm:cxn modelId="{7E2C605C-C1BE-4E10-A257-775643D6EFA9}" type="presParOf" srcId="{C54B228C-6AED-43EF-98A0-84F6E3D8AD14}" destId="{ACA4B6E7-58B4-445D-9BAD-5C19F2960DB2}" srcOrd="3" destOrd="0" presId="urn:microsoft.com/office/officeart/2005/8/layout/vProcess5"/>
    <dgm:cxn modelId="{B26ABD27-28BD-4E22-A04D-E1461EC91483}" type="presParOf" srcId="{C54B228C-6AED-43EF-98A0-84F6E3D8AD14}" destId="{63434D0D-0062-4FDF-B12B-6A41EB7063C4}" srcOrd="4" destOrd="0" presId="urn:microsoft.com/office/officeart/2005/8/layout/vProcess5"/>
    <dgm:cxn modelId="{0FB390E3-58ED-41A9-976A-3B48C4317955}" type="presParOf" srcId="{C54B228C-6AED-43EF-98A0-84F6E3D8AD14}" destId="{F4B859D5-327D-43AF-B453-15A9C53790F1}" srcOrd="5" destOrd="0" presId="urn:microsoft.com/office/officeart/2005/8/layout/vProcess5"/>
    <dgm:cxn modelId="{7B58348E-D5D7-405B-817C-923AC4AA00AA}" type="presParOf" srcId="{C54B228C-6AED-43EF-98A0-84F6E3D8AD14}" destId="{E27C755B-3DF0-4618-90C9-E0536DE276B0}" srcOrd="6" destOrd="0" presId="urn:microsoft.com/office/officeart/2005/8/layout/vProcess5"/>
    <dgm:cxn modelId="{D1121EDA-57BA-434B-941E-6C1C20F0A016}" type="presParOf" srcId="{C54B228C-6AED-43EF-98A0-84F6E3D8AD14}" destId="{16C225A7-3A1E-4A9D-8D72-288E4DCFB38A}" srcOrd="7" destOrd="0" presId="urn:microsoft.com/office/officeart/2005/8/layout/vProcess5"/>
    <dgm:cxn modelId="{2FFDD011-8F3B-46BF-A2C7-4AE36205C7FC}" type="presParOf" srcId="{C54B228C-6AED-43EF-98A0-84F6E3D8AD14}" destId="{0C279373-F4B9-43DA-AB95-B9E85E172DF4}" srcOrd="8" destOrd="0" presId="urn:microsoft.com/office/officeart/2005/8/layout/vProcess5"/>
    <dgm:cxn modelId="{AA2DAFE0-A3E3-491B-904B-56F27AB6F4A4}" type="presParOf" srcId="{C54B228C-6AED-43EF-98A0-84F6E3D8AD14}" destId="{5BDF8E67-355A-4337-A912-AFA6ECF60F51}" srcOrd="9" destOrd="0" presId="urn:microsoft.com/office/officeart/2005/8/layout/vProcess5"/>
    <dgm:cxn modelId="{EA9FF41D-E791-4680-ABE8-1B41FA0C2E9C}" type="presParOf" srcId="{C54B228C-6AED-43EF-98A0-84F6E3D8AD14}" destId="{0AEC3D77-4E12-41E3-87B6-1D57B858DE6C}" srcOrd="10" destOrd="0" presId="urn:microsoft.com/office/officeart/2005/8/layout/vProcess5"/>
    <dgm:cxn modelId="{06423C2D-4D44-4CBE-9C5D-8BBE1888C140}" type="presParOf" srcId="{C54B228C-6AED-43EF-98A0-84F6E3D8AD14}" destId="{CE192647-82E4-4FB2-A48F-1D152B3015F5}" srcOrd="11" destOrd="0" presId="urn:microsoft.com/office/officeart/2005/8/layout/vProcess5"/>
    <dgm:cxn modelId="{F87D1FB0-CA12-4704-9774-12EC47AC2A6F}" type="presParOf" srcId="{C54B228C-6AED-43EF-98A0-84F6E3D8AD14}" destId="{0AE65E16-CA29-4A46-99C0-D14A33E03702}" srcOrd="12" destOrd="0" presId="urn:microsoft.com/office/officeart/2005/8/layout/vProcess5"/>
    <dgm:cxn modelId="{F25A0A51-7146-414A-BE60-AA1031CC5E65}" type="presParOf" srcId="{C54B228C-6AED-43EF-98A0-84F6E3D8AD14}" destId="{817574A4-A3E3-4228-AF87-4BF1E1A42897}" srcOrd="13" destOrd="0" presId="urn:microsoft.com/office/officeart/2005/8/layout/vProcess5"/>
    <dgm:cxn modelId="{8ECA8138-A8D4-4B1D-BB39-6F3C06D8E6B5}" type="presParOf" srcId="{C54B228C-6AED-43EF-98A0-84F6E3D8AD14}" destId="{1618EAA8-16CA-49EB-81E2-16EB926C0E3C}" srcOrd="14" destOrd="0" presId="urn:microsoft.com/office/officeart/2005/8/layout/vProcess5"/>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8.xml><?xml version="1.0" encoding="utf-8"?>
<dgm:dataModel xmlns:dgm="http://schemas.openxmlformats.org/drawingml/2006/diagram" xmlns:a="http://schemas.openxmlformats.org/drawingml/2006/main">
  <dgm:ptLst>
    <dgm:pt modelId="{DBB77A6E-E6AC-443C-87D9-4FA3B87F0DDE}" type="doc">
      <dgm:prSet loTypeId="urn:microsoft.com/office/officeart/2005/8/layout/default" loCatId="list" qsTypeId="urn:microsoft.com/office/officeart/2005/8/quickstyle/simple1" qsCatId="simple" csTypeId="urn:microsoft.com/office/officeart/2005/8/colors/accent1_2" csCatId="accent1"/>
      <dgm:spPr/>
      <dgm:t>
        <a:bodyPr/>
        <a:lstStyle/>
        <a:p>
          <a:endParaRPr lang="en-US"/>
        </a:p>
      </dgm:t>
    </dgm:pt>
    <dgm:pt modelId="{A4D7445B-FCF3-4292-B81E-5A35B453031A}">
      <dgm:prSet/>
      <dgm:spPr/>
      <dgm:t>
        <a:bodyPr/>
        <a:lstStyle/>
        <a:p>
          <a:r>
            <a:rPr lang="en-US"/>
            <a:t>A MAC address is like a serial number burned into a device's physical chip</a:t>
          </a:r>
        </a:p>
      </dgm:t>
    </dgm:pt>
    <dgm:pt modelId="{36EB232C-09EF-43AA-BF2A-4FFB81866945}" type="parTrans" cxnId="{B54839F6-A6C3-43DC-A04C-353120339C2E}">
      <dgm:prSet/>
      <dgm:spPr/>
      <dgm:t>
        <a:bodyPr/>
        <a:lstStyle/>
        <a:p>
          <a:endParaRPr lang="en-US"/>
        </a:p>
      </dgm:t>
    </dgm:pt>
    <dgm:pt modelId="{25EB5837-453B-403A-8D3E-E77B975137E3}" type="sibTrans" cxnId="{B54839F6-A6C3-43DC-A04C-353120339C2E}">
      <dgm:prSet/>
      <dgm:spPr/>
      <dgm:t>
        <a:bodyPr/>
        <a:lstStyle/>
        <a:p>
          <a:endParaRPr lang="en-US"/>
        </a:p>
      </dgm:t>
    </dgm:pt>
    <dgm:pt modelId="{9D070443-1C32-438D-B664-85D3C5C538E4}">
      <dgm:prSet/>
      <dgm:spPr/>
      <dgm:t>
        <a:bodyPr/>
        <a:lstStyle/>
        <a:p>
          <a:r>
            <a:rPr lang="en-US"/>
            <a:t>Written as 6 pairs of hexadecimal characters (e.g. 3C: 5A: B4: 12: 34: 56)</a:t>
          </a:r>
        </a:p>
      </dgm:t>
    </dgm:pt>
    <dgm:pt modelId="{EB14139C-998B-4FC7-A6F6-5B22D6F26D79}" type="parTrans" cxnId="{6C789839-D526-4A4F-9A43-72775AC851A5}">
      <dgm:prSet/>
      <dgm:spPr/>
      <dgm:t>
        <a:bodyPr/>
        <a:lstStyle/>
        <a:p>
          <a:endParaRPr lang="en-US"/>
        </a:p>
      </dgm:t>
    </dgm:pt>
    <dgm:pt modelId="{E3EF4A98-C24A-4D52-B7C4-986CBC0DDD24}" type="sibTrans" cxnId="{6C789839-D526-4A4F-9A43-72775AC851A5}">
      <dgm:prSet/>
      <dgm:spPr/>
      <dgm:t>
        <a:bodyPr/>
        <a:lstStyle/>
        <a:p>
          <a:endParaRPr lang="en-US"/>
        </a:p>
      </dgm:t>
    </dgm:pt>
    <dgm:pt modelId="{0435FF26-E7FF-496D-ADB7-9755B89FCCB7}">
      <dgm:prSet/>
      <dgm:spPr/>
      <dgm:t>
        <a:bodyPr/>
        <a:lstStyle/>
        <a:p>
          <a:r>
            <a:rPr lang="en-US"/>
            <a:t>First half identifies manufacturer, second half is unique to device</a:t>
          </a:r>
        </a:p>
      </dgm:t>
    </dgm:pt>
    <dgm:pt modelId="{8F52CB1A-27BF-4C28-BE8A-3D8E9B45164B}" type="parTrans" cxnId="{0234EA86-C34D-4485-8956-02E22CC7DBA7}">
      <dgm:prSet/>
      <dgm:spPr/>
      <dgm:t>
        <a:bodyPr/>
        <a:lstStyle/>
        <a:p>
          <a:endParaRPr lang="en-US"/>
        </a:p>
      </dgm:t>
    </dgm:pt>
    <dgm:pt modelId="{EEECB325-0332-42A4-9FD2-7E7CBD7CAF1E}" type="sibTrans" cxnId="{0234EA86-C34D-4485-8956-02E22CC7DBA7}">
      <dgm:prSet/>
      <dgm:spPr/>
      <dgm:t>
        <a:bodyPr/>
        <a:lstStyle/>
        <a:p>
          <a:endParaRPr lang="en-US"/>
        </a:p>
      </dgm:t>
    </dgm:pt>
    <dgm:pt modelId="{30EFA0FE-B9BF-4C1C-AE65-F773F9AB8A78}">
      <dgm:prSet/>
      <dgm:spPr/>
      <dgm:t>
        <a:bodyPr/>
        <a:lstStyle/>
        <a:p>
          <a:r>
            <a:rPr lang="en-US"/>
            <a:t>Unlike IP address, never changes no matter what network you join</a:t>
          </a:r>
        </a:p>
      </dgm:t>
    </dgm:pt>
    <dgm:pt modelId="{B2BB0FEA-F39B-4C88-B58B-E823FFE0E075}" type="parTrans" cxnId="{53EDB001-613F-4871-9BD3-4098BE046D2A}">
      <dgm:prSet/>
      <dgm:spPr/>
      <dgm:t>
        <a:bodyPr/>
        <a:lstStyle/>
        <a:p>
          <a:endParaRPr lang="en-US"/>
        </a:p>
      </dgm:t>
    </dgm:pt>
    <dgm:pt modelId="{B5453076-189D-4572-B75D-AA3B6D246BB8}" type="sibTrans" cxnId="{53EDB001-613F-4871-9BD3-4098BE046D2A}">
      <dgm:prSet/>
      <dgm:spPr/>
      <dgm:t>
        <a:bodyPr/>
        <a:lstStyle/>
        <a:p>
          <a:endParaRPr lang="en-US"/>
        </a:p>
      </dgm:t>
    </dgm:pt>
    <dgm:pt modelId="{CB8EE633-2FD1-4B54-8E10-DBFE2FE9B7B2}">
      <dgm:prSet/>
      <dgm:spPr/>
      <dgm:t>
        <a:bodyPr/>
        <a:lstStyle/>
        <a:p>
          <a:r>
            <a:rPr lang="en-US"/>
            <a:t>Only matters on your local network segment; devices outside your subnet never see it directly because the routers mask it</a:t>
          </a:r>
        </a:p>
      </dgm:t>
    </dgm:pt>
    <dgm:pt modelId="{E027AF4C-537B-4795-BFF6-E607404B274E}" type="parTrans" cxnId="{CF0B301B-DBFC-45F5-B831-2F96EC6F4018}">
      <dgm:prSet/>
      <dgm:spPr/>
      <dgm:t>
        <a:bodyPr/>
        <a:lstStyle/>
        <a:p>
          <a:endParaRPr lang="en-US"/>
        </a:p>
      </dgm:t>
    </dgm:pt>
    <dgm:pt modelId="{21B4E6D0-70C1-4381-AA18-50E0F658678D}" type="sibTrans" cxnId="{CF0B301B-DBFC-45F5-B831-2F96EC6F4018}">
      <dgm:prSet/>
      <dgm:spPr/>
      <dgm:t>
        <a:bodyPr/>
        <a:lstStyle/>
        <a:p>
          <a:endParaRPr lang="en-US"/>
        </a:p>
      </dgm:t>
    </dgm:pt>
    <dgm:pt modelId="{AC5AFAB5-42BD-4409-8B6C-ADD5FEB7274C}" type="pres">
      <dgm:prSet presAssocID="{DBB77A6E-E6AC-443C-87D9-4FA3B87F0DDE}" presName="diagram" presStyleCnt="0">
        <dgm:presLayoutVars>
          <dgm:dir/>
          <dgm:resizeHandles val="exact"/>
        </dgm:presLayoutVars>
      </dgm:prSet>
      <dgm:spPr/>
    </dgm:pt>
    <dgm:pt modelId="{B70F635B-1626-41A0-B972-A8ABD1A6548A}" type="pres">
      <dgm:prSet presAssocID="{A4D7445B-FCF3-4292-B81E-5A35B453031A}" presName="node" presStyleLbl="node1" presStyleIdx="0" presStyleCnt="5">
        <dgm:presLayoutVars>
          <dgm:bulletEnabled val="1"/>
        </dgm:presLayoutVars>
      </dgm:prSet>
      <dgm:spPr/>
    </dgm:pt>
    <dgm:pt modelId="{29D8052D-9310-4DA3-8B44-780F641CCCE1}" type="pres">
      <dgm:prSet presAssocID="{25EB5837-453B-403A-8D3E-E77B975137E3}" presName="sibTrans" presStyleCnt="0"/>
      <dgm:spPr/>
    </dgm:pt>
    <dgm:pt modelId="{FC2720D2-A3C6-46F5-9488-A37B6231EDA0}" type="pres">
      <dgm:prSet presAssocID="{9D070443-1C32-438D-B664-85D3C5C538E4}" presName="node" presStyleLbl="node1" presStyleIdx="1" presStyleCnt="5">
        <dgm:presLayoutVars>
          <dgm:bulletEnabled val="1"/>
        </dgm:presLayoutVars>
      </dgm:prSet>
      <dgm:spPr/>
    </dgm:pt>
    <dgm:pt modelId="{828A1CEF-F205-4039-84DF-115FB611DE3A}" type="pres">
      <dgm:prSet presAssocID="{E3EF4A98-C24A-4D52-B7C4-986CBC0DDD24}" presName="sibTrans" presStyleCnt="0"/>
      <dgm:spPr/>
    </dgm:pt>
    <dgm:pt modelId="{562FE8F8-5C5E-4787-826C-08272CDF568C}" type="pres">
      <dgm:prSet presAssocID="{0435FF26-E7FF-496D-ADB7-9755B89FCCB7}" presName="node" presStyleLbl="node1" presStyleIdx="2" presStyleCnt="5">
        <dgm:presLayoutVars>
          <dgm:bulletEnabled val="1"/>
        </dgm:presLayoutVars>
      </dgm:prSet>
      <dgm:spPr/>
    </dgm:pt>
    <dgm:pt modelId="{1ACEA279-BC37-48B0-A841-56BC96391B78}" type="pres">
      <dgm:prSet presAssocID="{EEECB325-0332-42A4-9FD2-7E7CBD7CAF1E}" presName="sibTrans" presStyleCnt="0"/>
      <dgm:spPr/>
    </dgm:pt>
    <dgm:pt modelId="{F1E4CC4D-D645-4A0D-88E1-7ECAB360921C}" type="pres">
      <dgm:prSet presAssocID="{30EFA0FE-B9BF-4C1C-AE65-F773F9AB8A78}" presName="node" presStyleLbl="node1" presStyleIdx="3" presStyleCnt="5">
        <dgm:presLayoutVars>
          <dgm:bulletEnabled val="1"/>
        </dgm:presLayoutVars>
      </dgm:prSet>
      <dgm:spPr/>
    </dgm:pt>
    <dgm:pt modelId="{0862A05C-9751-4D9B-B5E5-B15685958AFE}" type="pres">
      <dgm:prSet presAssocID="{B5453076-189D-4572-B75D-AA3B6D246BB8}" presName="sibTrans" presStyleCnt="0"/>
      <dgm:spPr/>
    </dgm:pt>
    <dgm:pt modelId="{3FD0D375-6AC1-4190-8BF0-6C3098C24A82}" type="pres">
      <dgm:prSet presAssocID="{CB8EE633-2FD1-4B54-8E10-DBFE2FE9B7B2}" presName="node" presStyleLbl="node1" presStyleIdx="4" presStyleCnt="5">
        <dgm:presLayoutVars>
          <dgm:bulletEnabled val="1"/>
        </dgm:presLayoutVars>
      </dgm:prSet>
      <dgm:spPr/>
    </dgm:pt>
  </dgm:ptLst>
  <dgm:cxnLst>
    <dgm:cxn modelId="{53EDB001-613F-4871-9BD3-4098BE046D2A}" srcId="{DBB77A6E-E6AC-443C-87D9-4FA3B87F0DDE}" destId="{30EFA0FE-B9BF-4C1C-AE65-F773F9AB8A78}" srcOrd="3" destOrd="0" parTransId="{B2BB0FEA-F39B-4C88-B58B-E823FFE0E075}" sibTransId="{B5453076-189D-4572-B75D-AA3B6D246BB8}"/>
    <dgm:cxn modelId="{CD3F8009-5850-4DDB-A96A-F289FD1CBD85}" type="presOf" srcId="{9D070443-1C32-438D-B664-85D3C5C538E4}" destId="{FC2720D2-A3C6-46F5-9488-A37B6231EDA0}" srcOrd="0" destOrd="0" presId="urn:microsoft.com/office/officeart/2005/8/layout/default"/>
    <dgm:cxn modelId="{5A52C213-1DFF-4A23-95FB-660CC2F46960}" type="presOf" srcId="{30EFA0FE-B9BF-4C1C-AE65-F773F9AB8A78}" destId="{F1E4CC4D-D645-4A0D-88E1-7ECAB360921C}" srcOrd="0" destOrd="0" presId="urn:microsoft.com/office/officeart/2005/8/layout/default"/>
    <dgm:cxn modelId="{CF0B301B-DBFC-45F5-B831-2F96EC6F4018}" srcId="{DBB77A6E-E6AC-443C-87D9-4FA3B87F0DDE}" destId="{CB8EE633-2FD1-4B54-8E10-DBFE2FE9B7B2}" srcOrd="4" destOrd="0" parTransId="{E027AF4C-537B-4795-BFF6-E607404B274E}" sibTransId="{21B4E6D0-70C1-4381-AA18-50E0F658678D}"/>
    <dgm:cxn modelId="{5F3B3120-BCEC-4DC9-ABB3-769A188C2677}" type="presOf" srcId="{0435FF26-E7FF-496D-ADB7-9755B89FCCB7}" destId="{562FE8F8-5C5E-4787-826C-08272CDF568C}" srcOrd="0" destOrd="0" presId="urn:microsoft.com/office/officeart/2005/8/layout/default"/>
    <dgm:cxn modelId="{6C789839-D526-4A4F-9A43-72775AC851A5}" srcId="{DBB77A6E-E6AC-443C-87D9-4FA3B87F0DDE}" destId="{9D070443-1C32-438D-B664-85D3C5C538E4}" srcOrd="1" destOrd="0" parTransId="{EB14139C-998B-4FC7-A6F6-5B22D6F26D79}" sibTransId="{E3EF4A98-C24A-4D52-B7C4-986CBC0DDD24}"/>
    <dgm:cxn modelId="{B95B0D7F-DD6B-4A77-BC0E-AB4B33339D60}" type="presOf" srcId="{A4D7445B-FCF3-4292-B81E-5A35B453031A}" destId="{B70F635B-1626-41A0-B972-A8ABD1A6548A}" srcOrd="0" destOrd="0" presId="urn:microsoft.com/office/officeart/2005/8/layout/default"/>
    <dgm:cxn modelId="{0234EA86-C34D-4485-8956-02E22CC7DBA7}" srcId="{DBB77A6E-E6AC-443C-87D9-4FA3B87F0DDE}" destId="{0435FF26-E7FF-496D-ADB7-9755B89FCCB7}" srcOrd="2" destOrd="0" parTransId="{8F52CB1A-27BF-4C28-BE8A-3D8E9B45164B}" sibTransId="{EEECB325-0332-42A4-9FD2-7E7CBD7CAF1E}"/>
    <dgm:cxn modelId="{9A2570D1-783D-4CB5-A263-7A24B16C3A77}" type="presOf" srcId="{CB8EE633-2FD1-4B54-8E10-DBFE2FE9B7B2}" destId="{3FD0D375-6AC1-4190-8BF0-6C3098C24A82}" srcOrd="0" destOrd="0" presId="urn:microsoft.com/office/officeart/2005/8/layout/default"/>
    <dgm:cxn modelId="{B54839F6-A6C3-43DC-A04C-353120339C2E}" srcId="{DBB77A6E-E6AC-443C-87D9-4FA3B87F0DDE}" destId="{A4D7445B-FCF3-4292-B81E-5A35B453031A}" srcOrd="0" destOrd="0" parTransId="{36EB232C-09EF-43AA-BF2A-4FFB81866945}" sibTransId="{25EB5837-453B-403A-8D3E-E77B975137E3}"/>
    <dgm:cxn modelId="{A3CBC6F7-B054-4358-B0F2-43BA42AE1C69}" type="presOf" srcId="{DBB77A6E-E6AC-443C-87D9-4FA3B87F0DDE}" destId="{AC5AFAB5-42BD-4409-8B6C-ADD5FEB7274C}" srcOrd="0" destOrd="0" presId="urn:microsoft.com/office/officeart/2005/8/layout/default"/>
    <dgm:cxn modelId="{E3C321DE-7FCC-4A9B-9456-F433DC1B6C41}" type="presParOf" srcId="{AC5AFAB5-42BD-4409-8B6C-ADD5FEB7274C}" destId="{B70F635B-1626-41A0-B972-A8ABD1A6548A}" srcOrd="0" destOrd="0" presId="urn:microsoft.com/office/officeart/2005/8/layout/default"/>
    <dgm:cxn modelId="{611FE9EE-CC08-41E8-A54C-A9F7DA8460D0}" type="presParOf" srcId="{AC5AFAB5-42BD-4409-8B6C-ADD5FEB7274C}" destId="{29D8052D-9310-4DA3-8B44-780F641CCCE1}" srcOrd="1" destOrd="0" presId="urn:microsoft.com/office/officeart/2005/8/layout/default"/>
    <dgm:cxn modelId="{6EAABA5F-54A9-45A8-A7A0-0A4681117D35}" type="presParOf" srcId="{AC5AFAB5-42BD-4409-8B6C-ADD5FEB7274C}" destId="{FC2720D2-A3C6-46F5-9488-A37B6231EDA0}" srcOrd="2" destOrd="0" presId="urn:microsoft.com/office/officeart/2005/8/layout/default"/>
    <dgm:cxn modelId="{261B8940-E5D1-481B-8AE7-84905BD23AEF}" type="presParOf" srcId="{AC5AFAB5-42BD-4409-8B6C-ADD5FEB7274C}" destId="{828A1CEF-F205-4039-84DF-115FB611DE3A}" srcOrd="3" destOrd="0" presId="urn:microsoft.com/office/officeart/2005/8/layout/default"/>
    <dgm:cxn modelId="{B99F26FA-FA28-4FD5-9AC7-14829BEE3AEF}" type="presParOf" srcId="{AC5AFAB5-42BD-4409-8B6C-ADD5FEB7274C}" destId="{562FE8F8-5C5E-4787-826C-08272CDF568C}" srcOrd="4" destOrd="0" presId="urn:microsoft.com/office/officeart/2005/8/layout/default"/>
    <dgm:cxn modelId="{6835E31F-41FB-418A-AD68-9262816FF9B4}" type="presParOf" srcId="{AC5AFAB5-42BD-4409-8B6C-ADD5FEB7274C}" destId="{1ACEA279-BC37-48B0-A841-56BC96391B78}" srcOrd="5" destOrd="0" presId="urn:microsoft.com/office/officeart/2005/8/layout/default"/>
    <dgm:cxn modelId="{ED79AEA7-CA02-4958-841B-534DAA8FF624}" type="presParOf" srcId="{AC5AFAB5-42BD-4409-8B6C-ADD5FEB7274C}" destId="{F1E4CC4D-D645-4A0D-88E1-7ECAB360921C}" srcOrd="6" destOrd="0" presId="urn:microsoft.com/office/officeart/2005/8/layout/default"/>
    <dgm:cxn modelId="{06B701E7-54EB-4534-8082-BB01A9504B3F}" type="presParOf" srcId="{AC5AFAB5-42BD-4409-8B6C-ADD5FEB7274C}" destId="{0862A05C-9751-4D9B-B5E5-B15685958AFE}" srcOrd="7" destOrd="0" presId="urn:microsoft.com/office/officeart/2005/8/layout/default"/>
    <dgm:cxn modelId="{A3B5BCB3-6036-4FCE-B255-4629DCFFC75E}" type="presParOf" srcId="{AC5AFAB5-42BD-4409-8B6C-ADD5FEB7274C}" destId="{3FD0D375-6AC1-4190-8BF0-6C3098C24A82}" srcOrd="8" destOrd="0" presId="urn:microsoft.com/office/officeart/2005/8/layout/default"/>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9.xml><?xml version="1.0" encoding="utf-8"?>
<dgm:dataModel xmlns:dgm="http://schemas.openxmlformats.org/drawingml/2006/diagram" xmlns:a="http://schemas.openxmlformats.org/drawingml/2006/main">
  <dgm:ptLst>
    <dgm:pt modelId="{74AFE6CE-8E7B-4B4C-970B-980EE46D43DC}" type="doc">
      <dgm:prSet loTypeId="urn:microsoft.com/office/officeart/2005/8/layout/vList2" loCatId="list" qsTypeId="urn:microsoft.com/office/officeart/2005/8/quickstyle/simple1" qsCatId="simple" csTypeId="urn:microsoft.com/office/officeart/2005/8/colors/accent1_2" csCatId="accent1"/>
      <dgm:spPr/>
      <dgm:t>
        <a:bodyPr/>
        <a:lstStyle/>
        <a:p>
          <a:endParaRPr lang="en-US"/>
        </a:p>
      </dgm:t>
    </dgm:pt>
    <dgm:pt modelId="{DEFD9EB5-0C63-464C-8EB6-A7D9430A4411}">
      <dgm:prSet/>
      <dgm:spPr/>
      <dgm:t>
        <a:bodyPr/>
        <a:lstStyle/>
        <a:p>
          <a:r>
            <a:rPr lang="en-US"/>
            <a:t>Base 16</a:t>
          </a:r>
        </a:p>
      </dgm:t>
    </dgm:pt>
    <dgm:pt modelId="{2483C508-BE41-4F60-892F-AA0C28E1F454}" type="parTrans" cxnId="{37F5C313-5C0C-4238-8FE1-40DBDFBAAB18}">
      <dgm:prSet/>
      <dgm:spPr/>
      <dgm:t>
        <a:bodyPr/>
        <a:lstStyle/>
        <a:p>
          <a:endParaRPr lang="en-US"/>
        </a:p>
      </dgm:t>
    </dgm:pt>
    <dgm:pt modelId="{183CD636-8EB1-4E1D-A6BD-87BB948C3CA1}" type="sibTrans" cxnId="{37F5C313-5C0C-4238-8FE1-40DBDFBAAB18}">
      <dgm:prSet/>
      <dgm:spPr/>
      <dgm:t>
        <a:bodyPr/>
        <a:lstStyle/>
        <a:p>
          <a:endParaRPr lang="en-US"/>
        </a:p>
      </dgm:t>
    </dgm:pt>
    <dgm:pt modelId="{6B912727-75A1-453B-A399-BA65237A8774}">
      <dgm:prSet/>
      <dgm:spPr/>
      <dgm:t>
        <a:bodyPr/>
        <a:lstStyle/>
        <a:p>
          <a:r>
            <a:rPr lang="en-US"/>
            <a:t>Used for a MAC address</a:t>
          </a:r>
        </a:p>
      </dgm:t>
    </dgm:pt>
    <dgm:pt modelId="{98EBF79C-BA31-4ABC-9CC4-A7CEEA97D609}" type="parTrans" cxnId="{793FD404-E53E-449F-B7CF-BC587DEB958D}">
      <dgm:prSet/>
      <dgm:spPr/>
      <dgm:t>
        <a:bodyPr/>
        <a:lstStyle/>
        <a:p>
          <a:endParaRPr lang="en-US"/>
        </a:p>
      </dgm:t>
    </dgm:pt>
    <dgm:pt modelId="{B2DFB15D-8C03-4FEC-AEFE-D97E8B6504E6}" type="sibTrans" cxnId="{793FD404-E53E-449F-B7CF-BC587DEB958D}">
      <dgm:prSet/>
      <dgm:spPr/>
      <dgm:t>
        <a:bodyPr/>
        <a:lstStyle/>
        <a:p>
          <a:endParaRPr lang="en-US"/>
        </a:p>
      </dgm:t>
    </dgm:pt>
    <dgm:pt modelId="{78CF0640-BE8D-41CE-9045-467398810E99}">
      <dgm:prSet/>
      <dgm:spPr/>
      <dgm:t>
        <a:bodyPr/>
        <a:lstStyle/>
        <a:p>
          <a:r>
            <a:rPr lang="en-US"/>
            <a:t>Physical address of the computer </a:t>
          </a:r>
        </a:p>
      </dgm:t>
    </dgm:pt>
    <dgm:pt modelId="{AD807C12-59B4-4955-A95A-94046F7D7380}" type="parTrans" cxnId="{0EA0E67E-629A-4D05-89AC-AAFB770FF95F}">
      <dgm:prSet/>
      <dgm:spPr/>
      <dgm:t>
        <a:bodyPr/>
        <a:lstStyle/>
        <a:p>
          <a:endParaRPr lang="en-US"/>
        </a:p>
      </dgm:t>
    </dgm:pt>
    <dgm:pt modelId="{EF439D2A-B101-4E9A-9B03-1540B667B202}" type="sibTrans" cxnId="{0EA0E67E-629A-4D05-89AC-AAFB770FF95F}">
      <dgm:prSet/>
      <dgm:spPr/>
      <dgm:t>
        <a:bodyPr/>
        <a:lstStyle/>
        <a:p>
          <a:endParaRPr lang="en-US"/>
        </a:p>
      </dgm:t>
    </dgm:pt>
    <dgm:pt modelId="{73310808-722E-41FB-8643-82DE64052EE1}">
      <dgm:prSet/>
      <dgm:spPr/>
      <dgm:t>
        <a:bodyPr/>
        <a:lstStyle/>
        <a:p>
          <a:r>
            <a:rPr lang="en-US"/>
            <a:t>More efficient way to show binary numbers</a:t>
          </a:r>
        </a:p>
      </dgm:t>
    </dgm:pt>
    <dgm:pt modelId="{BA5E4C5A-2C2B-469C-BB46-986B60552E56}" type="parTrans" cxnId="{DD98ED21-F87A-4070-9823-9220DF1DE27C}">
      <dgm:prSet/>
      <dgm:spPr/>
      <dgm:t>
        <a:bodyPr/>
        <a:lstStyle/>
        <a:p>
          <a:endParaRPr lang="en-US"/>
        </a:p>
      </dgm:t>
    </dgm:pt>
    <dgm:pt modelId="{5F9B6024-F04C-46CE-998A-2337DDC21273}" type="sibTrans" cxnId="{DD98ED21-F87A-4070-9823-9220DF1DE27C}">
      <dgm:prSet/>
      <dgm:spPr/>
      <dgm:t>
        <a:bodyPr/>
        <a:lstStyle/>
        <a:p>
          <a:endParaRPr lang="en-US"/>
        </a:p>
      </dgm:t>
    </dgm:pt>
    <dgm:pt modelId="{B01E37F1-136C-4BAD-8C55-15F95B8BED30}">
      <dgm:prSet/>
      <dgm:spPr/>
      <dgm:t>
        <a:bodyPr/>
        <a:lstStyle/>
        <a:p>
          <a:r>
            <a:rPr lang="en-US"/>
            <a:t>1 Digit in hexadecimal is four digits (a byte) in binary</a:t>
          </a:r>
        </a:p>
      </dgm:t>
    </dgm:pt>
    <dgm:pt modelId="{2700388E-183D-45A5-B816-370FCF663C5D}" type="parTrans" cxnId="{F2377689-643A-45DF-8F99-DF44B345FEE2}">
      <dgm:prSet/>
      <dgm:spPr/>
      <dgm:t>
        <a:bodyPr/>
        <a:lstStyle/>
        <a:p>
          <a:endParaRPr lang="en-US"/>
        </a:p>
      </dgm:t>
    </dgm:pt>
    <dgm:pt modelId="{CBE223F6-849A-4E1E-B3CB-146A2C2AF9BC}" type="sibTrans" cxnId="{F2377689-643A-45DF-8F99-DF44B345FEE2}">
      <dgm:prSet/>
      <dgm:spPr/>
      <dgm:t>
        <a:bodyPr/>
        <a:lstStyle/>
        <a:p>
          <a:endParaRPr lang="en-US"/>
        </a:p>
      </dgm:t>
    </dgm:pt>
    <dgm:pt modelId="{BC68925A-023E-4E06-B982-F00F41270F64}" type="pres">
      <dgm:prSet presAssocID="{74AFE6CE-8E7B-4B4C-970B-980EE46D43DC}" presName="linear" presStyleCnt="0">
        <dgm:presLayoutVars>
          <dgm:animLvl val="lvl"/>
          <dgm:resizeHandles val="exact"/>
        </dgm:presLayoutVars>
      </dgm:prSet>
      <dgm:spPr/>
    </dgm:pt>
    <dgm:pt modelId="{C731E18E-823B-4381-8F07-583C2D22C466}" type="pres">
      <dgm:prSet presAssocID="{DEFD9EB5-0C63-464C-8EB6-A7D9430A4411}" presName="parentText" presStyleLbl="node1" presStyleIdx="0" presStyleCnt="5">
        <dgm:presLayoutVars>
          <dgm:chMax val="0"/>
          <dgm:bulletEnabled val="1"/>
        </dgm:presLayoutVars>
      </dgm:prSet>
      <dgm:spPr/>
    </dgm:pt>
    <dgm:pt modelId="{3C6C5298-D446-43A2-956E-E12C4492E46F}" type="pres">
      <dgm:prSet presAssocID="{183CD636-8EB1-4E1D-A6BD-87BB948C3CA1}" presName="spacer" presStyleCnt="0"/>
      <dgm:spPr/>
    </dgm:pt>
    <dgm:pt modelId="{CD19D183-A90D-4B61-8464-732629EDF449}" type="pres">
      <dgm:prSet presAssocID="{6B912727-75A1-453B-A399-BA65237A8774}" presName="parentText" presStyleLbl="node1" presStyleIdx="1" presStyleCnt="5">
        <dgm:presLayoutVars>
          <dgm:chMax val="0"/>
          <dgm:bulletEnabled val="1"/>
        </dgm:presLayoutVars>
      </dgm:prSet>
      <dgm:spPr/>
    </dgm:pt>
    <dgm:pt modelId="{A5FAA526-F1AA-49B8-817A-D41B071E8804}" type="pres">
      <dgm:prSet presAssocID="{B2DFB15D-8C03-4FEC-AEFE-D97E8B6504E6}" presName="spacer" presStyleCnt="0"/>
      <dgm:spPr/>
    </dgm:pt>
    <dgm:pt modelId="{30854192-966E-45AC-A9BD-27905A8850EC}" type="pres">
      <dgm:prSet presAssocID="{78CF0640-BE8D-41CE-9045-467398810E99}" presName="parentText" presStyleLbl="node1" presStyleIdx="2" presStyleCnt="5">
        <dgm:presLayoutVars>
          <dgm:chMax val="0"/>
          <dgm:bulletEnabled val="1"/>
        </dgm:presLayoutVars>
      </dgm:prSet>
      <dgm:spPr/>
    </dgm:pt>
    <dgm:pt modelId="{1654EAC4-1553-47C0-8F82-78E3E9E0211A}" type="pres">
      <dgm:prSet presAssocID="{EF439D2A-B101-4E9A-9B03-1540B667B202}" presName="spacer" presStyleCnt="0"/>
      <dgm:spPr/>
    </dgm:pt>
    <dgm:pt modelId="{21C32184-C9ED-4310-B441-AE8BE9794ECB}" type="pres">
      <dgm:prSet presAssocID="{73310808-722E-41FB-8643-82DE64052EE1}" presName="parentText" presStyleLbl="node1" presStyleIdx="3" presStyleCnt="5">
        <dgm:presLayoutVars>
          <dgm:chMax val="0"/>
          <dgm:bulletEnabled val="1"/>
        </dgm:presLayoutVars>
      </dgm:prSet>
      <dgm:spPr/>
    </dgm:pt>
    <dgm:pt modelId="{96321376-3895-4FCE-9346-DB8D9830F475}" type="pres">
      <dgm:prSet presAssocID="{5F9B6024-F04C-46CE-998A-2337DDC21273}" presName="spacer" presStyleCnt="0"/>
      <dgm:spPr/>
    </dgm:pt>
    <dgm:pt modelId="{8C73C115-58A3-423D-8040-61198120E963}" type="pres">
      <dgm:prSet presAssocID="{B01E37F1-136C-4BAD-8C55-15F95B8BED30}" presName="parentText" presStyleLbl="node1" presStyleIdx="4" presStyleCnt="5">
        <dgm:presLayoutVars>
          <dgm:chMax val="0"/>
          <dgm:bulletEnabled val="1"/>
        </dgm:presLayoutVars>
      </dgm:prSet>
      <dgm:spPr/>
    </dgm:pt>
  </dgm:ptLst>
  <dgm:cxnLst>
    <dgm:cxn modelId="{64166003-266C-4154-96B9-A585BF51384E}" type="presOf" srcId="{DEFD9EB5-0C63-464C-8EB6-A7D9430A4411}" destId="{C731E18E-823B-4381-8F07-583C2D22C466}" srcOrd="0" destOrd="0" presId="urn:microsoft.com/office/officeart/2005/8/layout/vList2"/>
    <dgm:cxn modelId="{793FD404-E53E-449F-B7CF-BC587DEB958D}" srcId="{74AFE6CE-8E7B-4B4C-970B-980EE46D43DC}" destId="{6B912727-75A1-453B-A399-BA65237A8774}" srcOrd="1" destOrd="0" parTransId="{98EBF79C-BA31-4ABC-9CC4-A7CEEA97D609}" sibTransId="{B2DFB15D-8C03-4FEC-AEFE-D97E8B6504E6}"/>
    <dgm:cxn modelId="{60CCF30E-A2BB-4CE0-A8FE-ACD59F03BF47}" type="presOf" srcId="{6B912727-75A1-453B-A399-BA65237A8774}" destId="{CD19D183-A90D-4B61-8464-732629EDF449}" srcOrd="0" destOrd="0" presId="urn:microsoft.com/office/officeart/2005/8/layout/vList2"/>
    <dgm:cxn modelId="{37F5C313-5C0C-4238-8FE1-40DBDFBAAB18}" srcId="{74AFE6CE-8E7B-4B4C-970B-980EE46D43DC}" destId="{DEFD9EB5-0C63-464C-8EB6-A7D9430A4411}" srcOrd="0" destOrd="0" parTransId="{2483C508-BE41-4F60-892F-AA0C28E1F454}" sibTransId="{183CD636-8EB1-4E1D-A6BD-87BB948C3CA1}"/>
    <dgm:cxn modelId="{DD98ED21-F87A-4070-9823-9220DF1DE27C}" srcId="{74AFE6CE-8E7B-4B4C-970B-980EE46D43DC}" destId="{73310808-722E-41FB-8643-82DE64052EE1}" srcOrd="3" destOrd="0" parTransId="{BA5E4C5A-2C2B-469C-BB46-986B60552E56}" sibTransId="{5F9B6024-F04C-46CE-998A-2337DDC21273}"/>
    <dgm:cxn modelId="{C6A44E24-04D0-4150-B9AC-8FC5D3E1D42D}" type="presOf" srcId="{73310808-722E-41FB-8643-82DE64052EE1}" destId="{21C32184-C9ED-4310-B441-AE8BE9794ECB}" srcOrd="0" destOrd="0" presId="urn:microsoft.com/office/officeart/2005/8/layout/vList2"/>
    <dgm:cxn modelId="{4F8CB739-DDCD-4632-BAB3-DC146F68B6FF}" type="presOf" srcId="{74AFE6CE-8E7B-4B4C-970B-980EE46D43DC}" destId="{BC68925A-023E-4E06-B982-F00F41270F64}" srcOrd="0" destOrd="0" presId="urn:microsoft.com/office/officeart/2005/8/layout/vList2"/>
    <dgm:cxn modelId="{0EA0E67E-629A-4D05-89AC-AAFB770FF95F}" srcId="{74AFE6CE-8E7B-4B4C-970B-980EE46D43DC}" destId="{78CF0640-BE8D-41CE-9045-467398810E99}" srcOrd="2" destOrd="0" parTransId="{AD807C12-59B4-4955-A95A-94046F7D7380}" sibTransId="{EF439D2A-B101-4E9A-9B03-1540B667B202}"/>
    <dgm:cxn modelId="{F2377689-643A-45DF-8F99-DF44B345FEE2}" srcId="{74AFE6CE-8E7B-4B4C-970B-980EE46D43DC}" destId="{B01E37F1-136C-4BAD-8C55-15F95B8BED30}" srcOrd="4" destOrd="0" parTransId="{2700388E-183D-45A5-B816-370FCF663C5D}" sibTransId="{CBE223F6-849A-4E1E-B3CB-146A2C2AF9BC}"/>
    <dgm:cxn modelId="{AE7ADDC7-7D6A-41D3-8514-BC58CACA0320}" type="presOf" srcId="{B01E37F1-136C-4BAD-8C55-15F95B8BED30}" destId="{8C73C115-58A3-423D-8040-61198120E963}" srcOrd="0" destOrd="0" presId="urn:microsoft.com/office/officeart/2005/8/layout/vList2"/>
    <dgm:cxn modelId="{19C81AF7-A93F-4C76-93B4-AD2CA8C0D3D5}" type="presOf" srcId="{78CF0640-BE8D-41CE-9045-467398810E99}" destId="{30854192-966E-45AC-A9BD-27905A8850EC}" srcOrd="0" destOrd="0" presId="urn:microsoft.com/office/officeart/2005/8/layout/vList2"/>
    <dgm:cxn modelId="{D28C3505-EDCE-4644-8230-B0363ACD272F}" type="presParOf" srcId="{BC68925A-023E-4E06-B982-F00F41270F64}" destId="{C731E18E-823B-4381-8F07-583C2D22C466}" srcOrd="0" destOrd="0" presId="urn:microsoft.com/office/officeart/2005/8/layout/vList2"/>
    <dgm:cxn modelId="{4AE548DA-B444-4A6C-B8E7-A7DDCA063BE7}" type="presParOf" srcId="{BC68925A-023E-4E06-B982-F00F41270F64}" destId="{3C6C5298-D446-43A2-956E-E12C4492E46F}" srcOrd="1" destOrd="0" presId="urn:microsoft.com/office/officeart/2005/8/layout/vList2"/>
    <dgm:cxn modelId="{4B1ABB33-F129-409E-AC96-6AD37A001ACF}" type="presParOf" srcId="{BC68925A-023E-4E06-B982-F00F41270F64}" destId="{CD19D183-A90D-4B61-8464-732629EDF449}" srcOrd="2" destOrd="0" presId="urn:microsoft.com/office/officeart/2005/8/layout/vList2"/>
    <dgm:cxn modelId="{D610F9B4-6746-4E73-8058-BA5EFEB280DB}" type="presParOf" srcId="{BC68925A-023E-4E06-B982-F00F41270F64}" destId="{A5FAA526-F1AA-49B8-817A-D41B071E8804}" srcOrd="3" destOrd="0" presId="urn:microsoft.com/office/officeart/2005/8/layout/vList2"/>
    <dgm:cxn modelId="{A846DDE5-A248-47F5-ABFE-FC5E8E844CBB}" type="presParOf" srcId="{BC68925A-023E-4E06-B982-F00F41270F64}" destId="{30854192-966E-45AC-A9BD-27905A8850EC}" srcOrd="4" destOrd="0" presId="urn:microsoft.com/office/officeart/2005/8/layout/vList2"/>
    <dgm:cxn modelId="{5EC5C3AD-4F4F-4400-A032-476ECDF1C9DE}" type="presParOf" srcId="{BC68925A-023E-4E06-B982-F00F41270F64}" destId="{1654EAC4-1553-47C0-8F82-78E3E9E0211A}" srcOrd="5" destOrd="0" presId="urn:microsoft.com/office/officeart/2005/8/layout/vList2"/>
    <dgm:cxn modelId="{F352E0D8-D960-4DA2-B91E-53129B0E018D}" type="presParOf" srcId="{BC68925A-023E-4E06-B982-F00F41270F64}" destId="{21C32184-C9ED-4310-B441-AE8BE9794ECB}" srcOrd="6" destOrd="0" presId="urn:microsoft.com/office/officeart/2005/8/layout/vList2"/>
    <dgm:cxn modelId="{36ECE769-FB2A-46CA-B369-A89397BB71FC}" type="presParOf" srcId="{BC68925A-023E-4E06-B982-F00F41270F64}" destId="{96321376-3895-4FCE-9346-DB8D9830F475}" srcOrd="7" destOrd="0" presId="urn:microsoft.com/office/officeart/2005/8/layout/vList2"/>
    <dgm:cxn modelId="{06D42925-7886-48E1-8C9A-C85029AAC371}" type="presParOf" srcId="{BC68925A-023E-4E06-B982-F00F41270F64}" destId="{8C73C115-58A3-423D-8040-61198120E963}" srcOrd="8" destOrd="0" presId="urn:microsoft.com/office/officeart/2005/8/layout/vList2"/>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10.xml><?xml version="1.0" encoding="utf-8"?>
<dgm:dataModel xmlns:dgm="http://schemas.openxmlformats.org/drawingml/2006/diagram" xmlns:a="http://schemas.openxmlformats.org/drawingml/2006/main">
  <dgm:ptLst>
    <dgm:pt modelId="{37B93822-A993-4024-92FF-9C2B0CE1C602}" type="doc">
      <dgm:prSet loTypeId="urn:microsoft.com/office/officeart/2016/7/layout/RepeatingBendingProcessNew" loCatId="process" qsTypeId="urn:microsoft.com/office/officeart/2005/8/quickstyle/simple1" qsCatId="simple" csTypeId="urn:microsoft.com/office/officeart/2005/8/colors/accent1_2" csCatId="accent1" phldr="1"/>
      <dgm:spPr/>
      <dgm:t>
        <a:bodyPr/>
        <a:lstStyle/>
        <a:p>
          <a:endParaRPr lang="en-US"/>
        </a:p>
      </dgm:t>
    </dgm:pt>
    <dgm:pt modelId="{2A9E64F2-6BBE-41DA-9023-C41F6AA955CB}">
      <dgm:prSet/>
      <dgm:spPr/>
      <dgm:t>
        <a:bodyPr/>
        <a:lstStyle/>
        <a:p>
          <a:pPr rtl="0">
            <a:lnSpc>
              <a:spcPct val="100000"/>
            </a:lnSpc>
          </a:pPr>
          <a:r>
            <a:rPr lang="en-US"/>
            <a:t>The internet's address book</a:t>
          </a:r>
          <a:endParaRPr lang="en-US">
            <a:latin typeface="Aptos Display" panose="020F0302020204030204"/>
          </a:endParaRPr>
        </a:p>
      </dgm:t>
    </dgm:pt>
    <dgm:pt modelId="{70DCEF51-FF9D-4267-9E53-A0DEBC9FC9B5}" type="parTrans" cxnId="{C8F7A027-FF8C-488A-9447-420DED544D56}">
      <dgm:prSet/>
      <dgm:spPr/>
      <dgm:t>
        <a:bodyPr/>
        <a:lstStyle/>
        <a:p>
          <a:endParaRPr lang="en-US"/>
        </a:p>
      </dgm:t>
    </dgm:pt>
    <dgm:pt modelId="{64C07824-6BD2-4772-8C0F-3FF9C3037928}" type="sibTrans" cxnId="{C8F7A027-FF8C-488A-9447-420DED544D56}">
      <dgm:prSet/>
      <dgm:spPr/>
      <dgm:t>
        <a:bodyPr/>
        <a:lstStyle/>
        <a:p>
          <a:endParaRPr lang="en-US"/>
        </a:p>
      </dgm:t>
    </dgm:pt>
    <dgm:pt modelId="{C123ED27-C602-4F91-9A51-7D81FE1D6AFC}">
      <dgm:prSet/>
      <dgm:spPr/>
      <dgm:t>
        <a:bodyPr/>
        <a:lstStyle/>
        <a:p>
          <a:pPr>
            <a:lnSpc>
              <a:spcPct val="100000"/>
            </a:lnSpc>
          </a:pPr>
          <a:r>
            <a:rPr lang="en-US"/>
            <a:t>Like </a:t>
          </a:r>
          <a:r>
            <a:rPr lang="en-US">
              <a:latin typeface="Aptos Display" panose="020F0302020204030204"/>
            </a:rPr>
            <a:t>Google Maps</a:t>
          </a:r>
          <a:endParaRPr lang="en-US"/>
        </a:p>
      </dgm:t>
    </dgm:pt>
    <dgm:pt modelId="{B78048B3-5CFB-4197-97D5-B215010AFD39}" type="parTrans" cxnId="{8013CF23-133F-4DB1-B6C4-612585CC4B5E}">
      <dgm:prSet/>
      <dgm:spPr/>
      <dgm:t>
        <a:bodyPr/>
        <a:lstStyle/>
        <a:p>
          <a:endParaRPr lang="en-US"/>
        </a:p>
      </dgm:t>
    </dgm:pt>
    <dgm:pt modelId="{9689D420-EF09-4F30-BD6D-E616603AF070}" type="sibTrans" cxnId="{8013CF23-133F-4DB1-B6C4-612585CC4B5E}">
      <dgm:prSet/>
      <dgm:spPr/>
      <dgm:t>
        <a:bodyPr/>
        <a:lstStyle/>
        <a:p>
          <a:endParaRPr lang="en-US"/>
        </a:p>
      </dgm:t>
    </dgm:pt>
    <dgm:pt modelId="{EA1E281E-90B9-4547-BD2E-ED84A350060D}">
      <dgm:prSet/>
      <dgm:spPr/>
      <dgm:t>
        <a:bodyPr/>
        <a:lstStyle/>
        <a:p>
          <a:pPr>
            <a:lnSpc>
              <a:spcPct val="100000"/>
            </a:lnSpc>
          </a:pPr>
          <a:r>
            <a:rPr lang="en-US"/>
            <a:t>Your device will ask a "resolver" (often run by your ISP)</a:t>
          </a:r>
        </a:p>
      </dgm:t>
    </dgm:pt>
    <dgm:pt modelId="{C59BB8DB-81A2-4E27-9B76-230A0AA1DA1A}" type="parTrans" cxnId="{01BC0D80-2197-483D-BE76-95C5C4A24FA0}">
      <dgm:prSet/>
      <dgm:spPr/>
      <dgm:t>
        <a:bodyPr/>
        <a:lstStyle/>
        <a:p>
          <a:endParaRPr lang="en-US"/>
        </a:p>
      </dgm:t>
    </dgm:pt>
    <dgm:pt modelId="{0449F09C-14DE-4B21-8917-998F74252EC5}" type="sibTrans" cxnId="{01BC0D80-2197-483D-BE76-95C5C4A24FA0}">
      <dgm:prSet/>
      <dgm:spPr/>
      <dgm:t>
        <a:bodyPr/>
        <a:lstStyle/>
        <a:p>
          <a:endParaRPr lang="en-US"/>
        </a:p>
      </dgm:t>
    </dgm:pt>
    <dgm:pt modelId="{6F1571A5-9E5D-4940-B682-4BA7C9A17E15}">
      <dgm:prSet/>
      <dgm:spPr/>
      <dgm:t>
        <a:bodyPr/>
        <a:lstStyle/>
        <a:p>
          <a:pPr rtl="0">
            <a:lnSpc>
              <a:spcPct val="100000"/>
            </a:lnSpc>
          </a:pPr>
          <a:r>
            <a:rPr lang="en-US"/>
            <a:t>If resolver doesn't know, it asks up a communication </a:t>
          </a:r>
          <a:r>
            <a:rPr lang="en-US">
              <a:latin typeface="Aptos Display" panose="020F0302020204030204"/>
            </a:rPr>
            <a:t>chain </a:t>
          </a:r>
          <a:endParaRPr lang="en-US"/>
        </a:p>
      </dgm:t>
    </dgm:pt>
    <dgm:pt modelId="{F5458897-B8BD-4D75-A55D-D751A6925773}" type="parTrans" cxnId="{4137BA17-F037-41F6-8E7A-902553DDFFB7}">
      <dgm:prSet/>
      <dgm:spPr/>
      <dgm:t>
        <a:bodyPr/>
        <a:lstStyle/>
        <a:p>
          <a:endParaRPr lang="en-US"/>
        </a:p>
      </dgm:t>
    </dgm:pt>
    <dgm:pt modelId="{269569C4-6444-4D77-9DE9-A2813E35FA72}" type="sibTrans" cxnId="{4137BA17-F037-41F6-8E7A-902553DDFFB7}">
      <dgm:prSet/>
      <dgm:spPr/>
      <dgm:t>
        <a:bodyPr/>
        <a:lstStyle/>
        <a:p>
          <a:endParaRPr lang="en-US"/>
        </a:p>
      </dgm:t>
    </dgm:pt>
    <dgm:pt modelId="{F550D219-589D-4D11-8C06-223FA44A4129}">
      <dgm:prSet/>
      <dgm:spPr/>
      <dgm:t>
        <a:bodyPr/>
        <a:lstStyle/>
        <a:p>
          <a:pPr rtl="0">
            <a:lnSpc>
              <a:spcPct val="100000"/>
            </a:lnSpc>
          </a:pPr>
          <a:r>
            <a:rPr lang="en-US">
              <a:latin typeface="Aptos Display" panose="020F0302020204030204"/>
            </a:rPr>
            <a:t>Once </a:t>
          </a:r>
          <a:r>
            <a:rPr lang="en-US"/>
            <a:t>IP </a:t>
          </a:r>
          <a:r>
            <a:rPr lang="en-US">
              <a:latin typeface="Aptos Display" panose="020F0302020204030204"/>
            </a:rPr>
            <a:t>is given</a:t>
          </a:r>
          <a:r>
            <a:rPr lang="en-US"/>
            <a:t>, </a:t>
          </a:r>
          <a:r>
            <a:rPr lang="en-US">
              <a:latin typeface="Aptos Display" panose="020F0302020204030204"/>
            </a:rPr>
            <a:t>browser  connects</a:t>
          </a:r>
          <a:endParaRPr lang="en-US"/>
        </a:p>
      </dgm:t>
    </dgm:pt>
    <dgm:pt modelId="{8CA557BB-89BA-4D6A-B3A6-2C7F747FDD77}" type="parTrans" cxnId="{6F449EC3-9000-400F-A723-F629BE9F5375}">
      <dgm:prSet/>
      <dgm:spPr/>
      <dgm:t>
        <a:bodyPr/>
        <a:lstStyle/>
        <a:p>
          <a:endParaRPr lang="en-US"/>
        </a:p>
      </dgm:t>
    </dgm:pt>
    <dgm:pt modelId="{043C7E05-AB7A-4E82-B7C9-B29B1D5A19C1}" type="sibTrans" cxnId="{6F449EC3-9000-400F-A723-F629BE9F5375}">
      <dgm:prSet/>
      <dgm:spPr/>
      <dgm:t>
        <a:bodyPr/>
        <a:lstStyle/>
        <a:p>
          <a:endParaRPr lang="en-US"/>
        </a:p>
      </dgm:t>
    </dgm:pt>
    <dgm:pt modelId="{B9A05FB3-E483-45F2-8C34-2BC7427FF050}">
      <dgm:prSet phldrT="[Text]" phldr="0"/>
      <dgm:spPr/>
      <dgm:t>
        <a:bodyPr/>
        <a:lstStyle/>
        <a:p>
          <a:pPr rtl="0">
            <a:lnSpc>
              <a:spcPct val="100000"/>
            </a:lnSpc>
          </a:pPr>
          <a:r>
            <a:rPr lang="en-US">
              <a:latin typeface="Aptos Display" panose="020F0302020204030204"/>
            </a:rPr>
            <a:t>Google.com vs IP </a:t>
          </a:r>
          <a:endParaRPr lang="en-US"/>
        </a:p>
      </dgm:t>
    </dgm:pt>
    <dgm:pt modelId="{A3CF61F3-B973-4516-B788-3937B9F7A173}" type="parTrans" cxnId="{5D1CC517-0ABF-4B57-A567-A312ABC2BF17}">
      <dgm:prSet/>
      <dgm:spPr/>
    </dgm:pt>
    <dgm:pt modelId="{60514A73-3A9C-4414-B488-317C31A44AD5}" type="sibTrans" cxnId="{5D1CC517-0ABF-4B57-A567-A312ABC2BF17}">
      <dgm:prSet/>
      <dgm:spPr/>
      <dgm:t>
        <a:bodyPr/>
        <a:lstStyle/>
        <a:p>
          <a:endParaRPr lang="en-US"/>
        </a:p>
        <a:p>
          <a:endParaRPr lang="en-US"/>
        </a:p>
      </dgm:t>
    </dgm:pt>
    <dgm:pt modelId="{9D5A8A8F-55FC-4A95-A71B-D79E17E38290}" type="pres">
      <dgm:prSet presAssocID="{37B93822-A993-4024-92FF-9C2B0CE1C602}" presName="Name0" presStyleCnt="0">
        <dgm:presLayoutVars>
          <dgm:dir/>
          <dgm:resizeHandles val="exact"/>
        </dgm:presLayoutVars>
      </dgm:prSet>
      <dgm:spPr/>
    </dgm:pt>
    <dgm:pt modelId="{868C4713-EFDD-471C-BE7A-9E1FFC130D71}" type="pres">
      <dgm:prSet presAssocID="{2A9E64F2-6BBE-41DA-9023-C41F6AA955CB}" presName="node" presStyleLbl="node1" presStyleIdx="0" presStyleCnt="6">
        <dgm:presLayoutVars>
          <dgm:bulletEnabled val="1"/>
        </dgm:presLayoutVars>
      </dgm:prSet>
      <dgm:spPr/>
    </dgm:pt>
    <dgm:pt modelId="{7225DB58-2494-488A-8415-F03DA47EE0BB}" type="pres">
      <dgm:prSet presAssocID="{64C07824-6BD2-4772-8C0F-3FF9C3037928}" presName="sibTrans" presStyleLbl="sibTrans1D1" presStyleIdx="0" presStyleCnt="5"/>
      <dgm:spPr/>
    </dgm:pt>
    <dgm:pt modelId="{64FC79B9-2E4E-4A51-AFB9-0F6B867BE1F8}" type="pres">
      <dgm:prSet presAssocID="{64C07824-6BD2-4772-8C0F-3FF9C3037928}" presName="connectorText" presStyleLbl="sibTrans1D1" presStyleIdx="0" presStyleCnt="5"/>
      <dgm:spPr/>
    </dgm:pt>
    <dgm:pt modelId="{CD72FF37-361D-4345-AF63-6E54A972BEF9}" type="pres">
      <dgm:prSet presAssocID="{B9A05FB3-E483-45F2-8C34-2BC7427FF050}" presName="node" presStyleLbl="node1" presStyleIdx="1" presStyleCnt="6">
        <dgm:presLayoutVars>
          <dgm:bulletEnabled val="1"/>
        </dgm:presLayoutVars>
      </dgm:prSet>
      <dgm:spPr/>
    </dgm:pt>
    <dgm:pt modelId="{19BB583B-4597-438A-B171-9CE4D99E60F0}" type="pres">
      <dgm:prSet presAssocID="{60514A73-3A9C-4414-B488-317C31A44AD5}" presName="sibTrans" presStyleLbl="sibTrans1D1" presStyleIdx="1" presStyleCnt="5"/>
      <dgm:spPr/>
    </dgm:pt>
    <dgm:pt modelId="{0AFF91A2-94B8-40CC-A4EF-84989FC15196}" type="pres">
      <dgm:prSet presAssocID="{60514A73-3A9C-4414-B488-317C31A44AD5}" presName="connectorText" presStyleLbl="sibTrans1D1" presStyleIdx="1" presStyleCnt="5"/>
      <dgm:spPr/>
    </dgm:pt>
    <dgm:pt modelId="{A8A404E1-D434-472B-9FE2-33146F2EC385}" type="pres">
      <dgm:prSet presAssocID="{C123ED27-C602-4F91-9A51-7D81FE1D6AFC}" presName="node" presStyleLbl="node1" presStyleIdx="2" presStyleCnt="6">
        <dgm:presLayoutVars>
          <dgm:bulletEnabled val="1"/>
        </dgm:presLayoutVars>
      </dgm:prSet>
      <dgm:spPr/>
    </dgm:pt>
    <dgm:pt modelId="{00969B03-1CF0-49ED-B8F4-506993F7E59B}" type="pres">
      <dgm:prSet presAssocID="{9689D420-EF09-4F30-BD6D-E616603AF070}" presName="sibTrans" presStyleLbl="sibTrans1D1" presStyleIdx="2" presStyleCnt="5"/>
      <dgm:spPr/>
    </dgm:pt>
    <dgm:pt modelId="{5B4B9A03-1762-4AC6-9CEE-E25D0C43F8EA}" type="pres">
      <dgm:prSet presAssocID="{9689D420-EF09-4F30-BD6D-E616603AF070}" presName="connectorText" presStyleLbl="sibTrans1D1" presStyleIdx="2" presStyleCnt="5"/>
      <dgm:spPr/>
    </dgm:pt>
    <dgm:pt modelId="{81857C4B-32BA-4C6A-BCCD-FB6FFAC7A967}" type="pres">
      <dgm:prSet presAssocID="{EA1E281E-90B9-4547-BD2E-ED84A350060D}" presName="node" presStyleLbl="node1" presStyleIdx="3" presStyleCnt="6">
        <dgm:presLayoutVars>
          <dgm:bulletEnabled val="1"/>
        </dgm:presLayoutVars>
      </dgm:prSet>
      <dgm:spPr/>
    </dgm:pt>
    <dgm:pt modelId="{6327D28C-A29A-4280-8275-D61BB53EA293}" type="pres">
      <dgm:prSet presAssocID="{0449F09C-14DE-4B21-8917-998F74252EC5}" presName="sibTrans" presStyleLbl="sibTrans1D1" presStyleIdx="3" presStyleCnt="5"/>
      <dgm:spPr/>
    </dgm:pt>
    <dgm:pt modelId="{D766D81F-5C0B-4DD8-94E6-925F5F6BB182}" type="pres">
      <dgm:prSet presAssocID="{0449F09C-14DE-4B21-8917-998F74252EC5}" presName="connectorText" presStyleLbl="sibTrans1D1" presStyleIdx="3" presStyleCnt="5"/>
      <dgm:spPr/>
    </dgm:pt>
    <dgm:pt modelId="{35ABADA6-EE40-45C9-A291-296A23E49CAA}" type="pres">
      <dgm:prSet presAssocID="{6F1571A5-9E5D-4940-B682-4BA7C9A17E15}" presName="node" presStyleLbl="node1" presStyleIdx="4" presStyleCnt="6">
        <dgm:presLayoutVars>
          <dgm:bulletEnabled val="1"/>
        </dgm:presLayoutVars>
      </dgm:prSet>
      <dgm:spPr/>
    </dgm:pt>
    <dgm:pt modelId="{8C598595-CE4B-41AB-87F9-F788B349D808}" type="pres">
      <dgm:prSet presAssocID="{269569C4-6444-4D77-9DE9-A2813E35FA72}" presName="sibTrans" presStyleLbl="sibTrans1D1" presStyleIdx="4" presStyleCnt="5"/>
      <dgm:spPr/>
    </dgm:pt>
    <dgm:pt modelId="{EE2B491D-1DF1-4DEE-8C4E-AEDE3A29592D}" type="pres">
      <dgm:prSet presAssocID="{269569C4-6444-4D77-9DE9-A2813E35FA72}" presName="connectorText" presStyleLbl="sibTrans1D1" presStyleIdx="4" presStyleCnt="5"/>
      <dgm:spPr/>
    </dgm:pt>
    <dgm:pt modelId="{566C67B3-0C34-4B01-881B-A3FBF126E36F}" type="pres">
      <dgm:prSet presAssocID="{F550D219-589D-4D11-8C06-223FA44A4129}" presName="node" presStyleLbl="node1" presStyleIdx="5" presStyleCnt="6">
        <dgm:presLayoutVars>
          <dgm:bulletEnabled val="1"/>
        </dgm:presLayoutVars>
      </dgm:prSet>
      <dgm:spPr/>
    </dgm:pt>
  </dgm:ptLst>
  <dgm:cxnLst>
    <dgm:cxn modelId="{91C9F600-F109-43B1-BE1E-E845D57DD6F6}" type="presOf" srcId="{C123ED27-C602-4F91-9A51-7D81FE1D6AFC}" destId="{A8A404E1-D434-472B-9FE2-33146F2EC385}" srcOrd="0" destOrd="0" presId="urn:microsoft.com/office/officeart/2016/7/layout/RepeatingBendingProcessNew"/>
    <dgm:cxn modelId="{AA7E8A05-D0CD-4F6D-A071-7D0084BB6691}" type="presOf" srcId="{269569C4-6444-4D77-9DE9-A2813E35FA72}" destId="{EE2B491D-1DF1-4DEE-8C4E-AEDE3A29592D}" srcOrd="1" destOrd="0" presId="urn:microsoft.com/office/officeart/2016/7/layout/RepeatingBendingProcessNew"/>
    <dgm:cxn modelId="{CEEB1709-A705-48C1-A2B7-DE2024FBE964}" type="presOf" srcId="{269569C4-6444-4D77-9DE9-A2813E35FA72}" destId="{8C598595-CE4B-41AB-87F9-F788B349D808}" srcOrd="0" destOrd="0" presId="urn:microsoft.com/office/officeart/2016/7/layout/RepeatingBendingProcessNew"/>
    <dgm:cxn modelId="{64FEA40E-2CF8-4795-B82C-63FD1C670B83}" type="presOf" srcId="{37B93822-A993-4024-92FF-9C2B0CE1C602}" destId="{9D5A8A8F-55FC-4A95-A71B-D79E17E38290}" srcOrd="0" destOrd="0" presId="urn:microsoft.com/office/officeart/2016/7/layout/RepeatingBendingProcessNew"/>
    <dgm:cxn modelId="{D9E1B710-3584-4C26-B78C-2B9FA20B598C}" type="presOf" srcId="{0449F09C-14DE-4B21-8917-998F74252EC5}" destId="{6327D28C-A29A-4280-8275-D61BB53EA293}" srcOrd="0" destOrd="0" presId="urn:microsoft.com/office/officeart/2016/7/layout/RepeatingBendingProcessNew"/>
    <dgm:cxn modelId="{4137BA17-F037-41F6-8E7A-902553DDFFB7}" srcId="{37B93822-A993-4024-92FF-9C2B0CE1C602}" destId="{6F1571A5-9E5D-4940-B682-4BA7C9A17E15}" srcOrd="4" destOrd="0" parTransId="{F5458897-B8BD-4D75-A55D-D751A6925773}" sibTransId="{269569C4-6444-4D77-9DE9-A2813E35FA72}"/>
    <dgm:cxn modelId="{5D1CC517-0ABF-4B57-A567-A312ABC2BF17}" srcId="{37B93822-A993-4024-92FF-9C2B0CE1C602}" destId="{B9A05FB3-E483-45F2-8C34-2BC7427FF050}" srcOrd="1" destOrd="0" parTransId="{A3CF61F3-B973-4516-B788-3937B9F7A173}" sibTransId="{60514A73-3A9C-4414-B488-317C31A44AD5}"/>
    <dgm:cxn modelId="{62D35F22-973C-4EBE-A226-11B409A7F897}" type="presOf" srcId="{64C07824-6BD2-4772-8C0F-3FF9C3037928}" destId="{64FC79B9-2E4E-4A51-AFB9-0F6B867BE1F8}" srcOrd="1" destOrd="0" presId="urn:microsoft.com/office/officeart/2016/7/layout/RepeatingBendingProcessNew"/>
    <dgm:cxn modelId="{8013CF23-133F-4DB1-B6C4-612585CC4B5E}" srcId="{37B93822-A993-4024-92FF-9C2B0CE1C602}" destId="{C123ED27-C602-4F91-9A51-7D81FE1D6AFC}" srcOrd="2" destOrd="0" parTransId="{B78048B3-5CFB-4197-97D5-B215010AFD39}" sibTransId="{9689D420-EF09-4F30-BD6D-E616603AF070}"/>
    <dgm:cxn modelId="{C8F7A027-FF8C-488A-9447-420DED544D56}" srcId="{37B93822-A993-4024-92FF-9C2B0CE1C602}" destId="{2A9E64F2-6BBE-41DA-9023-C41F6AA955CB}" srcOrd="0" destOrd="0" parTransId="{70DCEF51-FF9D-4267-9E53-A0DEBC9FC9B5}" sibTransId="{64C07824-6BD2-4772-8C0F-3FF9C3037928}"/>
    <dgm:cxn modelId="{52E9AC27-FD07-4108-B1CA-BA8D98A1FE6E}" type="presOf" srcId="{6F1571A5-9E5D-4940-B682-4BA7C9A17E15}" destId="{35ABADA6-EE40-45C9-A291-296A23E49CAA}" srcOrd="0" destOrd="0" presId="urn:microsoft.com/office/officeart/2016/7/layout/RepeatingBendingProcessNew"/>
    <dgm:cxn modelId="{7672E056-98C5-44DD-B101-9732FB0BF32F}" type="presOf" srcId="{64C07824-6BD2-4772-8C0F-3FF9C3037928}" destId="{7225DB58-2494-488A-8415-F03DA47EE0BB}" srcOrd="0" destOrd="0" presId="urn:microsoft.com/office/officeart/2016/7/layout/RepeatingBendingProcessNew"/>
    <dgm:cxn modelId="{01BC0D80-2197-483D-BE76-95C5C4A24FA0}" srcId="{37B93822-A993-4024-92FF-9C2B0CE1C602}" destId="{EA1E281E-90B9-4547-BD2E-ED84A350060D}" srcOrd="3" destOrd="0" parTransId="{C59BB8DB-81A2-4E27-9B76-230A0AA1DA1A}" sibTransId="{0449F09C-14DE-4B21-8917-998F74252EC5}"/>
    <dgm:cxn modelId="{8770008B-5DE5-4744-A89E-6FF7C90D08D5}" type="presOf" srcId="{60514A73-3A9C-4414-B488-317C31A44AD5}" destId="{0AFF91A2-94B8-40CC-A4EF-84989FC15196}" srcOrd="1" destOrd="0" presId="urn:microsoft.com/office/officeart/2016/7/layout/RepeatingBendingProcessNew"/>
    <dgm:cxn modelId="{77C56B91-6A4D-4984-9848-E2B62BAAC34A}" type="presOf" srcId="{9689D420-EF09-4F30-BD6D-E616603AF070}" destId="{00969B03-1CF0-49ED-B8F4-506993F7E59B}" srcOrd="0" destOrd="0" presId="urn:microsoft.com/office/officeart/2016/7/layout/RepeatingBendingProcessNew"/>
    <dgm:cxn modelId="{24ED0496-04E6-44FA-875F-F5657CD89984}" type="presOf" srcId="{9689D420-EF09-4F30-BD6D-E616603AF070}" destId="{5B4B9A03-1762-4AC6-9CEE-E25D0C43F8EA}" srcOrd="1" destOrd="0" presId="urn:microsoft.com/office/officeart/2016/7/layout/RepeatingBendingProcessNew"/>
    <dgm:cxn modelId="{68BA799E-7276-485E-802B-08160075298F}" type="presOf" srcId="{EA1E281E-90B9-4547-BD2E-ED84A350060D}" destId="{81857C4B-32BA-4C6A-BCCD-FB6FFAC7A967}" srcOrd="0" destOrd="0" presId="urn:microsoft.com/office/officeart/2016/7/layout/RepeatingBendingProcessNew"/>
    <dgm:cxn modelId="{A717D3B7-6C0A-4173-9F05-D124B64B5FE3}" type="presOf" srcId="{60514A73-3A9C-4414-B488-317C31A44AD5}" destId="{19BB583B-4597-438A-B171-9CE4D99E60F0}" srcOrd="0" destOrd="0" presId="urn:microsoft.com/office/officeart/2016/7/layout/RepeatingBendingProcessNew"/>
    <dgm:cxn modelId="{D4A436C2-7197-45A7-AFB5-435058733475}" type="presOf" srcId="{B9A05FB3-E483-45F2-8C34-2BC7427FF050}" destId="{CD72FF37-361D-4345-AF63-6E54A972BEF9}" srcOrd="0" destOrd="0" presId="urn:microsoft.com/office/officeart/2016/7/layout/RepeatingBendingProcessNew"/>
    <dgm:cxn modelId="{6F449EC3-9000-400F-A723-F629BE9F5375}" srcId="{37B93822-A993-4024-92FF-9C2B0CE1C602}" destId="{F550D219-589D-4D11-8C06-223FA44A4129}" srcOrd="5" destOrd="0" parTransId="{8CA557BB-89BA-4D6A-B3A6-2C7F747FDD77}" sibTransId="{043C7E05-AB7A-4E82-B7C9-B29B1D5A19C1}"/>
    <dgm:cxn modelId="{AA22BBC4-B399-4D78-90F9-3D5D669265F2}" type="presOf" srcId="{0449F09C-14DE-4B21-8917-998F74252EC5}" destId="{D766D81F-5C0B-4DD8-94E6-925F5F6BB182}" srcOrd="1" destOrd="0" presId="urn:microsoft.com/office/officeart/2016/7/layout/RepeatingBendingProcessNew"/>
    <dgm:cxn modelId="{5E75C7C7-0C6A-422A-BF39-C2FCD260A78F}" type="presOf" srcId="{2A9E64F2-6BBE-41DA-9023-C41F6AA955CB}" destId="{868C4713-EFDD-471C-BE7A-9E1FFC130D71}" srcOrd="0" destOrd="0" presId="urn:microsoft.com/office/officeart/2016/7/layout/RepeatingBendingProcessNew"/>
    <dgm:cxn modelId="{544E1DFC-7C13-4350-B3DE-1C9711B3CE07}" type="presOf" srcId="{F550D219-589D-4D11-8C06-223FA44A4129}" destId="{566C67B3-0C34-4B01-881B-A3FBF126E36F}" srcOrd="0" destOrd="0" presId="urn:microsoft.com/office/officeart/2016/7/layout/RepeatingBendingProcessNew"/>
    <dgm:cxn modelId="{8ABAD8AC-4F27-46FC-92BA-32DAF1F6D2A8}" type="presParOf" srcId="{9D5A8A8F-55FC-4A95-A71B-D79E17E38290}" destId="{868C4713-EFDD-471C-BE7A-9E1FFC130D71}" srcOrd="0" destOrd="0" presId="urn:microsoft.com/office/officeart/2016/7/layout/RepeatingBendingProcessNew"/>
    <dgm:cxn modelId="{DF071E9E-6A8D-4CFE-931E-450BAB2F6E2A}" type="presParOf" srcId="{9D5A8A8F-55FC-4A95-A71B-D79E17E38290}" destId="{7225DB58-2494-488A-8415-F03DA47EE0BB}" srcOrd="1" destOrd="0" presId="urn:microsoft.com/office/officeart/2016/7/layout/RepeatingBendingProcessNew"/>
    <dgm:cxn modelId="{400E8280-9F93-451E-8164-6E992C10D552}" type="presParOf" srcId="{7225DB58-2494-488A-8415-F03DA47EE0BB}" destId="{64FC79B9-2E4E-4A51-AFB9-0F6B867BE1F8}" srcOrd="0" destOrd="0" presId="urn:microsoft.com/office/officeart/2016/7/layout/RepeatingBendingProcessNew"/>
    <dgm:cxn modelId="{7B79C6B0-EE5D-4DEA-90A8-EEE864FE89F6}" type="presParOf" srcId="{9D5A8A8F-55FC-4A95-A71B-D79E17E38290}" destId="{CD72FF37-361D-4345-AF63-6E54A972BEF9}" srcOrd="2" destOrd="0" presId="urn:microsoft.com/office/officeart/2016/7/layout/RepeatingBendingProcessNew"/>
    <dgm:cxn modelId="{80FE1FF1-ABBD-42F4-B46A-D06366B47486}" type="presParOf" srcId="{9D5A8A8F-55FC-4A95-A71B-D79E17E38290}" destId="{19BB583B-4597-438A-B171-9CE4D99E60F0}" srcOrd="3" destOrd="0" presId="urn:microsoft.com/office/officeart/2016/7/layout/RepeatingBendingProcessNew"/>
    <dgm:cxn modelId="{B3899176-CE27-4BCC-A486-F66E35B9B388}" type="presParOf" srcId="{19BB583B-4597-438A-B171-9CE4D99E60F0}" destId="{0AFF91A2-94B8-40CC-A4EF-84989FC15196}" srcOrd="0" destOrd="0" presId="urn:microsoft.com/office/officeart/2016/7/layout/RepeatingBendingProcessNew"/>
    <dgm:cxn modelId="{C85ADD5E-61F8-4AF8-BF6B-3E3CC0A1F721}" type="presParOf" srcId="{9D5A8A8F-55FC-4A95-A71B-D79E17E38290}" destId="{A8A404E1-D434-472B-9FE2-33146F2EC385}" srcOrd="4" destOrd="0" presId="urn:microsoft.com/office/officeart/2016/7/layout/RepeatingBendingProcessNew"/>
    <dgm:cxn modelId="{4652FCE3-6A0B-4396-B142-BF0DC2F78F81}" type="presParOf" srcId="{9D5A8A8F-55FC-4A95-A71B-D79E17E38290}" destId="{00969B03-1CF0-49ED-B8F4-506993F7E59B}" srcOrd="5" destOrd="0" presId="urn:microsoft.com/office/officeart/2016/7/layout/RepeatingBendingProcessNew"/>
    <dgm:cxn modelId="{2FEE827F-F97B-4952-87F8-9882756F335C}" type="presParOf" srcId="{00969B03-1CF0-49ED-B8F4-506993F7E59B}" destId="{5B4B9A03-1762-4AC6-9CEE-E25D0C43F8EA}" srcOrd="0" destOrd="0" presId="urn:microsoft.com/office/officeart/2016/7/layout/RepeatingBendingProcessNew"/>
    <dgm:cxn modelId="{DC2ABB89-D66A-400B-BC49-289193BE3828}" type="presParOf" srcId="{9D5A8A8F-55FC-4A95-A71B-D79E17E38290}" destId="{81857C4B-32BA-4C6A-BCCD-FB6FFAC7A967}" srcOrd="6" destOrd="0" presId="urn:microsoft.com/office/officeart/2016/7/layout/RepeatingBendingProcessNew"/>
    <dgm:cxn modelId="{C6603F6B-73D6-421A-B428-4403B47B844D}" type="presParOf" srcId="{9D5A8A8F-55FC-4A95-A71B-D79E17E38290}" destId="{6327D28C-A29A-4280-8275-D61BB53EA293}" srcOrd="7" destOrd="0" presId="urn:microsoft.com/office/officeart/2016/7/layout/RepeatingBendingProcessNew"/>
    <dgm:cxn modelId="{9E0E0B34-4B85-4498-BF36-E80D78223997}" type="presParOf" srcId="{6327D28C-A29A-4280-8275-D61BB53EA293}" destId="{D766D81F-5C0B-4DD8-94E6-925F5F6BB182}" srcOrd="0" destOrd="0" presId="urn:microsoft.com/office/officeart/2016/7/layout/RepeatingBendingProcessNew"/>
    <dgm:cxn modelId="{4D769028-8794-4E36-87C6-A7BC2DB3A585}" type="presParOf" srcId="{9D5A8A8F-55FC-4A95-A71B-D79E17E38290}" destId="{35ABADA6-EE40-45C9-A291-296A23E49CAA}" srcOrd="8" destOrd="0" presId="urn:microsoft.com/office/officeart/2016/7/layout/RepeatingBendingProcessNew"/>
    <dgm:cxn modelId="{325FEDC8-7DE4-4590-BBEC-E8F24A0E1393}" type="presParOf" srcId="{9D5A8A8F-55FC-4A95-A71B-D79E17E38290}" destId="{8C598595-CE4B-41AB-87F9-F788B349D808}" srcOrd="9" destOrd="0" presId="urn:microsoft.com/office/officeart/2016/7/layout/RepeatingBendingProcessNew"/>
    <dgm:cxn modelId="{6FDFE8FC-5460-4176-B6C5-5645060F7B23}" type="presParOf" srcId="{8C598595-CE4B-41AB-87F9-F788B349D808}" destId="{EE2B491D-1DF1-4DEE-8C4E-AEDE3A29592D}" srcOrd="0" destOrd="0" presId="urn:microsoft.com/office/officeart/2016/7/layout/RepeatingBendingProcessNew"/>
    <dgm:cxn modelId="{FB61F004-81E6-4306-9F60-83F2DE47D427}" type="presParOf" srcId="{9D5A8A8F-55FC-4A95-A71B-D79E17E38290}" destId="{566C67B3-0C34-4B01-881B-A3FBF126E36F}" srcOrd="10" destOrd="0" presId="urn:microsoft.com/office/officeart/2016/7/layout/RepeatingBendingProcessNew"/>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1.xml><?xml version="1.0" encoding="utf-8"?>
<dgm:dataModel xmlns:dgm="http://schemas.openxmlformats.org/drawingml/2006/diagram" xmlns:a="http://schemas.openxmlformats.org/drawingml/2006/main">
  <dgm:ptLst>
    <dgm:pt modelId="{576FADE9-B8DA-4F0A-ACAD-2446552FFA2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A2B6FFE9-46A3-4CEF-B6CD-0B72139F58AD}">
      <dgm:prSet/>
      <dgm:spPr/>
      <dgm:t>
        <a:bodyPr/>
        <a:lstStyle/>
        <a:p>
          <a:pPr rtl="0"/>
          <a:r>
            <a:rPr lang="en-US">
              <a:latin typeface="Aptos Display" panose="020F0302020204030204"/>
            </a:rPr>
            <a:t>DNS lookup being resolved</a:t>
          </a:r>
          <a:endParaRPr lang="en-US"/>
        </a:p>
      </dgm:t>
    </dgm:pt>
    <dgm:pt modelId="{8FF76727-B875-4E11-BA7D-D2D702A27E3F}" type="parTrans" cxnId="{D14C6977-0FA2-4A43-AF75-1661066C037D}">
      <dgm:prSet/>
      <dgm:spPr/>
      <dgm:t>
        <a:bodyPr/>
        <a:lstStyle/>
        <a:p>
          <a:endParaRPr lang="en-US"/>
        </a:p>
      </dgm:t>
    </dgm:pt>
    <dgm:pt modelId="{A827772E-9117-4F0A-895F-067C35B0CA06}" type="sibTrans" cxnId="{D14C6977-0FA2-4A43-AF75-1661066C037D}">
      <dgm:prSet/>
      <dgm:spPr/>
      <dgm:t>
        <a:bodyPr/>
        <a:lstStyle/>
        <a:p>
          <a:endParaRPr lang="en-US"/>
        </a:p>
      </dgm:t>
    </dgm:pt>
    <dgm:pt modelId="{D9B1F87E-3152-44A5-B894-33CE41DFF485}" type="pres">
      <dgm:prSet presAssocID="{576FADE9-B8DA-4F0A-ACAD-2446552FFA24}" presName="hierChild1" presStyleCnt="0">
        <dgm:presLayoutVars>
          <dgm:chPref val="1"/>
          <dgm:dir/>
          <dgm:animOne val="branch"/>
          <dgm:animLvl val="lvl"/>
          <dgm:resizeHandles/>
        </dgm:presLayoutVars>
      </dgm:prSet>
      <dgm:spPr/>
    </dgm:pt>
    <dgm:pt modelId="{EEA277A5-0367-4DC6-B919-087899CA703F}" type="pres">
      <dgm:prSet presAssocID="{A2B6FFE9-46A3-4CEF-B6CD-0B72139F58AD}" presName="hierRoot1" presStyleCnt="0"/>
      <dgm:spPr/>
    </dgm:pt>
    <dgm:pt modelId="{C892A686-4DD0-49B3-A7CA-AB395D4C02BC}" type="pres">
      <dgm:prSet presAssocID="{A2B6FFE9-46A3-4CEF-B6CD-0B72139F58AD}" presName="composite" presStyleCnt="0"/>
      <dgm:spPr/>
    </dgm:pt>
    <dgm:pt modelId="{4E0CE8CC-B1C8-4ADF-BB88-5670ADDB5C9D}" type="pres">
      <dgm:prSet presAssocID="{A2B6FFE9-46A3-4CEF-B6CD-0B72139F58AD}" presName="background" presStyleLbl="node0" presStyleIdx="0" presStyleCnt="1"/>
      <dgm:spPr/>
    </dgm:pt>
    <dgm:pt modelId="{B141E5E4-2352-4A26-B76C-3C4F79C5CBB6}" type="pres">
      <dgm:prSet presAssocID="{A2B6FFE9-46A3-4CEF-B6CD-0B72139F58AD}" presName="text" presStyleLbl="fgAcc0" presStyleIdx="0" presStyleCnt="1">
        <dgm:presLayoutVars>
          <dgm:chPref val="3"/>
        </dgm:presLayoutVars>
      </dgm:prSet>
      <dgm:spPr/>
    </dgm:pt>
    <dgm:pt modelId="{735A92B0-4C87-4CB6-A22F-09698C7C3E6C}" type="pres">
      <dgm:prSet presAssocID="{A2B6FFE9-46A3-4CEF-B6CD-0B72139F58AD}" presName="hierChild2" presStyleCnt="0"/>
      <dgm:spPr/>
    </dgm:pt>
  </dgm:ptLst>
  <dgm:cxnLst>
    <dgm:cxn modelId="{7E262F06-9A9F-4C48-B4CD-D3145EB266B3}" type="presOf" srcId="{576FADE9-B8DA-4F0A-ACAD-2446552FFA24}" destId="{D9B1F87E-3152-44A5-B894-33CE41DFF485}" srcOrd="0" destOrd="0" presId="urn:microsoft.com/office/officeart/2005/8/layout/hierarchy1"/>
    <dgm:cxn modelId="{A64DBC19-20E9-45E7-9E8F-027840ACCC02}" type="presOf" srcId="{A2B6FFE9-46A3-4CEF-B6CD-0B72139F58AD}" destId="{B141E5E4-2352-4A26-B76C-3C4F79C5CBB6}" srcOrd="0" destOrd="0" presId="urn:microsoft.com/office/officeart/2005/8/layout/hierarchy1"/>
    <dgm:cxn modelId="{D14C6977-0FA2-4A43-AF75-1661066C037D}" srcId="{576FADE9-B8DA-4F0A-ACAD-2446552FFA24}" destId="{A2B6FFE9-46A3-4CEF-B6CD-0B72139F58AD}" srcOrd="0" destOrd="0" parTransId="{8FF76727-B875-4E11-BA7D-D2D702A27E3F}" sibTransId="{A827772E-9117-4F0A-895F-067C35B0CA06}"/>
    <dgm:cxn modelId="{6AE05BD4-A292-4C3D-AF6C-14AAEE703F31}" type="presParOf" srcId="{D9B1F87E-3152-44A5-B894-33CE41DFF485}" destId="{EEA277A5-0367-4DC6-B919-087899CA703F}" srcOrd="0" destOrd="0" presId="urn:microsoft.com/office/officeart/2005/8/layout/hierarchy1"/>
    <dgm:cxn modelId="{291548A4-C276-4217-A704-99248970F3B0}" type="presParOf" srcId="{EEA277A5-0367-4DC6-B919-087899CA703F}" destId="{C892A686-4DD0-49B3-A7CA-AB395D4C02BC}" srcOrd="0" destOrd="0" presId="urn:microsoft.com/office/officeart/2005/8/layout/hierarchy1"/>
    <dgm:cxn modelId="{7C3011EB-84EA-43A4-B557-8A56A20D3460}" type="presParOf" srcId="{C892A686-4DD0-49B3-A7CA-AB395D4C02BC}" destId="{4E0CE8CC-B1C8-4ADF-BB88-5670ADDB5C9D}" srcOrd="0" destOrd="0" presId="urn:microsoft.com/office/officeart/2005/8/layout/hierarchy1"/>
    <dgm:cxn modelId="{FAD329F8-7657-4355-B455-17162C017849}" type="presParOf" srcId="{C892A686-4DD0-49B3-A7CA-AB395D4C02BC}" destId="{B141E5E4-2352-4A26-B76C-3C4F79C5CBB6}" srcOrd="1" destOrd="0" presId="urn:microsoft.com/office/officeart/2005/8/layout/hierarchy1"/>
    <dgm:cxn modelId="{AF0961AB-3B05-4E4D-838E-C7A534FE4B7F}" type="presParOf" srcId="{EEA277A5-0367-4DC6-B919-087899CA703F}" destId="{735A92B0-4C87-4CB6-A22F-09698C7C3E6C}" srcOrd="1" destOrd="0" presId="urn:microsoft.com/office/officeart/2005/8/layout/hierarchy1"/>
  </dgm:cxnLst>
  <dgm:bg/>
  <dgm:whole/>
  <dgm:extLst>
    <a:ext uri="http://schemas.microsoft.com/office/drawing/2008/diagram">
      <dsp:dataModelExt xmlns:dsp="http://schemas.microsoft.com/office/drawing/2008/diagram" relId="rId9" minVer="http://schemas.openxmlformats.org/drawingml/2006/diagram"/>
    </a:ext>
  </dgm:extLst>
</dgm:dataModel>
</file>

<file path=ppt/diagrams/data12.xml><?xml version="1.0" encoding="utf-8"?>
<dgm:dataModel xmlns:dgm="http://schemas.openxmlformats.org/drawingml/2006/diagram" xmlns:a="http://schemas.openxmlformats.org/drawingml/2006/main">
  <dgm:ptLst>
    <dgm:pt modelId="{576FADE9-B8DA-4F0A-ACAD-2446552FFA24}" type="doc">
      <dgm:prSet loTypeId="urn:microsoft.com/office/officeart/2005/8/layout/hierarchy1" loCatId="hierarchy" qsTypeId="urn:microsoft.com/office/officeart/2005/8/quickstyle/simple1" qsCatId="simple" csTypeId="urn:microsoft.com/office/officeart/2005/8/colors/accent1_2" csCatId="accent1" phldr="1"/>
      <dgm:spPr/>
      <dgm:t>
        <a:bodyPr/>
        <a:lstStyle/>
        <a:p>
          <a:endParaRPr lang="en-US"/>
        </a:p>
      </dgm:t>
    </dgm:pt>
    <dgm:pt modelId="{A2B6FFE9-46A3-4CEF-B6CD-0B72139F58AD}">
      <dgm:prSet/>
      <dgm:spPr/>
      <dgm:t>
        <a:bodyPr/>
        <a:lstStyle/>
        <a:p>
          <a:r>
            <a:rPr lang="en-US"/>
            <a:t>Try both these commands with </a:t>
          </a:r>
          <a:r>
            <a:rPr lang="en-US" b="1"/>
            <a:t>"acep.uaf.edu" </a:t>
          </a:r>
          <a:r>
            <a:rPr lang="en-US"/>
            <a:t>instead of google.com. What do you notice?</a:t>
          </a:r>
        </a:p>
      </dgm:t>
    </dgm:pt>
    <dgm:pt modelId="{8FF76727-B875-4E11-BA7D-D2D702A27E3F}" type="parTrans" cxnId="{D14C6977-0FA2-4A43-AF75-1661066C037D}">
      <dgm:prSet/>
      <dgm:spPr/>
      <dgm:t>
        <a:bodyPr/>
        <a:lstStyle/>
        <a:p>
          <a:endParaRPr lang="en-US"/>
        </a:p>
      </dgm:t>
    </dgm:pt>
    <dgm:pt modelId="{A827772E-9117-4F0A-895F-067C35B0CA06}" type="sibTrans" cxnId="{D14C6977-0FA2-4A43-AF75-1661066C037D}">
      <dgm:prSet/>
      <dgm:spPr/>
      <dgm:t>
        <a:bodyPr/>
        <a:lstStyle/>
        <a:p>
          <a:endParaRPr lang="en-US"/>
        </a:p>
      </dgm:t>
    </dgm:pt>
    <dgm:pt modelId="{D9B1F87E-3152-44A5-B894-33CE41DFF485}" type="pres">
      <dgm:prSet presAssocID="{576FADE9-B8DA-4F0A-ACAD-2446552FFA24}" presName="hierChild1" presStyleCnt="0">
        <dgm:presLayoutVars>
          <dgm:chPref val="1"/>
          <dgm:dir/>
          <dgm:animOne val="branch"/>
          <dgm:animLvl val="lvl"/>
          <dgm:resizeHandles/>
        </dgm:presLayoutVars>
      </dgm:prSet>
      <dgm:spPr/>
    </dgm:pt>
    <dgm:pt modelId="{EEA277A5-0367-4DC6-B919-087899CA703F}" type="pres">
      <dgm:prSet presAssocID="{A2B6FFE9-46A3-4CEF-B6CD-0B72139F58AD}" presName="hierRoot1" presStyleCnt="0"/>
      <dgm:spPr/>
    </dgm:pt>
    <dgm:pt modelId="{C892A686-4DD0-49B3-A7CA-AB395D4C02BC}" type="pres">
      <dgm:prSet presAssocID="{A2B6FFE9-46A3-4CEF-B6CD-0B72139F58AD}" presName="composite" presStyleCnt="0"/>
      <dgm:spPr/>
    </dgm:pt>
    <dgm:pt modelId="{4E0CE8CC-B1C8-4ADF-BB88-5670ADDB5C9D}" type="pres">
      <dgm:prSet presAssocID="{A2B6FFE9-46A3-4CEF-B6CD-0B72139F58AD}" presName="background" presStyleLbl="node0" presStyleIdx="0" presStyleCnt="1"/>
      <dgm:spPr/>
    </dgm:pt>
    <dgm:pt modelId="{B141E5E4-2352-4A26-B76C-3C4F79C5CBB6}" type="pres">
      <dgm:prSet presAssocID="{A2B6FFE9-46A3-4CEF-B6CD-0B72139F58AD}" presName="text" presStyleLbl="fgAcc0" presStyleIdx="0" presStyleCnt="1">
        <dgm:presLayoutVars>
          <dgm:chPref val="3"/>
        </dgm:presLayoutVars>
      </dgm:prSet>
      <dgm:spPr/>
    </dgm:pt>
    <dgm:pt modelId="{735A92B0-4C87-4CB6-A22F-09698C7C3E6C}" type="pres">
      <dgm:prSet presAssocID="{A2B6FFE9-46A3-4CEF-B6CD-0B72139F58AD}" presName="hierChild2" presStyleCnt="0"/>
      <dgm:spPr/>
    </dgm:pt>
  </dgm:ptLst>
  <dgm:cxnLst>
    <dgm:cxn modelId="{7E262F06-9A9F-4C48-B4CD-D3145EB266B3}" type="presOf" srcId="{576FADE9-B8DA-4F0A-ACAD-2446552FFA24}" destId="{D9B1F87E-3152-44A5-B894-33CE41DFF485}" srcOrd="0" destOrd="0" presId="urn:microsoft.com/office/officeart/2005/8/layout/hierarchy1"/>
    <dgm:cxn modelId="{A64DBC19-20E9-45E7-9E8F-027840ACCC02}" type="presOf" srcId="{A2B6FFE9-46A3-4CEF-B6CD-0B72139F58AD}" destId="{B141E5E4-2352-4A26-B76C-3C4F79C5CBB6}" srcOrd="0" destOrd="0" presId="urn:microsoft.com/office/officeart/2005/8/layout/hierarchy1"/>
    <dgm:cxn modelId="{D14C6977-0FA2-4A43-AF75-1661066C037D}" srcId="{576FADE9-B8DA-4F0A-ACAD-2446552FFA24}" destId="{A2B6FFE9-46A3-4CEF-B6CD-0B72139F58AD}" srcOrd="0" destOrd="0" parTransId="{8FF76727-B875-4E11-BA7D-D2D702A27E3F}" sibTransId="{A827772E-9117-4F0A-895F-067C35B0CA06}"/>
    <dgm:cxn modelId="{6AE05BD4-A292-4C3D-AF6C-14AAEE703F31}" type="presParOf" srcId="{D9B1F87E-3152-44A5-B894-33CE41DFF485}" destId="{EEA277A5-0367-4DC6-B919-087899CA703F}" srcOrd="0" destOrd="0" presId="urn:microsoft.com/office/officeart/2005/8/layout/hierarchy1"/>
    <dgm:cxn modelId="{291548A4-C276-4217-A704-99248970F3B0}" type="presParOf" srcId="{EEA277A5-0367-4DC6-B919-087899CA703F}" destId="{C892A686-4DD0-49B3-A7CA-AB395D4C02BC}" srcOrd="0" destOrd="0" presId="urn:microsoft.com/office/officeart/2005/8/layout/hierarchy1"/>
    <dgm:cxn modelId="{7C3011EB-84EA-43A4-B557-8A56A20D3460}" type="presParOf" srcId="{C892A686-4DD0-49B3-A7CA-AB395D4C02BC}" destId="{4E0CE8CC-B1C8-4ADF-BB88-5670ADDB5C9D}" srcOrd="0" destOrd="0" presId="urn:microsoft.com/office/officeart/2005/8/layout/hierarchy1"/>
    <dgm:cxn modelId="{FAD329F8-7657-4355-B455-17162C017849}" type="presParOf" srcId="{C892A686-4DD0-49B3-A7CA-AB395D4C02BC}" destId="{B141E5E4-2352-4A26-B76C-3C4F79C5CBB6}" srcOrd="1" destOrd="0" presId="urn:microsoft.com/office/officeart/2005/8/layout/hierarchy1"/>
    <dgm:cxn modelId="{AF0961AB-3B05-4E4D-838E-C7A534FE4B7F}" type="presParOf" srcId="{EEA277A5-0367-4DC6-B919-087899CA703F}" destId="{735A92B0-4C87-4CB6-A22F-09698C7C3E6C}" srcOrd="1" destOrd="0" presId="urn:microsoft.com/office/officeart/2005/8/layout/hierarchy1"/>
  </dgm:cxnLst>
  <dgm:bg/>
  <dgm:whole/>
  <dgm:extLst>
    <a:ext uri="http://schemas.microsoft.com/office/drawing/2008/diagram">
      <dsp:dataModelExt xmlns:dsp="http://schemas.microsoft.com/office/drawing/2008/diagram" relId="rId14" minVer="http://schemas.openxmlformats.org/drawingml/2006/diagram"/>
    </a:ext>
  </dgm:extLst>
</dgm:dataModel>
</file>

<file path=ppt/diagrams/data13.xml><?xml version="1.0" encoding="utf-8"?>
<dgm:dataModel xmlns:dgm="http://schemas.openxmlformats.org/drawingml/2006/diagram" xmlns:a="http://schemas.openxmlformats.org/drawingml/2006/main">
  <dgm:ptLst>
    <dgm:pt modelId="{C83B609F-C504-4BF1-9E14-90F53EF63F92}" type="doc">
      <dgm:prSet loTypeId="urn:microsoft.com/office/officeart/2005/8/layout/orgChart1" loCatId="hierarchy" qsTypeId="urn:microsoft.com/office/officeart/2005/8/quickstyle/simple1" qsCatId="simple" csTypeId="urn:microsoft.com/office/officeart/2005/8/colors/accent2_2" csCatId="accent2" phldr="1"/>
      <dgm:spPr/>
      <dgm:t>
        <a:bodyPr/>
        <a:lstStyle/>
        <a:p>
          <a:endParaRPr lang="en-US"/>
        </a:p>
      </dgm:t>
    </dgm:pt>
    <dgm:pt modelId="{62F20FBB-7E48-45D4-B8D1-96AA14CEC18A}">
      <dgm:prSet/>
      <dgm:spPr/>
      <dgm:t>
        <a:bodyPr/>
        <a:lstStyle/>
        <a:p>
          <a:pPr>
            <a:defRPr cap="all"/>
          </a:pPr>
          <a:r>
            <a:rPr lang="en-US"/>
            <a:t>Type in "date"</a:t>
          </a:r>
        </a:p>
      </dgm:t>
    </dgm:pt>
    <dgm:pt modelId="{1BCECAEC-31DC-434D-93BE-975C7F20CFDE}" type="parTrans" cxnId="{46AA3155-5E74-458D-BE65-B8308D833EA7}">
      <dgm:prSet/>
      <dgm:spPr/>
      <dgm:t>
        <a:bodyPr/>
        <a:lstStyle/>
        <a:p>
          <a:endParaRPr lang="en-US"/>
        </a:p>
      </dgm:t>
    </dgm:pt>
    <dgm:pt modelId="{5B8D4BB0-2B3B-4DDF-B0F5-DF1F5211F4D0}" type="sibTrans" cxnId="{46AA3155-5E74-458D-BE65-B8308D833EA7}">
      <dgm:prSet/>
      <dgm:spPr/>
      <dgm:t>
        <a:bodyPr/>
        <a:lstStyle/>
        <a:p>
          <a:endParaRPr lang="en-US"/>
        </a:p>
      </dgm:t>
    </dgm:pt>
    <dgm:pt modelId="{AD57A8C6-E3FF-4992-B267-DB18E4A95907}">
      <dgm:prSet/>
      <dgm:spPr/>
      <dgm:t>
        <a:bodyPr/>
        <a:lstStyle/>
        <a:p>
          <a:pPr>
            <a:defRPr cap="all"/>
          </a:pPr>
          <a:r>
            <a:rPr lang="en-US"/>
            <a:t>What do you notice?</a:t>
          </a:r>
        </a:p>
      </dgm:t>
    </dgm:pt>
    <dgm:pt modelId="{5DA399F5-F37D-4B93-8E02-B5217ECB4F34}" type="parTrans" cxnId="{1EE81FE9-1BEC-48D3-A4A9-E4A2B65CD91F}">
      <dgm:prSet/>
      <dgm:spPr/>
      <dgm:t>
        <a:bodyPr/>
        <a:lstStyle/>
        <a:p>
          <a:endParaRPr lang="en-US"/>
        </a:p>
      </dgm:t>
    </dgm:pt>
    <dgm:pt modelId="{3D160284-B3BC-42F6-BD6C-053C0720EB63}" type="sibTrans" cxnId="{1EE81FE9-1BEC-48D3-A4A9-E4A2B65CD91F}">
      <dgm:prSet/>
      <dgm:spPr/>
      <dgm:t>
        <a:bodyPr/>
        <a:lstStyle/>
        <a:p>
          <a:endParaRPr lang="en-US"/>
        </a:p>
      </dgm:t>
    </dgm:pt>
    <dgm:pt modelId="{034F4CD1-1935-4EDD-BC23-1854E79D26BB}" type="pres">
      <dgm:prSet presAssocID="{C83B609F-C504-4BF1-9E14-90F53EF63F92}" presName="hierChild1" presStyleCnt="0">
        <dgm:presLayoutVars>
          <dgm:orgChart val="1"/>
          <dgm:chPref val="1"/>
          <dgm:dir/>
          <dgm:animOne val="branch"/>
          <dgm:animLvl val="lvl"/>
          <dgm:resizeHandles/>
        </dgm:presLayoutVars>
      </dgm:prSet>
      <dgm:spPr/>
    </dgm:pt>
    <dgm:pt modelId="{B65B6E3B-2FA3-43E8-A8BA-B5A055ECE2E1}" type="pres">
      <dgm:prSet presAssocID="{62F20FBB-7E48-45D4-B8D1-96AA14CEC18A}" presName="hierRoot1" presStyleCnt="0">
        <dgm:presLayoutVars>
          <dgm:hierBranch val="init"/>
        </dgm:presLayoutVars>
      </dgm:prSet>
      <dgm:spPr/>
    </dgm:pt>
    <dgm:pt modelId="{3D53144E-9CF7-474D-A9FD-AACC37F8C7C6}" type="pres">
      <dgm:prSet presAssocID="{62F20FBB-7E48-45D4-B8D1-96AA14CEC18A}" presName="rootComposite1" presStyleCnt="0"/>
      <dgm:spPr/>
    </dgm:pt>
    <dgm:pt modelId="{C482A175-AD2E-433E-ADAC-0F460D275FEF}" type="pres">
      <dgm:prSet presAssocID="{62F20FBB-7E48-45D4-B8D1-96AA14CEC18A}" presName="rootText1" presStyleLbl="node0" presStyleIdx="0" presStyleCnt="2">
        <dgm:presLayoutVars>
          <dgm:chPref val="3"/>
        </dgm:presLayoutVars>
      </dgm:prSet>
      <dgm:spPr/>
    </dgm:pt>
    <dgm:pt modelId="{4BFABC28-2582-49D6-B38D-CA34409216AC}" type="pres">
      <dgm:prSet presAssocID="{62F20FBB-7E48-45D4-B8D1-96AA14CEC18A}" presName="rootConnector1" presStyleLbl="node1" presStyleIdx="0" presStyleCnt="0"/>
      <dgm:spPr/>
    </dgm:pt>
    <dgm:pt modelId="{63E92163-5520-4545-958A-780E1CC4ED67}" type="pres">
      <dgm:prSet presAssocID="{62F20FBB-7E48-45D4-B8D1-96AA14CEC18A}" presName="hierChild2" presStyleCnt="0"/>
      <dgm:spPr/>
    </dgm:pt>
    <dgm:pt modelId="{BF0F19E3-B9D8-4B2F-B706-35F5694D897A}" type="pres">
      <dgm:prSet presAssocID="{62F20FBB-7E48-45D4-B8D1-96AA14CEC18A}" presName="hierChild3" presStyleCnt="0"/>
      <dgm:spPr/>
    </dgm:pt>
    <dgm:pt modelId="{748F4FD9-97BA-450A-BC2C-F5B845B28C83}" type="pres">
      <dgm:prSet presAssocID="{AD57A8C6-E3FF-4992-B267-DB18E4A95907}" presName="hierRoot1" presStyleCnt="0">
        <dgm:presLayoutVars>
          <dgm:hierBranch val="init"/>
        </dgm:presLayoutVars>
      </dgm:prSet>
      <dgm:spPr/>
    </dgm:pt>
    <dgm:pt modelId="{BC1347C1-D95C-4327-B4D9-7C32BF13DD3D}" type="pres">
      <dgm:prSet presAssocID="{AD57A8C6-E3FF-4992-B267-DB18E4A95907}" presName="rootComposite1" presStyleCnt="0"/>
      <dgm:spPr/>
    </dgm:pt>
    <dgm:pt modelId="{F8D8CBF8-E4C0-4140-B2BE-BC02F1E40B89}" type="pres">
      <dgm:prSet presAssocID="{AD57A8C6-E3FF-4992-B267-DB18E4A95907}" presName="rootText1" presStyleLbl="node0" presStyleIdx="1" presStyleCnt="2">
        <dgm:presLayoutVars>
          <dgm:chPref val="3"/>
        </dgm:presLayoutVars>
      </dgm:prSet>
      <dgm:spPr/>
    </dgm:pt>
    <dgm:pt modelId="{7FD0F5F6-545E-4EFD-B1DC-C633024AEAE4}" type="pres">
      <dgm:prSet presAssocID="{AD57A8C6-E3FF-4992-B267-DB18E4A95907}" presName="rootConnector1" presStyleLbl="node1" presStyleIdx="0" presStyleCnt="0"/>
      <dgm:spPr/>
    </dgm:pt>
    <dgm:pt modelId="{D094962D-5B33-460C-85F9-24997A4B8F46}" type="pres">
      <dgm:prSet presAssocID="{AD57A8C6-E3FF-4992-B267-DB18E4A95907}" presName="hierChild2" presStyleCnt="0"/>
      <dgm:spPr/>
    </dgm:pt>
    <dgm:pt modelId="{D78CB850-058C-4D5B-94C3-EA8C9241E05E}" type="pres">
      <dgm:prSet presAssocID="{AD57A8C6-E3FF-4992-B267-DB18E4A95907}" presName="hierChild3" presStyleCnt="0"/>
      <dgm:spPr/>
    </dgm:pt>
  </dgm:ptLst>
  <dgm:cxnLst>
    <dgm:cxn modelId="{2574B717-6213-4921-8975-5DB66C10A8B2}" type="presOf" srcId="{C83B609F-C504-4BF1-9E14-90F53EF63F92}" destId="{034F4CD1-1935-4EDD-BC23-1854E79D26BB}" srcOrd="0" destOrd="0" presId="urn:microsoft.com/office/officeart/2005/8/layout/orgChart1"/>
    <dgm:cxn modelId="{55EF4932-C96F-48F8-8A2C-8C6F0F45C483}" type="presOf" srcId="{AD57A8C6-E3FF-4992-B267-DB18E4A95907}" destId="{F8D8CBF8-E4C0-4140-B2BE-BC02F1E40B89}" srcOrd="0" destOrd="0" presId="urn:microsoft.com/office/officeart/2005/8/layout/orgChart1"/>
    <dgm:cxn modelId="{62E34E53-5697-4D7C-8302-9359CE14C93C}" type="presOf" srcId="{62F20FBB-7E48-45D4-B8D1-96AA14CEC18A}" destId="{C482A175-AD2E-433E-ADAC-0F460D275FEF}" srcOrd="0" destOrd="0" presId="urn:microsoft.com/office/officeart/2005/8/layout/orgChart1"/>
    <dgm:cxn modelId="{46AA3155-5E74-458D-BE65-B8308D833EA7}" srcId="{C83B609F-C504-4BF1-9E14-90F53EF63F92}" destId="{62F20FBB-7E48-45D4-B8D1-96AA14CEC18A}" srcOrd="0" destOrd="0" parTransId="{1BCECAEC-31DC-434D-93BE-975C7F20CFDE}" sibTransId="{5B8D4BB0-2B3B-4DDF-B0F5-DF1F5211F4D0}"/>
    <dgm:cxn modelId="{5CDFE67F-D316-4AA6-BE7B-51B0B5C9A4C4}" type="presOf" srcId="{62F20FBB-7E48-45D4-B8D1-96AA14CEC18A}" destId="{4BFABC28-2582-49D6-B38D-CA34409216AC}" srcOrd="1" destOrd="0" presId="urn:microsoft.com/office/officeart/2005/8/layout/orgChart1"/>
    <dgm:cxn modelId="{990EB989-B305-4924-8449-BEA4BAA01C75}" type="presOf" srcId="{AD57A8C6-E3FF-4992-B267-DB18E4A95907}" destId="{7FD0F5F6-545E-4EFD-B1DC-C633024AEAE4}" srcOrd="1" destOrd="0" presId="urn:microsoft.com/office/officeart/2005/8/layout/orgChart1"/>
    <dgm:cxn modelId="{1EE81FE9-1BEC-48D3-A4A9-E4A2B65CD91F}" srcId="{C83B609F-C504-4BF1-9E14-90F53EF63F92}" destId="{AD57A8C6-E3FF-4992-B267-DB18E4A95907}" srcOrd="1" destOrd="0" parTransId="{5DA399F5-F37D-4B93-8E02-B5217ECB4F34}" sibTransId="{3D160284-B3BC-42F6-BD6C-053C0720EB63}"/>
    <dgm:cxn modelId="{2E14621E-EACD-49C4-91DC-E31070E04FE4}" type="presParOf" srcId="{034F4CD1-1935-4EDD-BC23-1854E79D26BB}" destId="{B65B6E3B-2FA3-43E8-A8BA-B5A055ECE2E1}" srcOrd="0" destOrd="0" presId="urn:microsoft.com/office/officeart/2005/8/layout/orgChart1"/>
    <dgm:cxn modelId="{0C08C501-4AE9-4C03-9AA3-BE6CECE38F34}" type="presParOf" srcId="{B65B6E3B-2FA3-43E8-A8BA-B5A055ECE2E1}" destId="{3D53144E-9CF7-474D-A9FD-AACC37F8C7C6}" srcOrd="0" destOrd="0" presId="urn:microsoft.com/office/officeart/2005/8/layout/orgChart1"/>
    <dgm:cxn modelId="{88B3A4DC-6725-480A-A802-371484C57712}" type="presParOf" srcId="{3D53144E-9CF7-474D-A9FD-AACC37F8C7C6}" destId="{C482A175-AD2E-433E-ADAC-0F460D275FEF}" srcOrd="0" destOrd="0" presId="urn:microsoft.com/office/officeart/2005/8/layout/orgChart1"/>
    <dgm:cxn modelId="{85167F6C-7EEF-4833-AB5E-ECFEE2A9E773}" type="presParOf" srcId="{3D53144E-9CF7-474D-A9FD-AACC37F8C7C6}" destId="{4BFABC28-2582-49D6-B38D-CA34409216AC}" srcOrd="1" destOrd="0" presId="urn:microsoft.com/office/officeart/2005/8/layout/orgChart1"/>
    <dgm:cxn modelId="{75B16474-DBE9-44E5-A95C-0CE74DF3FFF5}" type="presParOf" srcId="{B65B6E3B-2FA3-43E8-A8BA-B5A055ECE2E1}" destId="{63E92163-5520-4545-958A-780E1CC4ED67}" srcOrd="1" destOrd="0" presId="urn:microsoft.com/office/officeart/2005/8/layout/orgChart1"/>
    <dgm:cxn modelId="{3A896F20-ED87-4255-9B9E-C0310FE9DDDD}" type="presParOf" srcId="{B65B6E3B-2FA3-43E8-A8BA-B5A055ECE2E1}" destId="{BF0F19E3-B9D8-4B2F-B706-35F5694D897A}" srcOrd="2" destOrd="0" presId="urn:microsoft.com/office/officeart/2005/8/layout/orgChart1"/>
    <dgm:cxn modelId="{66F9C607-58D2-49FB-A8BA-ADDE7B9CD733}" type="presParOf" srcId="{034F4CD1-1935-4EDD-BC23-1854E79D26BB}" destId="{748F4FD9-97BA-450A-BC2C-F5B845B28C83}" srcOrd="1" destOrd="0" presId="urn:microsoft.com/office/officeart/2005/8/layout/orgChart1"/>
    <dgm:cxn modelId="{EC0D06A8-0F6D-4AB7-BC73-7AC51FF6324F}" type="presParOf" srcId="{748F4FD9-97BA-450A-BC2C-F5B845B28C83}" destId="{BC1347C1-D95C-4327-B4D9-7C32BF13DD3D}" srcOrd="0" destOrd="0" presId="urn:microsoft.com/office/officeart/2005/8/layout/orgChart1"/>
    <dgm:cxn modelId="{85D91B49-9102-43FE-944A-05B6023A1B1C}" type="presParOf" srcId="{BC1347C1-D95C-4327-B4D9-7C32BF13DD3D}" destId="{F8D8CBF8-E4C0-4140-B2BE-BC02F1E40B89}" srcOrd="0" destOrd="0" presId="urn:microsoft.com/office/officeart/2005/8/layout/orgChart1"/>
    <dgm:cxn modelId="{5C77D80D-2D44-474A-B69A-D1110631C12D}" type="presParOf" srcId="{BC1347C1-D95C-4327-B4D9-7C32BF13DD3D}" destId="{7FD0F5F6-545E-4EFD-B1DC-C633024AEAE4}" srcOrd="1" destOrd="0" presId="urn:microsoft.com/office/officeart/2005/8/layout/orgChart1"/>
    <dgm:cxn modelId="{8084EDD8-0C2F-48F1-A9B0-CF4834A76D0D}" type="presParOf" srcId="{748F4FD9-97BA-450A-BC2C-F5B845B28C83}" destId="{D094962D-5B33-460C-85F9-24997A4B8F46}" srcOrd="1" destOrd="0" presId="urn:microsoft.com/office/officeart/2005/8/layout/orgChart1"/>
    <dgm:cxn modelId="{CA6B7119-4570-44CE-91B1-08251FEA7F4E}" type="presParOf" srcId="{748F4FD9-97BA-450A-BC2C-F5B845B28C83}" destId="{D78CB850-058C-4D5B-94C3-EA8C9241E05E}" srcOrd="2" destOrd="0" presId="urn:microsoft.com/office/officeart/2005/8/layout/orgChart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4.xml><?xml version="1.0" encoding="utf-8"?>
<dgm:dataModel xmlns:dgm="http://schemas.openxmlformats.org/drawingml/2006/diagram" xmlns:a="http://schemas.openxmlformats.org/drawingml/2006/main">
  <dgm:ptLst>
    <dgm:pt modelId="{D249C9F6-6C64-43D0-B5A1-D5E02390ED92}" type="doc">
      <dgm:prSet loTypeId="urn:microsoft.com/office/officeart/2005/8/layout/vProcess5" loCatId="process" qsTypeId="urn:microsoft.com/office/officeart/2005/8/quickstyle/simple5" qsCatId="simple" csTypeId="urn:microsoft.com/office/officeart/2005/8/colors/colorful5" csCatId="colorful" phldr="1"/>
      <dgm:spPr/>
      <dgm:t>
        <a:bodyPr/>
        <a:lstStyle/>
        <a:p>
          <a:endParaRPr lang="en-US"/>
        </a:p>
      </dgm:t>
    </dgm:pt>
    <dgm:pt modelId="{E641B012-2A13-4F0C-91C9-41AB8D47CD1E}">
      <dgm:prSet/>
      <dgm:spPr/>
      <dgm:t>
        <a:bodyPr/>
        <a:lstStyle/>
        <a:p>
          <a:r>
            <a:rPr lang="en-US"/>
            <a:t>Come up to the training ground</a:t>
          </a:r>
        </a:p>
      </dgm:t>
    </dgm:pt>
    <dgm:pt modelId="{9413558D-F566-4A52-A365-87B7D2883192}" type="parTrans" cxnId="{28873E9F-B16B-4774-9A90-5AE53BA871A3}">
      <dgm:prSet/>
      <dgm:spPr/>
      <dgm:t>
        <a:bodyPr/>
        <a:lstStyle/>
        <a:p>
          <a:endParaRPr lang="en-US"/>
        </a:p>
      </dgm:t>
    </dgm:pt>
    <dgm:pt modelId="{A13C4C9A-6E7F-4206-8D0F-BCB32F6C59CE}" type="sibTrans" cxnId="{28873E9F-B16B-4774-9A90-5AE53BA871A3}">
      <dgm:prSet/>
      <dgm:spPr/>
      <dgm:t>
        <a:bodyPr/>
        <a:lstStyle/>
        <a:p>
          <a:endParaRPr lang="en-US"/>
        </a:p>
      </dgm:t>
    </dgm:pt>
    <dgm:pt modelId="{945F8A13-8C0D-447C-B6E2-009CE55C3ECE}">
      <dgm:prSet/>
      <dgm:spPr/>
      <dgm:t>
        <a:bodyPr/>
        <a:lstStyle/>
        <a:p>
          <a:r>
            <a:rPr lang="en-US"/>
            <a:t>We will only be focusing on OSI layers 1-3</a:t>
          </a:r>
        </a:p>
      </dgm:t>
    </dgm:pt>
    <dgm:pt modelId="{0F7E4470-1A40-4BD4-A511-5EE52ACF91EC}" type="parTrans" cxnId="{F0A797FE-AE4C-4B81-B782-DD01A9723356}">
      <dgm:prSet/>
      <dgm:spPr/>
      <dgm:t>
        <a:bodyPr/>
        <a:lstStyle/>
        <a:p>
          <a:endParaRPr lang="en-US"/>
        </a:p>
      </dgm:t>
    </dgm:pt>
    <dgm:pt modelId="{4E6C56D7-745E-4FE7-BAD0-04747B659CF0}" type="sibTrans" cxnId="{F0A797FE-AE4C-4B81-B782-DD01A9723356}">
      <dgm:prSet/>
      <dgm:spPr/>
      <dgm:t>
        <a:bodyPr/>
        <a:lstStyle/>
        <a:p>
          <a:endParaRPr lang="en-US"/>
        </a:p>
      </dgm:t>
    </dgm:pt>
    <dgm:pt modelId="{F5AE3560-0066-447B-AE44-33696CB28282}">
      <dgm:prSet phldrT="[Text]" phldr="0"/>
      <dgm:spPr/>
      <dgm:t>
        <a:bodyPr/>
        <a:lstStyle/>
        <a:p>
          <a:pPr rtl="0"/>
          <a:r>
            <a:rPr lang="en-US" b="1">
              <a:latin typeface="Aptos Display" panose="020F0302020204030204"/>
            </a:rPr>
            <a:t>Managed vs unmanaged switches</a:t>
          </a:r>
          <a:endParaRPr lang="en-US"/>
        </a:p>
      </dgm:t>
    </dgm:pt>
    <dgm:pt modelId="{893DEF21-6F25-408A-8547-ABABFDB3FBCD}" type="parTrans" cxnId="{38D613CA-08FC-4D41-ABCC-4830BBBCF7DB}">
      <dgm:prSet/>
      <dgm:spPr/>
    </dgm:pt>
    <dgm:pt modelId="{8E5E755C-5D40-41A4-84CA-B3C0AE0D5FF4}" type="sibTrans" cxnId="{38D613CA-08FC-4D41-ABCC-4830BBBCF7DB}">
      <dgm:prSet/>
      <dgm:spPr/>
      <dgm:t>
        <a:bodyPr/>
        <a:lstStyle/>
        <a:p>
          <a:endParaRPr lang="en-US"/>
        </a:p>
      </dgm:t>
    </dgm:pt>
    <dgm:pt modelId="{EFC24EED-8FA0-4AB0-8B60-FF914A431A9E}">
      <dgm:prSet phldrT="[Text]" phldr="0"/>
      <dgm:spPr/>
      <dgm:t>
        <a:bodyPr/>
        <a:lstStyle/>
        <a:p>
          <a:pPr rtl="0"/>
          <a:r>
            <a:rPr lang="en-US" sz="1100">
              <a:solidFill>
                <a:srgbClr val="444444"/>
              </a:solidFill>
              <a:latin typeface="Calibri"/>
              <a:ea typeface="Calibri"/>
              <a:cs typeface="Calibri"/>
            </a:rPr>
            <a:t>Why do we have so many different LANs</a:t>
          </a:r>
        </a:p>
      </dgm:t>
    </dgm:pt>
    <dgm:pt modelId="{1E036619-A2B7-45B4-BDB8-4F2B4D2EA093}" type="parTrans" cxnId="{73DC4BB8-3A52-4A89-9431-FCDAF561D9B7}">
      <dgm:prSet/>
      <dgm:spPr/>
    </dgm:pt>
    <dgm:pt modelId="{A2A0334A-FE32-488F-8587-7A13628F6B30}" type="sibTrans" cxnId="{73DC4BB8-3A52-4A89-9431-FCDAF561D9B7}">
      <dgm:prSet/>
      <dgm:spPr/>
    </dgm:pt>
    <dgm:pt modelId="{BDA52F83-FF44-44EE-95AE-0F2787BEA4E8}" type="pres">
      <dgm:prSet presAssocID="{D249C9F6-6C64-43D0-B5A1-D5E02390ED92}" presName="outerComposite" presStyleCnt="0">
        <dgm:presLayoutVars>
          <dgm:chMax val="5"/>
          <dgm:dir/>
          <dgm:resizeHandles val="exact"/>
        </dgm:presLayoutVars>
      </dgm:prSet>
      <dgm:spPr/>
    </dgm:pt>
    <dgm:pt modelId="{AE2FD0CE-8C06-4735-8974-8E62B9DD4957}" type="pres">
      <dgm:prSet presAssocID="{D249C9F6-6C64-43D0-B5A1-D5E02390ED92}" presName="dummyMaxCanvas" presStyleCnt="0">
        <dgm:presLayoutVars/>
      </dgm:prSet>
      <dgm:spPr/>
    </dgm:pt>
    <dgm:pt modelId="{19338109-91CE-4B83-89AF-D4A648972796}" type="pres">
      <dgm:prSet presAssocID="{D249C9F6-6C64-43D0-B5A1-D5E02390ED92}" presName="FourNodes_1" presStyleLbl="node1" presStyleIdx="0" presStyleCnt="4">
        <dgm:presLayoutVars>
          <dgm:bulletEnabled val="1"/>
        </dgm:presLayoutVars>
      </dgm:prSet>
      <dgm:spPr/>
    </dgm:pt>
    <dgm:pt modelId="{9B092376-9CC4-46F3-9361-4AC488B1C0AD}" type="pres">
      <dgm:prSet presAssocID="{D249C9F6-6C64-43D0-B5A1-D5E02390ED92}" presName="FourNodes_2" presStyleLbl="node1" presStyleIdx="1" presStyleCnt="4">
        <dgm:presLayoutVars>
          <dgm:bulletEnabled val="1"/>
        </dgm:presLayoutVars>
      </dgm:prSet>
      <dgm:spPr/>
    </dgm:pt>
    <dgm:pt modelId="{E2F1D7F7-31D6-4A97-B972-A95EFCEC27F0}" type="pres">
      <dgm:prSet presAssocID="{D249C9F6-6C64-43D0-B5A1-D5E02390ED92}" presName="FourNodes_3" presStyleLbl="node1" presStyleIdx="2" presStyleCnt="4">
        <dgm:presLayoutVars>
          <dgm:bulletEnabled val="1"/>
        </dgm:presLayoutVars>
      </dgm:prSet>
      <dgm:spPr/>
    </dgm:pt>
    <dgm:pt modelId="{430E47AF-98EB-47D6-9213-885BA420EE34}" type="pres">
      <dgm:prSet presAssocID="{D249C9F6-6C64-43D0-B5A1-D5E02390ED92}" presName="FourNodes_4" presStyleLbl="node1" presStyleIdx="3" presStyleCnt="4">
        <dgm:presLayoutVars>
          <dgm:bulletEnabled val="1"/>
        </dgm:presLayoutVars>
      </dgm:prSet>
      <dgm:spPr/>
    </dgm:pt>
    <dgm:pt modelId="{C9677558-626D-4114-8847-BB23D5D0FB1A}" type="pres">
      <dgm:prSet presAssocID="{D249C9F6-6C64-43D0-B5A1-D5E02390ED92}" presName="FourConn_1-2" presStyleLbl="fgAccFollowNode1" presStyleIdx="0" presStyleCnt="3">
        <dgm:presLayoutVars>
          <dgm:bulletEnabled val="1"/>
        </dgm:presLayoutVars>
      </dgm:prSet>
      <dgm:spPr/>
    </dgm:pt>
    <dgm:pt modelId="{03C70476-E56B-4AC2-AA14-961F0D643614}" type="pres">
      <dgm:prSet presAssocID="{D249C9F6-6C64-43D0-B5A1-D5E02390ED92}" presName="FourConn_2-3" presStyleLbl="fgAccFollowNode1" presStyleIdx="1" presStyleCnt="3">
        <dgm:presLayoutVars>
          <dgm:bulletEnabled val="1"/>
        </dgm:presLayoutVars>
      </dgm:prSet>
      <dgm:spPr/>
    </dgm:pt>
    <dgm:pt modelId="{B28C5667-7125-444F-AC68-8E903EB5E355}" type="pres">
      <dgm:prSet presAssocID="{D249C9F6-6C64-43D0-B5A1-D5E02390ED92}" presName="FourConn_3-4" presStyleLbl="fgAccFollowNode1" presStyleIdx="2" presStyleCnt="3">
        <dgm:presLayoutVars>
          <dgm:bulletEnabled val="1"/>
        </dgm:presLayoutVars>
      </dgm:prSet>
      <dgm:spPr/>
    </dgm:pt>
    <dgm:pt modelId="{738BAB5D-AD70-4471-88EE-894D07B903A2}" type="pres">
      <dgm:prSet presAssocID="{D249C9F6-6C64-43D0-B5A1-D5E02390ED92}" presName="FourNodes_1_text" presStyleLbl="node1" presStyleIdx="3" presStyleCnt="4">
        <dgm:presLayoutVars>
          <dgm:bulletEnabled val="1"/>
        </dgm:presLayoutVars>
      </dgm:prSet>
      <dgm:spPr/>
    </dgm:pt>
    <dgm:pt modelId="{667AD5EF-9D89-4DB3-A1C1-0CEC1B7B228A}" type="pres">
      <dgm:prSet presAssocID="{D249C9F6-6C64-43D0-B5A1-D5E02390ED92}" presName="FourNodes_2_text" presStyleLbl="node1" presStyleIdx="3" presStyleCnt="4">
        <dgm:presLayoutVars>
          <dgm:bulletEnabled val="1"/>
        </dgm:presLayoutVars>
      </dgm:prSet>
      <dgm:spPr/>
    </dgm:pt>
    <dgm:pt modelId="{54DC611F-130B-423E-B8BD-739F4819E8D7}" type="pres">
      <dgm:prSet presAssocID="{D249C9F6-6C64-43D0-B5A1-D5E02390ED92}" presName="FourNodes_3_text" presStyleLbl="node1" presStyleIdx="3" presStyleCnt="4">
        <dgm:presLayoutVars>
          <dgm:bulletEnabled val="1"/>
        </dgm:presLayoutVars>
      </dgm:prSet>
      <dgm:spPr/>
    </dgm:pt>
    <dgm:pt modelId="{DD398F06-716B-4BD2-8148-7C47CF661A5B}" type="pres">
      <dgm:prSet presAssocID="{D249C9F6-6C64-43D0-B5A1-D5E02390ED92}" presName="FourNodes_4_text" presStyleLbl="node1" presStyleIdx="3" presStyleCnt="4">
        <dgm:presLayoutVars>
          <dgm:bulletEnabled val="1"/>
        </dgm:presLayoutVars>
      </dgm:prSet>
      <dgm:spPr/>
    </dgm:pt>
  </dgm:ptLst>
  <dgm:cxnLst>
    <dgm:cxn modelId="{CBF70F07-E2C1-4132-9AC3-60A38C72AF6C}" type="presOf" srcId="{8E5E755C-5D40-41A4-84CA-B3C0AE0D5FF4}" destId="{B28C5667-7125-444F-AC68-8E903EB5E355}" srcOrd="0" destOrd="0" presId="urn:microsoft.com/office/officeart/2005/8/layout/vProcess5"/>
    <dgm:cxn modelId="{A2F6570C-87F7-4FB6-A9FA-EDC62AE600B7}" type="presOf" srcId="{F5AE3560-0066-447B-AE44-33696CB28282}" destId="{E2F1D7F7-31D6-4A97-B972-A95EFCEC27F0}" srcOrd="0" destOrd="0" presId="urn:microsoft.com/office/officeart/2005/8/layout/vProcess5"/>
    <dgm:cxn modelId="{21DAC928-B46E-47D6-82A1-C630F45740EC}" type="presOf" srcId="{4E6C56D7-745E-4FE7-BAD0-04747B659CF0}" destId="{03C70476-E56B-4AC2-AA14-961F0D643614}" srcOrd="0" destOrd="0" presId="urn:microsoft.com/office/officeart/2005/8/layout/vProcess5"/>
    <dgm:cxn modelId="{04C7A447-011F-47D1-A2EE-267E290C2D03}" type="presOf" srcId="{EFC24EED-8FA0-4AB0-8B60-FF914A431A9E}" destId="{DD398F06-716B-4BD2-8148-7C47CF661A5B}" srcOrd="1" destOrd="0" presId="urn:microsoft.com/office/officeart/2005/8/layout/vProcess5"/>
    <dgm:cxn modelId="{0D483759-F97F-404A-A0C8-887EC68EE3D4}" type="presOf" srcId="{A13C4C9A-6E7F-4206-8D0F-BCB32F6C59CE}" destId="{C9677558-626D-4114-8847-BB23D5D0FB1A}" srcOrd="0" destOrd="0" presId="urn:microsoft.com/office/officeart/2005/8/layout/vProcess5"/>
    <dgm:cxn modelId="{92BE387D-8B48-4E52-BD90-D571925C65AF}" type="presOf" srcId="{E641B012-2A13-4F0C-91C9-41AB8D47CD1E}" destId="{19338109-91CE-4B83-89AF-D4A648972796}" srcOrd="0" destOrd="0" presId="urn:microsoft.com/office/officeart/2005/8/layout/vProcess5"/>
    <dgm:cxn modelId="{489EB39C-8341-4A2D-A770-8399B64B192A}" type="presOf" srcId="{EFC24EED-8FA0-4AB0-8B60-FF914A431A9E}" destId="{430E47AF-98EB-47D6-9213-885BA420EE34}" srcOrd="0" destOrd="0" presId="urn:microsoft.com/office/officeart/2005/8/layout/vProcess5"/>
    <dgm:cxn modelId="{28873E9F-B16B-4774-9A90-5AE53BA871A3}" srcId="{D249C9F6-6C64-43D0-B5A1-D5E02390ED92}" destId="{E641B012-2A13-4F0C-91C9-41AB8D47CD1E}" srcOrd="0" destOrd="0" parTransId="{9413558D-F566-4A52-A365-87B7D2883192}" sibTransId="{A13C4C9A-6E7F-4206-8D0F-BCB32F6C59CE}"/>
    <dgm:cxn modelId="{73DC4BB8-3A52-4A89-9431-FCDAF561D9B7}" srcId="{D249C9F6-6C64-43D0-B5A1-D5E02390ED92}" destId="{EFC24EED-8FA0-4AB0-8B60-FF914A431A9E}" srcOrd="3" destOrd="0" parTransId="{1E036619-A2B7-45B4-BDB8-4F2B4D2EA093}" sibTransId="{A2A0334A-FE32-488F-8587-7A13628F6B30}"/>
    <dgm:cxn modelId="{788280C7-F7B8-4B71-B8BE-6151EEF6502B}" type="presOf" srcId="{F5AE3560-0066-447B-AE44-33696CB28282}" destId="{54DC611F-130B-423E-B8BD-739F4819E8D7}" srcOrd="1" destOrd="0" presId="urn:microsoft.com/office/officeart/2005/8/layout/vProcess5"/>
    <dgm:cxn modelId="{38D613CA-08FC-4D41-ABCC-4830BBBCF7DB}" srcId="{D249C9F6-6C64-43D0-B5A1-D5E02390ED92}" destId="{F5AE3560-0066-447B-AE44-33696CB28282}" srcOrd="2" destOrd="0" parTransId="{893DEF21-6F25-408A-8547-ABABFDB3FBCD}" sibTransId="{8E5E755C-5D40-41A4-84CA-B3C0AE0D5FF4}"/>
    <dgm:cxn modelId="{0D3B90CD-6719-4924-8364-F8E71E99A09F}" type="presOf" srcId="{D249C9F6-6C64-43D0-B5A1-D5E02390ED92}" destId="{BDA52F83-FF44-44EE-95AE-0F2787BEA4E8}" srcOrd="0" destOrd="0" presId="urn:microsoft.com/office/officeart/2005/8/layout/vProcess5"/>
    <dgm:cxn modelId="{88CA60D6-64A8-40E7-A6C3-9D099DE608D6}" type="presOf" srcId="{945F8A13-8C0D-447C-B6E2-009CE55C3ECE}" destId="{667AD5EF-9D89-4DB3-A1C1-0CEC1B7B228A}" srcOrd="1" destOrd="0" presId="urn:microsoft.com/office/officeart/2005/8/layout/vProcess5"/>
    <dgm:cxn modelId="{ACE6DEF8-356D-4639-B6EE-A66CDCFD19D4}" type="presOf" srcId="{945F8A13-8C0D-447C-B6E2-009CE55C3ECE}" destId="{9B092376-9CC4-46F3-9361-4AC488B1C0AD}" srcOrd="0" destOrd="0" presId="urn:microsoft.com/office/officeart/2005/8/layout/vProcess5"/>
    <dgm:cxn modelId="{543B5EF9-6B1C-4963-ADD2-8EA7879B94E9}" type="presOf" srcId="{E641B012-2A13-4F0C-91C9-41AB8D47CD1E}" destId="{738BAB5D-AD70-4471-88EE-894D07B903A2}" srcOrd="1" destOrd="0" presId="urn:microsoft.com/office/officeart/2005/8/layout/vProcess5"/>
    <dgm:cxn modelId="{F0A797FE-AE4C-4B81-B782-DD01A9723356}" srcId="{D249C9F6-6C64-43D0-B5A1-D5E02390ED92}" destId="{945F8A13-8C0D-447C-B6E2-009CE55C3ECE}" srcOrd="1" destOrd="0" parTransId="{0F7E4470-1A40-4BD4-A511-5EE52ACF91EC}" sibTransId="{4E6C56D7-745E-4FE7-BAD0-04747B659CF0}"/>
    <dgm:cxn modelId="{9D3EB7A2-089B-4709-B55A-4BF632520F2E}" type="presParOf" srcId="{BDA52F83-FF44-44EE-95AE-0F2787BEA4E8}" destId="{AE2FD0CE-8C06-4735-8974-8E62B9DD4957}" srcOrd="0" destOrd="0" presId="urn:microsoft.com/office/officeart/2005/8/layout/vProcess5"/>
    <dgm:cxn modelId="{927DCF00-BCD6-4D40-AFA8-CC0D5BED2664}" type="presParOf" srcId="{BDA52F83-FF44-44EE-95AE-0F2787BEA4E8}" destId="{19338109-91CE-4B83-89AF-D4A648972796}" srcOrd="1" destOrd="0" presId="urn:microsoft.com/office/officeart/2005/8/layout/vProcess5"/>
    <dgm:cxn modelId="{FBFF21C6-EF43-4022-A28F-C63B9A50B50D}" type="presParOf" srcId="{BDA52F83-FF44-44EE-95AE-0F2787BEA4E8}" destId="{9B092376-9CC4-46F3-9361-4AC488B1C0AD}" srcOrd="2" destOrd="0" presId="urn:microsoft.com/office/officeart/2005/8/layout/vProcess5"/>
    <dgm:cxn modelId="{5F12851D-8DBD-4DC7-B9F4-EB9336056B26}" type="presParOf" srcId="{BDA52F83-FF44-44EE-95AE-0F2787BEA4E8}" destId="{E2F1D7F7-31D6-4A97-B972-A95EFCEC27F0}" srcOrd="3" destOrd="0" presId="urn:microsoft.com/office/officeart/2005/8/layout/vProcess5"/>
    <dgm:cxn modelId="{18E591C6-14BD-4F3F-BB5F-7639B51442BB}" type="presParOf" srcId="{BDA52F83-FF44-44EE-95AE-0F2787BEA4E8}" destId="{430E47AF-98EB-47D6-9213-885BA420EE34}" srcOrd="4" destOrd="0" presId="urn:microsoft.com/office/officeart/2005/8/layout/vProcess5"/>
    <dgm:cxn modelId="{5F100384-FDBC-4EC6-B8AE-CD15401A74BD}" type="presParOf" srcId="{BDA52F83-FF44-44EE-95AE-0F2787BEA4E8}" destId="{C9677558-626D-4114-8847-BB23D5D0FB1A}" srcOrd="5" destOrd="0" presId="urn:microsoft.com/office/officeart/2005/8/layout/vProcess5"/>
    <dgm:cxn modelId="{C4B49B65-660C-4897-ADE0-FED456D08E4B}" type="presParOf" srcId="{BDA52F83-FF44-44EE-95AE-0F2787BEA4E8}" destId="{03C70476-E56B-4AC2-AA14-961F0D643614}" srcOrd="6" destOrd="0" presId="urn:microsoft.com/office/officeart/2005/8/layout/vProcess5"/>
    <dgm:cxn modelId="{BFC2964B-0FA6-4756-A2BD-63EC775F1C5C}" type="presParOf" srcId="{BDA52F83-FF44-44EE-95AE-0F2787BEA4E8}" destId="{B28C5667-7125-444F-AC68-8E903EB5E355}" srcOrd="7" destOrd="0" presId="urn:microsoft.com/office/officeart/2005/8/layout/vProcess5"/>
    <dgm:cxn modelId="{16390962-F4BC-4776-BB50-0A0BB8867401}" type="presParOf" srcId="{BDA52F83-FF44-44EE-95AE-0F2787BEA4E8}" destId="{738BAB5D-AD70-4471-88EE-894D07B903A2}" srcOrd="8" destOrd="0" presId="urn:microsoft.com/office/officeart/2005/8/layout/vProcess5"/>
    <dgm:cxn modelId="{25CB542A-98A4-43E3-9715-DB6BA0845D05}" type="presParOf" srcId="{BDA52F83-FF44-44EE-95AE-0F2787BEA4E8}" destId="{667AD5EF-9D89-4DB3-A1C1-0CEC1B7B228A}" srcOrd="9" destOrd="0" presId="urn:microsoft.com/office/officeart/2005/8/layout/vProcess5"/>
    <dgm:cxn modelId="{BF16B452-384A-417F-9CCA-F033329C69B4}" type="presParOf" srcId="{BDA52F83-FF44-44EE-95AE-0F2787BEA4E8}" destId="{54DC611F-130B-423E-B8BD-739F4819E8D7}" srcOrd="10" destOrd="0" presId="urn:microsoft.com/office/officeart/2005/8/layout/vProcess5"/>
    <dgm:cxn modelId="{3158DA35-41BF-4C4E-BF61-46655E541B45}" type="presParOf" srcId="{BDA52F83-FF44-44EE-95AE-0F2787BEA4E8}" destId="{DD398F06-716B-4BD2-8148-7C47CF661A5B}" srcOrd="11"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5.xml><?xml version="1.0" encoding="utf-8"?>
<dgm:dataModel xmlns:dgm="http://schemas.openxmlformats.org/drawingml/2006/diagram" xmlns:a="http://schemas.openxmlformats.org/drawingml/2006/main">
  <dgm:ptLst>
    <dgm:pt modelId="{C28D7F34-6BC3-4F1E-98C8-DE14CEEF1766}"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D5DA1E22-726D-429D-AF4E-A895070268D4}">
      <dgm:prSet/>
      <dgm:spPr/>
      <dgm:t>
        <a:bodyPr/>
        <a:lstStyle/>
        <a:p>
          <a:r>
            <a:rPr lang="en-US"/>
            <a:t>Better security </a:t>
          </a:r>
        </a:p>
      </dgm:t>
    </dgm:pt>
    <dgm:pt modelId="{1A5C6D77-E83C-45A5-AC2F-0E8187101E29}" type="parTrans" cxnId="{9CE2BA7E-6E19-4A40-AE94-551FFAC7770C}">
      <dgm:prSet/>
      <dgm:spPr/>
      <dgm:t>
        <a:bodyPr/>
        <a:lstStyle/>
        <a:p>
          <a:endParaRPr lang="en-US"/>
        </a:p>
      </dgm:t>
    </dgm:pt>
    <dgm:pt modelId="{6978E254-099E-4DF5-B804-2B87A03AFF6C}" type="sibTrans" cxnId="{9CE2BA7E-6E19-4A40-AE94-551FFAC7770C}">
      <dgm:prSet/>
      <dgm:spPr/>
      <dgm:t>
        <a:bodyPr/>
        <a:lstStyle/>
        <a:p>
          <a:endParaRPr lang="en-US"/>
        </a:p>
      </dgm:t>
    </dgm:pt>
    <dgm:pt modelId="{2703B797-4527-41C5-B3A9-4909C5EEFBBB}">
      <dgm:prSet/>
      <dgm:spPr/>
      <dgm:t>
        <a:bodyPr/>
        <a:lstStyle/>
        <a:p>
          <a:r>
            <a:rPr lang="en-US"/>
            <a:t>Better performance</a:t>
          </a:r>
          <a:r>
            <a:rPr lang="en-US">
              <a:latin typeface="Aptos Display" panose="020F0302020204030204"/>
            </a:rPr>
            <a:t>;</a:t>
          </a:r>
          <a:r>
            <a:rPr lang="en-US"/>
            <a:t> less traffic to wade through </a:t>
          </a:r>
        </a:p>
      </dgm:t>
    </dgm:pt>
    <dgm:pt modelId="{BFC9AF4D-77E1-4ABA-B9B2-40667F7E9219}" type="parTrans" cxnId="{4CF454DC-BBDC-4928-A2E1-F7A3D8042271}">
      <dgm:prSet/>
      <dgm:spPr/>
      <dgm:t>
        <a:bodyPr/>
        <a:lstStyle/>
        <a:p>
          <a:endParaRPr lang="en-US"/>
        </a:p>
      </dgm:t>
    </dgm:pt>
    <dgm:pt modelId="{6DC80581-6B37-4D9F-AD93-90EEAAB6B0EE}" type="sibTrans" cxnId="{4CF454DC-BBDC-4928-A2E1-F7A3D8042271}">
      <dgm:prSet/>
      <dgm:spPr/>
      <dgm:t>
        <a:bodyPr/>
        <a:lstStyle/>
        <a:p>
          <a:endParaRPr lang="en-US"/>
        </a:p>
      </dgm:t>
    </dgm:pt>
    <dgm:pt modelId="{2383E528-E7BF-4776-86AC-734DCACC6CF7}">
      <dgm:prSet/>
      <dgm:spPr/>
      <dgm:t>
        <a:bodyPr/>
        <a:lstStyle/>
        <a:p>
          <a:pPr rtl="0"/>
          <a:r>
            <a:rPr lang="en-US"/>
            <a:t>Easier troubleshooting </a:t>
          </a:r>
          <a:endParaRPr lang="en-US">
            <a:latin typeface="Aptos Display" panose="020F0302020204030204"/>
          </a:endParaRPr>
        </a:p>
      </dgm:t>
    </dgm:pt>
    <dgm:pt modelId="{8D64AF7F-A245-4E73-8808-D2906373C77A}" type="parTrans" cxnId="{DBE66290-7FE8-4B34-A157-3BD56FA406A8}">
      <dgm:prSet/>
      <dgm:spPr/>
      <dgm:t>
        <a:bodyPr/>
        <a:lstStyle/>
        <a:p>
          <a:endParaRPr lang="en-US"/>
        </a:p>
      </dgm:t>
    </dgm:pt>
    <dgm:pt modelId="{A5098BCA-92D1-41FD-865B-CA611759FD80}" type="sibTrans" cxnId="{DBE66290-7FE8-4B34-A157-3BD56FA406A8}">
      <dgm:prSet/>
      <dgm:spPr/>
      <dgm:t>
        <a:bodyPr/>
        <a:lstStyle/>
        <a:p>
          <a:endParaRPr lang="en-US"/>
        </a:p>
      </dgm:t>
    </dgm:pt>
    <dgm:pt modelId="{F5BB98BC-0A30-4C6F-BBE7-874C95E5CEE1}">
      <dgm:prSet phldrT="[Text]" phldr="0"/>
      <dgm:spPr/>
      <dgm:t>
        <a:bodyPr/>
        <a:lstStyle/>
        <a:p>
          <a:pPr rtl="0"/>
          <a:r>
            <a:rPr lang="en-US"/>
            <a:t>More organized </a:t>
          </a:r>
          <a:endParaRPr lang="en-US" i="0">
            <a:latin typeface="Aptos Display" panose="020F0302020204030204"/>
          </a:endParaRPr>
        </a:p>
      </dgm:t>
    </dgm:pt>
    <dgm:pt modelId="{8ED08ADB-0C49-4141-BAB3-D54BC28E40A0}" type="parTrans" cxnId="{46A5DD7F-03C1-432C-9ABD-32772D1B8B18}">
      <dgm:prSet/>
      <dgm:spPr/>
    </dgm:pt>
    <dgm:pt modelId="{C17AAB09-681F-4D2F-9FB6-79C802F4B7F4}" type="sibTrans" cxnId="{46A5DD7F-03C1-432C-9ABD-32772D1B8B18}">
      <dgm:prSet/>
      <dgm:spPr/>
      <dgm:t>
        <a:bodyPr/>
        <a:lstStyle/>
        <a:p>
          <a:endParaRPr lang="en-US"/>
        </a:p>
      </dgm:t>
    </dgm:pt>
    <dgm:pt modelId="{B0E7B547-62F2-4193-BD15-C404C4AFEA45}">
      <dgm:prSet phldrT="[Text]" phldr="0"/>
      <dgm:spPr/>
      <dgm:t>
        <a:bodyPr/>
        <a:lstStyle/>
        <a:p>
          <a:pPr rtl="0"/>
          <a:r>
            <a:rPr lang="en-US" i="1">
              <a:latin typeface="Aptos Display" panose="020F0302020204030204"/>
            </a:rPr>
            <a:t>A focus of our</a:t>
          </a:r>
          <a:r>
            <a:rPr lang="en-US" i="1"/>
            <a:t> second module - firewalls</a:t>
          </a:r>
          <a:endParaRPr lang="en-US"/>
        </a:p>
      </dgm:t>
    </dgm:pt>
    <dgm:pt modelId="{99D0EACC-4433-4F2D-B10D-61EDF93F33B4}" type="parTrans" cxnId="{1996ED9E-ED53-49D8-BD3F-74CB3CFE583A}">
      <dgm:prSet/>
      <dgm:spPr/>
    </dgm:pt>
    <dgm:pt modelId="{EADD2C4B-69F4-4ADB-AB4F-162FF61877DB}" type="sibTrans" cxnId="{1996ED9E-ED53-49D8-BD3F-74CB3CFE583A}">
      <dgm:prSet/>
      <dgm:spPr/>
    </dgm:pt>
    <dgm:pt modelId="{29D0C01E-E38D-44BB-B054-9729FA0B30F6}" type="pres">
      <dgm:prSet presAssocID="{C28D7F34-6BC3-4F1E-98C8-DE14CEEF1766}" presName="outerComposite" presStyleCnt="0">
        <dgm:presLayoutVars>
          <dgm:chMax val="5"/>
          <dgm:dir/>
          <dgm:resizeHandles val="exact"/>
        </dgm:presLayoutVars>
      </dgm:prSet>
      <dgm:spPr/>
    </dgm:pt>
    <dgm:pt modelId="{ECD253A7-30DD-46CF-95AC-3F4171C23BCE}" type="pres">
      <dgm:prSet presAssocID="{C28D7F34-6BC3-4F1E-98C8-DE14CEEF1766}" presName="dummyMaxCanvas" presStyleCnt="0">
        <dgm:presLayoutVars/>
      </dgm:prSet>
      <dgm:spPr/>
    </dgm:pt>
    <dgm:pt modelId="{890EE996-59D3-4947-93DE-249E475AB1AE}" type="pres">
      <dgm:prSet presAssocID="{C28D7F34-6BC3-4F1E-98C8-DE14CEEF1766}" presName="FiveNodes_1" presStyleLbl="node1" presStyleIdx="0" presStyleCnt="5">
        <dgm:presLayoutVars>
          <dgm:bulletEnabled val="1"/>
        </dgm:presLayoutVars>
      </dgm:prSet>
      <dgm:spPr/>
    </dgm:pt>
    <dgm:pt modelId="{5F319066-F817-483D-A9D7-40677897A139}" type="pres">
      <dgm:prSet presAssocID="{C28D7F34-6BC3-4F1E-98C8-DE14CEEF1766}" presName="FiveNodes_2" presStyleLbl="node1" presStyleIdx="1" presStyleCnt="5">
        <dgm:presLayoutVars>
          <dgm:bulletEnabled val="1"/>
        </dgm:presLayoutVars>
      </dgm:prSet>
      <dgm:spPr/>
    </dgm:pt>
    <dgm:pt modelId="{27E3825D-F119-40EB-8BBB-C07CA0A6F257}" type="pres">
      <dgm:prSet presAssocID="{C28D7F34-6BC3-4F1E-98C8-DE14CEEF1766}" presName="FiveNodes_3" presStyleLbl="node1" presStyleIdx="2" presStyleCnt="5">
        <dgm:presLayoutVars>
          <dgm:bulletEnabled val="1"/>
        </dgm:presLayoutVars>
      </dgm:prSet>
      <dgm:spPr/>
    </dgm:pt>
    <dgm:pt modelId="{C620EC68-CFA6-4F1C-B965-2F585CFD7642}" type="pres">
      <dgm:prSet presAssocID="{C28D7F34-6BC3-4F1E-98C8-DE14CEEF1766}" presName="FiveNodes_4" presStyleLbl="node1" presStyleIdx="3" presStyleCnt="5">
        <dgm:presLayoutVars>
          <dgm:bulletEnabled val="1"/>
        </dgm:presLayoutVars>
      </dgm:prSet>
      <dgm:spPr/>
    </dgm:pt>
    <dgm:pt modelId="{D7DD276A-2D62-4D6F-A88A-A84E61FB33A4}" type="pres">
      <dgm:prSet presAssocID="{C28D7F34-6BC3-4F1E-98C8-DE14CEEF1766}" presName="FiveNodes_5" presStyleLbl="node1" presStyleIdx="4" presStyleCnt="5">
        <dgm:presLayoutVars>
          <dgm:bulletEnabled val="1"/>
        </dgm:presLayoutVars>
      </dgm:prSet>
      <dgm:spPr/>
    </dgm:pt>
    <dgm:pt modelId="{6C4893F1-5CE6-45BE-A7C7-C13346495F20}" type="pres">
      <dgm:prSet presAssocID="{C28D7F34-6BC3-4F1E-98C8-DE14CEEF1766}" presName="FiveConn_1-2" presStyleLbl="fgAccFollowNode1" presStyleIdx="0" presStyleCnt="4">
        <dgm:presLayoutVars>
          <dgm:bulletEnabled val="1"/>
        </dgm:presLayoutVars>
      </dgm:prSet>
      <dgm:spPr/>
    </dgm:pt>
    <dgm:pt modelId="{FDEDD0D7-C68A-4DD2-9058-D1D053FEC7B9}" type="pres">
      <dgm:prSet presAssocID="{C28D7F34-6BC3-4F1E-98C8-DE14CEEF1766}" presName="FiveConn_2-3" presStyleLbl="fgAccFollowNode1" presStyleIdx="1" presStyleCnt="4">
        <dgm:presLayoutVars>
          <dgm:bulletEnabled val="1"/>
        </dgm:presLayoutVars>
      </dgm:prSet>
      <dgm:spPr/>
    </dgm:pt>
    <dgm:pt modelId="{E2621A3F-AA9D-4A94-879B-025C90069EF9}" type="pres">
      <dgm:prSet presAssocID="{C28D7F34-6BC3-4F1E-98C8-DE14CEEF1766}" presName="FiveConn_3-4" presStyleLbl="fgAccFollowNode1" presStyleIdx="2" presStyleCnt="4">
        <dgm:presLayoutVars>
          <dgm:bulletEnabled val="1"/>
        </dgm:presLayoutVars>
      </dgm:prSet>
      <dgm:spPr/>
    </dgm:pt>
    <dgm:pt modelId="{CC3B0971-4E6D-47B1-87FC-7123D22173C1}" type="pres">
      <dgm:prSet presAssocID="{C28D7F34-6BC3-4F1E-98C8-DE14CEEF1766}" presName="FiveConn_4-5" presStyleLbl="fgAccFollowNode1" presStyleIdx="3" presStyleCnt="4">
        <dgm:presLayoutVars>
          <dgm:bulletEnabled val="1"/>
        </dgm:presLayoutVars>
      </dgm:prSet>
      <dgm:spPr/>
    </dgm:pt>
    <dgm:pt modelId="{891DE396-B076-4F08-ADFC-F9FD92FD2244}" type="pres">
      <dgm:prSet presAssocID="{C28D7F34-6BC3-4F1E-98C8-DE14CEEF1766}" presName="FiveNodes_1_text" presStyleLbl="node1" presStyleIdx="4" presStyleCnt="5">
        <dgm:presLayoutVars>
          <dgm:bulletEnabled val="1"/>
        </dgm:presLayoutVars>
      </dgm:prSet>
      <dgm:spPr/>
    </dgm:pt>
    <dgm:pt modelId="{0E92FC1B-A29D-433B-AC02-0C94271D78D9}" type="pres">
      <dgm:prSet presAssocID="{C28D7F34-6BC3-4F1E-98C8-DE14CEEF1766}" presName="FiveNodes_2_text" presStyleLbl="node1" presStyleIdx="4" presStyleCnt="5">
        <dgm:presLayoutVars>
          <dgm:bulletEnabled val="1"/>
        </dgm:presLayoutVars>
      </dgm:prSet>
      <dgm:spPr/>
    </dgm:pt>
    <dgm:pt modelId="{2FB2850C-4737-460B-A796-E2B6D07923B7}" type="pres">
      <dgm:prSet presAssocID="{C28D7F34-6BC3-4F1E-98C8-DE14CEEF1766}" presName="FiveNodes_3_text" presStyleLbl="node1" presStyleIdx="4" presStyleCnt="5">
        <dgm:presLayoutVars>
          <dgm:bulletEnabled val="1"/>
        </dgm:presLayoutVars>
      </dgm:prSet>
      <dgm:spPr/>
    </dgm:pt>
    <dgm:pt modelId="{CEC9AE15-2839-4A1C-8AD0-564A92D3134F}" type="pres">
      <dgm:prSet presAssocID="{C28D7F34-6BC3-4F1E-98C8-DE14CEEF1766}" presName="FiveNodes_4_text" presStyleLbl="node1" presStyleIdx="4" presStyleCnt="5">
        <dgm:presLayoutVars>
          <dgm:bulletEnabled val="1"/>
        </dgm:presLayoutVars>
      </dgm:prSet>
      <dgm:spPr/>
    </dgm:pt>
    <dgm:pt modelId="{326FA175-EDBA-4DDF-A996-959F25B8C99D}" type="pres">
      <dgm:prSet presAssocID="{C28D7F34-6BC3-4F1E-98C8-DE14CEEF1766}" presName="FiveNodes_5_text" presStyleLbl="node1" presStyleIdx="4" presStyleCnt="5">
        <dgm:presLayoutVars>
          <dgm:bulletEnabled val="1"/>
        </dgm:presLayoutVars>
      </dgm:prSet>
      <dgm:spPr/>
    </dgm:pt>
  </dgm:ptLst>
  <dgm:cxnLst>
    <dgm:cxn modelId="{CA6B7E08-974E-4A42-B7AD-33EB94B645C2}" type="presOf" srcId="{B0E7B547-62F2-4193-BD15-C404C4AFEA45}" destId="{D7DD276A-2D62-4D6F-A88A-A84E61FB33A4}" srcOrd="0" destOrd="0" presId="urn:microsoft.com/office/officeart/2005/8/layout/vProcess5"/>
    <dgm:cxn modelId="{B125CE09-B71E-4C23-A863-44853A15C39D}" type="presOf" srcId="{2703B797-4527-41C5-B3A9-4909C5EEFBBB}" destId="{0E92FC1B-A29D-433B-AC02-0C94271D78D9}" srcOrd="1" destOrd="0" presId="urn:microsoft.com/office/officeart/2005/8/layout/vProcess5"/>
    <dgm:cxn modelId="{85553261-DB87-497C-A578-AC2FEB85A54C}" type="presOf" srcId="{6DC80581-6B37-4D9F-AD93-90EEAAB6B0EE}" destId="{FDEDD0D7-C68A-4DD2-9058-D1D053FEC7B9}" srcOrd="0" destOrd="0" presId="urn:microsoft.com/office/officeart/2005/8/layout/vProcess5"/>
    <dgm:cxn modelId="{30C3656A-3828-4D27-9EF9-D88553F37C0C}" type="presOf" srcId="{6978E254-099E-4DF5-B804-2B87A03AFF6C}" destId="{6C4893F1-5CE6-45BE-A7C7-C13346495F20}" srcOrd="0" destOrd="0" presId="urn:microsoft.com/office/officeart/2005/8/layout/vProcess5"/>
    <dgm:cxn modelId="{A833B84D-1F95-49C2-8E6C-BE291F27F0A1}" type="presOf" srcId="{B0E7B547-62F2-4193-BD15-C404C4AFEA45}" destId="{326FA175-EDBA-4DDF-A996-959F25B8C99D}" srcOrd="1" destOrd="0" presId="urn:microsoft.com/office/officeart/2005/8/layout/vProcess5"/>
    <dgm:cxn modelId="{E6924852-92CE-43A3-9347-3372BF467219}" type="presOf" srcId="{2383E528-E7BF-4776-86AC-734DCACC6CF7}" destId="{27E3825D-F119-40EB-8BBB-C07CA0A6F257}" srcOrd="0" destOrd="0" presId="urn:microsoft.com/office/officeart/2005/8/layout/vProcess5"/>
    <dgm:cxn modelId="{238F5272-1F78-45F2-AA55-866F3B8002E9}" type="presOf" srcId="{2703B797-4527-41C5-B3A9-4909C5EEFBBB}" destId="{5F319066-F817-483D-A9D7-40677897A139}" srcOrd="0" destOrd="0" presId="urn:microsoft.com/office/officeart/2005/8/layout/vProcess5"/>
    <dgm:cxn modelId="{F1DE8774-D2D1-42CA-98FC-F7BC799BDE62}" type="presOf" srcId="{D5DA1E22-726D-429D-AF4E-A895070268D4}" destId="{891DE396-B076-4F08-ADFC-F9FD92FD2244}" srcOrd="1" destOrd="0" presId="urn:microsoft.com/office/officeart/2005/8/layout/vProcess5"/>
    <dgm:cxn modelId="{9CE2BA7E-6E19-4A40-AE94-551FFAC7770C}" srcId="{C28D7F34-6BC3-4F1E-98C8-DE14CEEF1766}" destId="{D5DA1E22-726D-429D-AF4E-A895070268D4}" srcOrd="0" destOrd="0" parTransId="{1A5C6D77-E83C-45A5-AC2F-0E8187101E29}" sibTransId="{6978E254-099E-4DF5-B804-2B87A03AFF6C}"/>
    <dgm:cxn modelId="{3CB76C7F-827C-4531-935E-F488FBA029D7}" type="presOf" srcId="{C28D7F34-6BC3-4F1E-98C8-DE14CEEF1766}" destId="{29D0C01E-E38D-44BB-B054-9729FA0B30F6}" srcOrd="0" destOrd="0" presId="urn:microsoft.com/office/officeart/2005/8/layout/vProcess5"/>
    <dgm:cxn modelId="{46A5DD7F-03C1-432C-9ABD-32772D1B8B18}" srcId="{C28D7F34-6BC3-4F1E-98C8-DE14CEEF1766}" destId="{F5BB98BC-0A30-4C6F-BBE7-874C95E5CEE1}" srcOrd="3" destOrd="0" parTransId="{8ED08ADB-0C49-4141-BAB3-D54BC28E40A0}" sibTransId="{C17AAB09-681F-4D2F-9FB6-79C802F4B7F4}"/>
    <dgm:cxn modelId="{DBE66290-7FE8-4B34-A157-3BD56FA406A8}" srcId="{C28D7F34-6BC3-4F1E-98C8-DE14CEEF1766}" destId="{2383E528-E7BF-4776-86AC-734DCACC6CF7}" srcOrd="2" destOrd="0" parTransId="{8D64AF7F-A245-4E73-8808-D2906373C77A}" sibTransId="{A5098BCA-92D1-41FD-865B-CA611759FD80}"/>
    <dgm:cxn modelId="{1996ED9E-ED53-49D8-BD3F-74CB3CFE583A}" srcId="{C28D7F34-6BC3-4F1E-98C8-DE14CEEF1766}" destId="{B0E7B547-62F2-4193-BD15-C404C4AFEA45}" srcOrd="4" destOrd="0" parTransId="{99D0EACC-4433-4F2D-B10D-61EDF93F33B4}" sibTransId="{EADD2C4B-69F4-4ADB-AB4F-162FF61877DB}"/>
    <dgm:cxn modelId="{C60FC7A7-8F21-4474-BAD8-6A0EC9FC84A0}" type="presOf" srcId="{2383E528-E7BF-4776-86AC-734DCACC6CF7}" destId="{2FB2850C-4737-460B-A796-E2B6D07923B7}" srcOrd="1" destOrd="0" presId="urn:microsoft.com/office/officeart/2005/8/layout/vProcess5"/>
    <dgm:cxn modelId="{D50F38B1-1292-4189-A68E-94A26E4E2C8A}" type="presOf" srcId="{A5098BCA-92D1-41FD-865B-CA611759FD80}" destId="{E2621A3F-AA9D-4A94-879B-025C90069EF9}" srcOrd="0" destOrd="0" presId="urn:microsoft.com/office/officeart/2005/8/layout/vProcess5"/>
    <dgm:cxn modelId="{98E53CBF-031A-4737-A9A9-3E7D473EB73A}" type="presOf" srcId="{D5DA1E22-726D-429D-AF4E-A895070268D4}" destId="{890EE996-59D3-4947-93DE-249E475AB1AE}" srcOrd="0" destOrd="0" presId="urn:microsoft.com/office/officeart/2005/8/layout/vProcess5"/>
    <dgm:cxn modelId="{4CF454DC-BBDC-4928-A2E1-F7A3D8042271}" srcId="{C28D7F34-6BC3-4F1E-98C8-DE14CEEF1766}" destId="{2703B797-4527-41C5-B3A9-4909C5EEFBBB}" srcOrd="1" destOrd="0" parTransId="{BFC9AF4D-77E1-4ABA-B9B2-40667F7E9219}" sibTransId="{6DC80581-6B37-4D9F-AD93-90EEAAB6B0EE}"/>
    <dgm:cxn modelId="{F0CB0DE9-EB83-46A6-9D98-BA4FFE9B6C54}" type="presOf" srcId="{C17AAB09-681F-4D2F-9FB6-79C802F4B7F4}" destId="{CC3B0971-4E6D-47B1-87FC-7123D22173C1}" srcOrd="0" destOrd="0" presId="urn:microsoft.com/office/officeart/2005/8/layout/vProcess5"/>
    <dgm:cxn modelId="{82E42DF6-099D-4C2C-B6FA-8C911EC5B880}" type="presOf" srcId="{F5BB98BC-0A30-4C6F-BBE7-874C95E5CEE1}" destId="{C620EC68-CFA6-4F1C-B965-2F585CFD7642}" srcOrd="0" destOrd="0" presId="urn:microsoft.com/office/officeart/2005/8/layout/vProcess5"/>
    <dgm:cxn modelId="{2D6FE4FB-0FE8-4286-BF15-527CAFE10098}" type="presOf" srcId="{F5BB98BC-0A30-4C6F-BBE7-874C95E5CEE1}" destId="{CEC9AE15-2839-4A1C-8AD0-564A92D3134F}" srcOrd="1" destOrd="0" presId="urn:microsoft.com/office/officeart/2005/8/layout/vProcess5"/>
    <dgm:cxn modelId="{C1DC6E97-72D7-4A39-A3E1-80488DC564DD}" type="presParOf" srcId="{29D0C01E-E38D-44BB-B054-9729FA0B30F6}" destId="{ECD253A7-30DD-46CF-95AC-3F4171C23BCE}" srcOrd="0" destOrd="0" presId="urn:microsoft.com/office/officeart/2005/8/layout/vProcess5"/>
    <dgm:cxn modelId="{8101164F-AF34-4843-940F-886380E2501D}" type="presParOf" srcId="{29D0C01E-E38D-44BB-B054-9729FA0B30F6}" destId="{890EE996-59D3-4947-93DE-249E475AB1AE}" srcOrd="1" destOrd="0" presId="urn:microsoft.com/office/officeart/2005/8/layout/vProcess5"/>
    <dgm:cxn modelId="{776D1F22-DC19-446A-8686-4CE629B122A4}" type="presParOf" srcId="{29D0C01E-E38D-44BB-B054-9729FA0B30F6}" destId="{5F319066-F817-483D-A9D7-40677897A139}" srcOrd="2" destOrd="0" presId="urn:microsoft.com/office/officeart/2005/8/layout/vProcess5"/>
    <dgm:cxn modelId="{DC4E3F71-ADBC-4C5B-A919-BAC96B451760}" type="presParOf" srcId="{29D0C01E-E38D-44BB-B054-9729FA0B30F6}" destId="{27E3825D-F119-40EB-8BBB-C07CA0A6F257}" srcOrd="3" destOrd="0" presId="urn:microsoft.com/office/officeart/2005/8/layout/vProcess5"/>
    <dgm:cxn modelId="{8C39F3D1-9B33-42E3-A684-44EC92B25983}" type="presParOf" srcId="{29D0C01E-E38D-44BB-B054-9729FA0B30F6}" destId="{C620EC68-CFA6-4F1C-B965-2F585CFD7642}" srcOrd="4" destOrd="0" presId="urn:microsoft.com/office/officeart/2005/8/layout/vProcess5"/>
    <dgm:cxn modelId="{8C56030A-35BE-4E03-930C-A8201EE78C72}" type="presParOf" srcId="{29D0C01E-E38D-44BB-B054-9729FA0B30F6}" destId="{D7DD276A-2D62-4D6F-A88A-A84E61FB33A4}" srcOrd="5" destOrd="0" presId="urn:microsoft.com/office/officeart/2005/8/layout/vProcess5"/>
    <dgm:cxn modelId="{AEB126CC-FF95-49E7-8605-4DF5F96240E6}" type="presParOf" srcId="{29D0C01E-E38D-44BB-B054-9729FA0B30F6}" destId="{6C4893F1-5CE6-45BE-A7C7-C13346495F20}" srcOrd="6" destOrd="0" presId="urn:microsoft.com/office/officeart/2005/8/layout/vProcess5"/>
    <dgm:cxn modelId="{85141D38-025A-4017-88A2-6479A24FB7B3}" type="presParOf" srcId="{29D0C01E-E38D-44BB-B054-9729FA0B30F6}" destId="{FDEDD0D7-C68A-4DD2-9058-D1D053FEC7B9}" srcOrd="7" destOrd="0" presId="urn:microsoft.com/office/officeart/2005/8/layout/vProcess5"/>
    <dgm:cxn modelId="{A85D32CA-73C8-476A-BE8A-4CC1B0E8E0E8}" type="presParOf" srcId="{29D0C01E-E38D-44BB-B054-9729FA0B30F6}" destId="{E2621A3F-AA9D-4A94-879B-025C90069EF9}" srcOrd="8" destOrd="0" presId="urn:microsoft.com/office/officeart/2005/8/layout/vProcess5"/>
    <dgm:cxn modelId="{282D6E1F-ACB4-4645-9B6A-9914FB5ACBC8}" type="presParOf" srcId="{29D0C01E-E38D-44BB-B054-9729FA0B30F6}" destId="{CC3B0971-4E6D-47B1-87FC-7123D22173C1}" srcOrd="9" destOrd="0" presId="urn:microsoft.com/office/officeart/2005/8/layout/vProcess5"/>
    <dgm:cxn modelId="{868619C9-41D2-4F0A-8EC4-ED10F856373A}" type="presParOf" srcId="{29D0C01E-E38D-44BB-B054-9729FA0B30F6}" destId="{891DE396-B076-4F08-ADFC-F9FD92FD2244}" srcOrd="10" destOrd="0" presId="urn:microsoft.com/office/officeart/2005/8/layout/vProcess5"/>
    <dgm:cxn modelId="{C69B736F-4DF8-4F6B-97D6-7B454B78EB64}" type="presParOf" srcId="{29D0C01E-E38D-44BB-B054-9729FA0B30F6}" destId="{0E92FC1B-A29D-433B-AC02-0C94271D78D9}" srcOrd="11" destOrd="0" presId="urn:microsoft.com/office/officeart/2005/8/layout/vProcess5"/>
    <dgm:cxn modelId="{8B4BD646-1E62-4AF0-8A3F-B10ED492AF7C}" type="presParOf" srcId="{29D0C01E-E38D-44BB-B054-9729FA0B30F6}" destId="{2FB2850C-4737-460B-A796-E2B6D07923B7}" srcOrd="12" destOrd="0" presId="urn:microsoft.com/office/officeart/2005/8/layout/vProcess5"/>
    <dgm:cxn modelId="{01D7491A-25C2-4ECA-BE48-677442108DD2}" type="presParOf" srcId="{29D0C01E-E38D-44BB-B054-9729FA0B30F6}" destId="{CEC9AE15-2839-4A1C-8AD0-564A92D3134F}" srcOrd="13" destOrd="0" presId="urn:microsoft.com/office/officeart/2005/8/layout/vProcess5"/>
    <dgm:cxn modelId="{DC342C61-3057-46F2-B217-723BE042E088}" type="presParOf" srcId="{29D0C01E-E38D-44BB-B054-9729FA0B30F6}" destId="{326FA175-EDBA-4DDF-A996-959F25B8C99D}"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6.xml><?xml version="1.0" encoding="utf-8"?>
<dgm:dataModel xmlns:dgm="http://schemas.openxmlformats.org/drawingml/2006/diagram" xmlns:a="http://schemas.openxmlformats.org/drawingml/2006/main">
  <dgm:ptLst>
    <dgm:pt modelId="{4283AECE-4C8B-4887-A249-958BE43B2AE0}" type="doc">
      <dgm:prSet loTypeId="urn:microsoft.com/office/officeart/2016/7/layout/VerticalDownArrowProcess" loCatId="process" qsTypeId="urn:microsoft.com/office/officeart/2005/8/quickstyle/simple1" qsCatId="simple" csTypeId="urn:microsoft.com/office/officeart/2005/8/colors/colorful2" csCatId="colorful" phldr="1"/>
      <dgm:spPr/>
      <dgm:t>
        <a:bodyPr/>
        <a:lstStyle/>
        <a:p>
          <a:endParaRPr lang="en-US"/>
        </a:p>
      </dgm:t>
    </dgm:pt>
    <dgm:pt modelId="{477B9616-DE5E-4C1D-AA66-6C1B58B965CF}">
      <dgm:prSet/>
      <dgm:spPr/>
      <dgm:t>
        <a:bodyPr/>
        <a:lstStyle/>
        <a:p>
          <a:pPr rtl="0">
            <a:defRPr b="1"/>
          </a:pPr>
          <a:r>
            <a:rPr lang="en-US"/>
            <a:t>Find someone in your group and try to ping </a:t>
          </a:r>
          <a:r>
            <a:rPr lang="en-US">
              <a:latin typeface="Aptos Display" panose="020F0302020204030204"/>
            </a:rPr>
            <a:t>their IP</a:t>
          </a:r>
          <a:endParaRPr lang="en-US"/>
        </a:p>
      </dgm:t>
    </dgm:pt>
    <dgm:pt modelId="{8FC31E8D-1E24-4BE6-8ABE-36A761CE67E3}" type="parTrans" cxnId="{126AD0FC-D184-446A-99AD-F49899087644}">
      <dgm:prSet/>
      <dgm:spPr/>
      <dgm:t>
        <a:bodyPr/>
        <a:lstStyle/>
        <a:p>
          <a:endParaRPr lang="en-US"/>
        </a:p>
      </dgm:t>
    </dgm:pt>
    <dgm:pt modelId="{4F96604E-EC2F-496A-A869-72C1DF9D800A}" type="sibTrans" cxnId="{126AD0FC-D184-446A-99AD-F49899087644}">
      <dgm:prSet/>
      <dgm:spPr/>
      <dgm:t>
        <a:bodyPr/>
        <a:lstStyle/>
        <a:p>
          <a:endParaRPr lang="en-US"/>
        </a:p>
      </dgm:t>
    </dgm:pt>
    <dgm:pt modelId="{9A14EA45-7DA6-476D-B8C0-A8D050C7AB99}">
      <dgm:prSet/>
      <dgm:spPr/>
      <dgm:t>
        <a:bodyPr/>
        <a:lstStyle/>
        <a:p>
          <a:r>
            <a:rPr lang="en-US"/>
            <a:t>"ping 192.168.xx.xxx" fill in the x's with their </a:t>
          </a:r>
          <a:r>
            <a:rPr lang="en-US" err="1"/>
            <a:t>ip</a:t>
          </a:r>
          <a:r>
            <a:rPr lang="en-US"/>
            <a:t> information</a:t>
          </a:r>
        </a:p>
      </dgm:t>
    </dgm:pt>
    <dgm:pt modelId="{21FC867A-27E9-4F2E-8F73-9F7A47129D3F}" type="parTrans" cxnId="{B70D9D04-0434-44D7-958A-319747A92F2E}">
      <dgm:prSet/>
      <dgm:spPr/>
      <dgm:t>
        <a:bodyPr/>
        <a:lstStyle/>
        <a:p>
          <a:endParaRPr lang="en-US"/>
        </a:p>
      </dgm:t>
    </dgm:pt>
    <dgm:pt modelId="{1D02B3E0-669A-4EA3-BCCA-69FEBB0E85F6}" type="sibTrans" cxnId="{B70D9D04-0434-44D7-958A-319747A92F2E}">
      <dgm:prSet/>
      <dgm:spPr/>
      <dgm:t>
        <a:bodyPr/>
        <a:lstStyle/>
        <a:p>
          <a:endParaRPr lang="en-US"/>
        </a:p>
      </dgm:t>
    </dgm:pt>
    <dgm:pt modelId="{AB224624-7B79-4ED4-8235-AC79A4A3ECE8}">
      <dgm:prSet/>
      <dgm:spPr/>
      <dgm:t>
        <a:bodyPr/>
        <a:lstStyle/>
        <a:p>
          <a:pPr rtl="0"/>
          <a:r>
            <a:rPr lang="en-US">
              <a:latin typeface="Aptos Display" panose="020F0302020204030204"/>
            </a:rPr>
            <a:t>What do you notice</a:t>
          </a:r>
          <a:endParaRPr lang="en-US"/>
        </a:p>
      </dgm:t>
    </dgm:pt>
    <dgm:pt modelId="{71BDE5F9-C46F-4AF8-B091-5DD2579AE3F6}" type="parTrans" cxnId="{F33B9563-821F-4E16-BA7F-C8CBEC4FC5F0}">
      <dgm:prSet/>
      <dgm:spPr/>
      <dgm:t>
        <a:bodyPr/>
        <a:lstStyle/>
        <a:p>
          <a:endParaRPr lang="en-US"/>
        </a:p>
      </dgm:t>
    </dgm:pt>
    <dgm:pt modelId="{2702C081-0833-40A9-B355-C2772F848E06}" type="sibTrans" cxnId="{F33B9563-821F-4E16-BA7F-C8CBEC4FC5F0}">
      <dgm:prSet/>
      <dgm:spPr/>
      <dgm:t>
        <a:bodyPr/>
        <a:lstStyle/>
        <a:p>
          <a:endParaRPr lang="en-US"/>
        </a:p>
      </dgm:t>
    </dgm:pt>
    <dgm:pt modelId="{529B6021-B3C0-445D-A4D5-B875C6DF3CA7}">
      <dgm:prSet/>
      <dgm:spPr/>
      <dgm:t>
        <a:bodyPr/>
        <a:lstStyle/>
        <a:p>
          <a:pPr>
            <a:defRPr b="1"/>
          </a:pPr>
          <a:r>
            <a:rPr lang="en-US"/>
            <a:t>Get a group member's IP and "traceroute &lt;insert their IP&gt;</a:t>
          </a:r>
        </a:p>
      </dgm:t>
    </dgm:pt>
    <dgm:pt modelId="{8EB42AD4-7B60-4C24-AB19-D3A341F31CA3}" type="parTrans" cxnId="{0DFE3DE5-1C0A-4652-8FD4-A03CA9583C5E}">
      <dgm:prSet/>
      <dgm:spPr/>
      <dgm:t>
        <a:bodyPr/>
        <a:lstStyle/>
        <a:p>
          <a:endParaRPr lang="en-US"/>
        </a:p>
      </dgm:t>
    </dgm:pt>
    <dgm:pt modelId="{34549057-9DA3-47FD-97E8-0FAFDE40610A}" type="sibTrans" cxnId="{0DFE3DE5-1C0A-4652-8FD4-A03CA9583C5E}">
      <dgm:prSet/>
      <dgm:spPr/>
      <dgm:t>
        <a:bodyPr/>
        <a:lstStyle/>
        <a:p>
          <a:endParaRPr lang="en-US"/>
        </a:p>
      </dgm:t>
    </dgm:pt>
    <dgm:pt modelId="{D1854163-C908-43A2-A70C-852961ED89C4}">
      <dgm:prSet/>
      <dgm:spPr/>
      <dgm:t>
        <a:bodyPr/>
        <a:lstStyle/>
        <a:p>
          <a:r>
            <a:rPr lang="en-US"/>
            <a:t>What do you notice?</a:t>
          </a:r>
        </a:p>
      </dgm:t>
    </dgm:pt>
    <dgm:pt modelId="{39008925-1409-4936-A0CC-21043ADB27F0}" type="parTrans" cxnId="{7831B637-F5C8-4ED4-9A46-E8414E4AF615}">
      <dgm:prSet/>
      <dgm:spPr/>
      <dgm:t>
        <a:bodyPr/>
        <a:lstStyle/>
        <a:p>
          <a:endParaRPr lang="en-US"/>
        </a:p>
      </dgm:t>
    </dgm:pt>
    <dgm:pt modelId="{21A0D28E-742D-4E63-BA82-B905E5002902}" type="sibTrans" cxnId="{7831B637-F5C8-4ED4-9A46-E8414E4AF615}">
      <dgm:prSet/>
      <dgm:spPr/>
      <dgm:t>
        <a:bodyPr/>
        <a:lstStyle/>
        <a:p>
          <a:endParaRPr lang="en-US"/>
        </a:p>
      </dgm:t>
    </dgm:pt>
    <dgm:pt modelId="{D3A3ABD3-C2F3-494E-96D7-9F8FF1A2C739}" type="pres">
      <dgm:prSet presAssocID="{4283AECE-4C8B-4887-A249-958BE43B2AE0}" presName="Name0" presStyleCnt="0">
        <dgm:presLayoutVars>
          <dgm:dir/>
          <dgm:animLvl val="lvl"/>
          <dgm:resizeHandles val="exact"/>
        </dgm:presLayoutVars>
      </dgm:prSet>
      <dgm:spPr/>
    </dgm:pt>
    <dgm:pt modelId="{3E3AD224-6D75-43ED-8F66-8C192A72526C}" type="pres">
      <dgm:prSet presAssocID="{529B6021-B3C0-445D-A4D5-B875C6DF3CA7}" presName="boxAndChildren" presStyleCnt="0"/>
      <dgm:spPr/>
    </dgm:pt>
    <dgm:pt modelId="{D3974E39-FDB9-4777-B32C-9960BF972137}" type="pres">
      <dgm:prSet presAssocID="{529B6021-B3C0-445D-A4D5-B875C6DF3CA7}" presName="parentTextBox" presStyleLbl="alignNode1" presStyleIdx="0" presStyleCnt="2"/>
      <dgm:spPr/>
    </dgm:pt>
    <dgm:pt modelId="{BC885ED0-E96B-4BF6-BDE9-6EF1598A8E1C}" type="pres">
      <dgm:prSet presAssocID="{529B6021-B3C0-445D-A4D5-B875C6DF3CA7}" presName="descendantBox" presStyleLbl="bgAccFollowNode1" presStyleIdx="0" presStyleCnt="2"/>
      <dgm:spPr/>
    </dgm:pt>
    <dgm:pt modelId="{862351D9-172A-410F-894D-CE716C380521}" type="pres">
      <dgm:prSet presAssocID="{4F96604E-EC2F-496A-A869-72C1DF9D800A}" presName="sp" presStyleCnt="0"/>
      <dgm:spPr/>
    </dgm:pt>
    <dgm:pt modelId="{EFB18070-86A8-4D9C-9BBB-FC93CF447134}" type="pres">
      <dgm:prSet presAssocID="{477B9616-DE5E-4C1D-AA66-6C1B58B965CF}" presName="arrowAndChildren" presStyleCnt="0"/>
      <dgm:spPr/>
    </dgm:pt>
    <dgm:pt modelId="{DB26171E-78E7-4CE9-9639-96746C75E912}" type="pres">
      <dgm:prSet presAssocID="{477B9616-DE5E-4C1D-AA66-6C1B58B965CF}" presName="parentTextArrow" presStyleLbl="node1" presStyleIdx="0" presStyleCnt="0"/>
      <dgm:spPr/>
    </dgm:pt>
    <dgm:pt modelId="{609E2A2E-B9BB-4B02-ABAA-875E54A9DEA1}" type="pres">
      <dgm:prSet presAssocID="{477B9616-DE5E-4C1D-AA66-6C1B58B965CF}" presName="arrow" presStyleLbl="alignNode1" presStyleIdx="1" presStyleCnt="2"/>
      <dgm:spPr/>
    </dgm:pt>
    <dgm:pt modelId="{B6CFC737-32BB-434A-965A-CBC6CDC9EE6F}" type="pres">
      <dgm:prSet presAssocID="{477B9616-DE5E-4C1D-AA66-6C1B58B965CF}" presName="descendantArrow" presStyleLbl="bgAccFollowNode1" presStyleIdx="1" presStyleCnt="2"/>
      <dgm:spPr/>
    </dgm:pt>
  </dgm:ptLst>
  <dgm:cxnLst>
    <dgm:cxn modelId="{B70D9D04-0434-44D7-958A-319747A92F2E}" srcId="{477B9616-DE5E-4C1D-AA66-6C1B58B965CF}" destId="{9A14EA45-7DA6-476D-B8C0-A8D050C7AB99}" srcOrd="0" destOrd="0" parTransId="{21FC867A-27E9-4F2E-8F73-9F7A47129D3F}" sibTransId="{1D02B3E0-669A-4EA3-BCCA-69FEBB0E85F6}"/>
    <dgm:cxn modelId="{1C810F16-010D-4927-BE14-F419604FDA9F}" type="presOf" srcId="{9A14EA45-7DA6-476D-B8C0-A8D050C7AB99}" destId="{B6CFC737-32BB-434A-965A-CBC6CDC9EE6F}" srcOrd="0" destOrd="0" presId="urn:microsoft.com/office/officeart/2016/7/layout/VerticalDownArrowProcess"/>
    <dgm:cxn modelId="{70928A17-60AA-485F-9781-E6CB2F0F06D3}" type="presOf" srcId="{477B9616-DE5E-4C1D-AA66-6C1B58B965CF}" destId="{609E2A2E-B9BB-4B02-ABAA-875E54A9DEA1}" srcOrd="1" destOrd="0" presId="urn:microsoft.com/office/officeart/2016/7/layout/VerticalDownArrowProcess"/>
    <dgm:cxn modelId="{A3B3E91E-2ADB-43DA-90F4-03B35BA53726}" type="presOf" srcId="{AB224624-7B79-4ED4-8235-AC79A4A3ECE8}" destId="{B6CFC737-32BB-434A-965A-CBC6CDC9EE6F}" srcOrd="0" destOrd="1" presId="urn:microsoft.com/office/officeart/2016/7/layout/VerticalDownArrowProcess"/>
    <dgm:cxn modelId="{921F8C2E-4D47-4515-A8CE-18BE22E24275}" type="presOf" srcId="{D1854163-C908-43A2-A70C-852961ED89C4}" destId="{BC885ED0-E96B-4BF6-BDE9-6EF1598A8E1C}" srcOrd="0" destOrd="0" presId="urn:microsoft.com/office/officeart/2016/7/layout/VerticalDownArrowProcess"/>
    <dgm:cxn modelId="{7831B637-F5C8-4ED4-9A46-E8414E4AF615}" srcId="{529B6021-B3C0-445D-A4D5-B875C6DF3CA7}" destId="{D1854163-C908-43A2-A70C-852961ED89C4}" srcOrd="0" destOrd="0" parTransId="{39008925-1409-4936-A0CC-21043ADB27F0}" sibTransId="{21A0D28E-742D-4E63-BA82-B905E5002902}"/>
    <dgm:cxn modelId="{F33B9563-821F-4E16-BA7F-C8CBEC4FC5F0}" srcId="{477B9616-DE5E-4C1D-AA66-6C1B58B965CF}" destId="{AB224624-7B79-4ED4-8235-AC79A4A3ECE8}" srcOrd="1" destOrd="0" parTransId="{71BDE5F9-C46F-4AF8-B091-5DD2579AE3F6}" sibTransId="{2702C081-0833-40A9-B355-C2772F848E06}"/>
    <dgm:cxn modelId="{996A7A71-4FB2-4F7E-B3A1-FB79AB40F10D}" type="presOf" srcId="{4283AECE-4C8B-4887-A249-958BE43B2AE0}" destId="{D3A3ABD3-C2F3-494E-96D7-9F8FF1A2C739}" srcOrd="0" destOrd="0" presId="urn:microsoft.com/office/officeart/2016/7/layout/VerticalDownArrowProcess"/>
    <dgm:cxn modelId="{8DE8B497-07A7-470E-AF0D-858B765B7629}" type="presOf" srcId="{529B6021-B3C0-445D-A4D5-B875C6DF3CA7}" destId="{D3974E39-FDB9-4777-B32C-9960BF972137}" srcOrd="0" destOrd="0" presId="urn:microsoft.com/office/officeart/2016/7/layout/VerticalDownArrowProcess"/>
    <dgm:cxn modelId="{0DFE3DE5-1C0A-4652-8FD4-A03CA9583C5E}" srcId="{4283AECE-4C8B-4887-A249-958BE43B2AE0}" destId="{529B6021-B3C0-445D-A4D5-B875C6DF3CA7}" srcOrd="1" destOrd="0" parTransId="{8EB42AD4-7B60-4C24-AB19-D3A341F31CA3}" sibTransId="{34549057-9DA3-47FD-97E8-0FAFDE40610A}"/>
    <dgm:cxn modelId="{126AD0FC-D184-446A-99AD-F49899087644}" srcId="{4283AECE-4C8B-4887-A249-958BE43B2AE0}" destId="{477B9616-DE5E-4C1D-AA66-6C1B58B965CF}" srcOrd="0" destOrd="0" parTransId="{8FC31E8D-1E24-4BE6-8ABE-36A761CE67E3}" sibTransId="{4F96604E-EC2F-496A-A869-72C1DF9D800A}"/>
    <dgm:cxn modelId="{C7EAFBFD-8347-4711-9E5B-F2BF7E116DA8}" type="presOf" srcId="{477B9616-DE5E-4C1D-AA66-6C1B58B965CF}" destId="{DB26171E-78E7-4CE9-9639-96746C75E912}" srcOrd="0" destOrd="0" presId="urn:microsoft.com/office/officeart/2016/7/layout/VerticalDownArrowProcess"/>
    <dgm:cxn modelId="{F5DF76CE-9A12-4E36-BB88-3E7D88979BB1}" type="presParOf" srcId="{D3A3ABD3-C2F3-494E-96D7-9F8FF1A2C739}" destId="{3E3AD224-6D75-43ED-8F66-8C192A72526C}" srcOrd="0" destOrd="0" presId="urn:microsoft.com/office/officeart/2016/7/layout/VerticalDownArrowProcess"/>
    <dgm:cxn modelId="{E456DB5A-E8AD-4E3B-92D7-11B3B86807BC}" type="presParOf" srcId="{3E3AD224-6D75-43ED-8F66-8C192A72526C}" destId="{D3974E39-FDB9-4777-B32C-9960BF972137}" srcOrd="0" destOrd="0" presId="urn:microsoft.com/office/officeart/2016/7/layout/VerticalDownArrowProcess"/>
    <dgm:cxn modelId="{A4044222-78C8-4B22-9FBA-26993D0CD48C}" type="presParOf" srcId="{3E3AD224-6D75-43ED-8F66-8C192A72526C}" destId="{BC885ED0-E96B-4BF6-BDE9-6EF1598A8E1C}" srcOrd="1" destOrd="0" presId="urn:microsoft.com/office/officeart/2016/7/layout/VerticalDownArrowProcess"/>
    <dgm:cxn modelId="{2CFAA8D7-AFED-4D45-801C-D66D05E2BB99}" type="presParOf" srcId="{D3A3ABD3-C2F3-494E-96D7-9F8FF1A2C739}" destId="{862351D9-172A-410F-894D-CE716C380521}" srcOrd="1" destOrd="0" presId="urn:microsoft.com/office/officeart/2016/7/layout/VerticalDownArrowProcess"/>
    <dgm:cxn modelId="{348B3AF6-63A1-45A3-93B8-54AC42F3B3F4}" type="presParOf" srcId="{D3A3ABD3-C2F3-494E-96D7-9F8FF1A2C739}" destId="{EFB18070-86A8-4D9C-9BBB-FC93CF447134}" srcOrd="2" destOrd="0" presId="urn:microsoft.com/office/officeart/2016/7/layout/VerticalDownArrowProcess"/>
    <dgm:cxn modelId="{885390F9-4A54-4E1B-9822-2275D6715767}" type="presParOf" srcId="{EFB18070-86A8-4D9C-9BBB-FC93CF447134}" destId="{DB26171E-78E7-4CE9-9639-96746C75E912}" srcOrd="0" destOrd="0" presId="urn:microsoft.com/office/officeart/2016/7/layout/VerticalDownArrowProcess"/>
    <dgm:cxn modelId="{94964A3C-F032-4F3F-8157-53D4B08F6E9B}" type="presParOf" srcId="{EFB18070-86A8-4D9C-9BBB-FC93CF447134}" destId="{609E2A2E-B9BB-4B02-ABAA-875E54A9DEA1}" srcOrd="1" destOrd="0" presId="urn:microsoft.com/office/officeart/2016/7/layout/VerticalDownArrowProcess"/>
    <dgm:cxn modelId="{8A4261D9-861A-4521-8761-C57AC5381B05}" type="presParOf" srcId="{EFB18070-86A8-4D9C-9BBB-FC93CF447134}" destId="{B6CFC737-32BB-434A-965A-CBC6CDC9EE6F}" srcOrd="2" destOrd="0" presId="urn:microsoft.com/office/officeart/2016/7/layout/VerticalDownArrowProcess"/>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17.xml><?xml version="1.0" encoding="utf-8"?>
<dgm:dataModel xmlns:dgm="http://schemas.openxmlformats.org/drawingml/2006/diagram" xmlns:a="http://schemas.openxmlformats.org/drawingml/2006/main">
  <dgm:ptLst>
    <dgm:pt modelId="{550995BD-7A05-40C2-9BD7-8357F20E438C}" type="doc">
      <dgm:prSet loTypeId="urn:microsoft.com/office/officeart/2005/8/layout/hierarchy1" loCatId="hierarchy" qsTypeId="urn:microsoft.com/office/officeart/2005/8/quickstyle/simple1" qsCatId="simple" csTypeId="urn:microsoft.com/office/officeart/2005/8/colors/accent0_3" csCatId="mainScheme"/>
      <dgm:spPr/>
      <dgm:t>
        <a:bodyPr/>
        <a:lstStyle/>
        <a:p>
          <a:endParaRPr lang="en-US"/>
        </a:p>
      </dgm:t>
    </dgm:pt>
    <dgm:pt modelId="{48CA91B8-ECF0-4A9A-837C-80FCEADA33F0}">
      <dgm:prSet/>
      <dgm:spPr/>
      <dgm:t>
        <a:bodyPr/>
        <a:lstStyle/>
        <a:p>
          <a:pPr rtl="0"/>
          <a:r>
            <a:rPr lang="en-US"/>
            <a:t>Everyone will have the same username/</a:t>
          </a:r>
          <a:r>
            <a:rPr lang="en-US">
              <a:latin typeface="Aptos Display" panose="020F0302020204030204"/>
            </a:rPr>
            <a:t>password as the sheet we gave out earlier</a:t>
          </a:r>
          <a:endParaRPr lang="en-US"/>
        </a:p>
      </dgm:t>
    </dgm:pt>
    <dgm:pt modelId="{DA944A66-6739-4325-99D0-A356A0E0F75D}" type="parTrans" cxnId="{02DBE5A1-EEAF-42BB-A0AA-4D9A0304C47A}">
      <dgm:prSet/>
      <dgm:spPr/>
      <dgm:t>
        <a:bodyPr/>
        <a:lstStyle/>
        <a:p>
          <a:endParaRPr lang="en-US"/>
        </a:p>
      </dgm:t>
    </dgm:pt>
    <dgm:pt modelId="{D462609E-2AB3-43A5-8112-6309B6D25836}" type="sibTrans" cxnId="{02DBE5A1-EEAF-42BB-A0AA-4D9A0304C47A}">
      <dgm:prSet/>
      <dgm:spPr/>
      <dgm:t>
        <a:bodyPr/>
        <a:lstStyle/>
        <a:p>
          <a:endParaRPr lang="en-US"/>
        </a:p>
      </dgm:t>
    </dgm:pt>
    <dgm:pt modelId="{9377C7DC-CA9A-41A8-B8A1-E67F9E69A986}">
      <dgm:prSet/>
      <dgm:spPr/>
      <dgm:t>
        <a:bodyPr/>
        <a:lstStyle/>
        <a:p>
          <a:r>
            <a:rPr lang="en-US"/>
            <a:t>The table shows your hostname to put in next to your name</a:t>
          </a:r>
        </a:p>
      </dgm:t>
    </dgm:pt>
    <dgm:pt modelId="{BAB232AB-B3B8-456E-A457-B18D3AD82649}" type="parTrans" cxnId="{F5091096-CF9F-45CB-9F7C-273A63FC89DE}">
      <dgm:prSet/>
      <dgm:spPr/>
      <dgm:t>
        <a:bodyPr/>
        <a:lstStyle/>
        <a:p>
          <a:endParaRPr lang="en-US"/>
        </a:p>
      </dgm:t>
    </dgm:pt>
    <dgm:pt modelId="{0ED28154-23B7-412E-89B7-0F23BAAD0C75}" type="sibTrans" cxnId="{F5091096-CF9F-45CB-9F7C-273A63FC89DE}">
      <dgm:prSet/>
      <dgm:spPr/>
      <dgm:t>
        <a:bodyPr/>
        <a:lstStyle/>
        <a:p>
          <a:endParaRPr lang="en-US"/>
        </a:p>
      </dgm:t>
    </dgm:pt>
    <dgm:pt modelId="{DCEB3299-4AD1-4EA2-A1FE-8116E97303D5}" type="pres">
      <dgm:prSet presAssocID="{550995BD-7A05-40C2-9BD7-8357F20E438C}" presName="hierChild1" presStyleCnt="0">
        <dgm:presLayoutVars>
          <dgm:chPref val="1"/>
          <dgm:dir/>
          <dgm:animOne val="branch"/>
          <dgm:animLvl val="lvl"/>
          <dgm:resizeHandles/>
        </dgm:presLayoutVars>
      </dgm:prSet>
      <dgm:spPr/>
    </dgm:pt>
    <dgm:pt modelId="{38CE7D78-9F41-4C31-929A-51120DC3BAE9}" type="pres">
      <dgm:prSet presAssocID="{48CA91B8-ECF0-4A9A-837C-80FCEADA33F0}" presName="hierRoot1" presStyleCnt="0"/>
      <dgm:spPr/>
    </dgm:pt>
    <dgm:pt modelId="{8A16672D-FD93-40E3-A9E5-BC859BF5348C}" type="pres">
      <dgm:prSet presAssocID="{48CA91B8-ECF0-4A9A-837C-80FCEADA33F0}" presName="composite" presStyleCnt="0"/>
      <dgm:spPr/>
    </dgm:pt>
    <dgm:pt modelId="{65D41206-064E-46D6-8B2E-7D7793CC8D86}" type="pres">
      <dgm:prSet presAssocID="{48CA91B8-ECF0-4A9A-837C-80FCEADA33F0}" presName="background" presStyleLbl="node0" presStyleIdx="0" presStyleCnt="2"/>
      <dgm:spPr/>
    </dgm:pt>
    <dgm:pt modelId="{AFAD4691-AB8C-4B4F-A8AC-49C02BDA9FE9}" type="pres">
      <dgm:prSet presAssocID="{48CA91B8-ECF0-4A9A-837C-80FCEADA33F0}" presName="text" presStyleLbl="fgAcc0" presStyleIdx="0" presStyleCnt="2">
        <dgm:presLayoutVars>
          <dgm:chPref val="3"/>
        </dgm:presLayoutVars>
      </dgm:prSet>
      <dgm:spPr/>
    </dgm:pt>
    <dgm:pt modelId="{6E58294B-CA36-4840-940A-1976159D15AB}" type="pres">
      <dgm:prSet presAssocID="{48CA91B8-ECF0-4A9A-837C-80FCEADA33F0}" presName="hierChild2" presStyleCnt="0"/>
      <dgm:spPr/>
    </dgm:pt>
    <dgm:pt modelId="{8057F6B8-879D-42B1-8909-F5B5D1FBFB28}" type="pres">
      <dgm:prSet presAssocID="{9377C7DC-CA9A-41A8-B8A1-E67F9E69A986}" presName="hierRoot1" presStyleCnt="0"/>
      <dgm:spPr/>
    </dgm:pt>
    <dgm:pt modelId="{DA329D47-FC7F-41F3-9171-4D60E3F8B015}" type="pres">
      <dgm:prSet presAssocID="{9377C7DC-CA9A-41A8-B8A1-E67F9E69A986}" presName="composite" presStyleCnt="0"/>
      <dgm:spPr/>
    </dgm:pt>
    <dgm:pt modelId="{2AAEA673-61BA-4369-9137-CD77893F57C9}" type="pres">
      <dgm:prSet presAssocID="{9377C7DC-CA9A-41A8-B8A1-E67F9E69A986}" presName="background" presStyleLbl="node0" presStyleIdx="1" presStyleCnt="2"/>
      <dgm:spPr/>
    </dgm:pt>
    <dgm:pt modelId="{5754F7F6-96D6-4845-8EF9-AB0589A3990E}" type="pres">
      <dgm:prSet presAssocID="{9377C7DC-CA9A-41A8-B8A1-E67F9E69A986}" presName="text" presStyleLbl="fgAcc0" presStyleIdx="1" presStyleCnt="2">
        <dgm:presLayoutVars>
          <dgm:chPref val="3"/>
        </dgm:presLayoutVars>
      </dgm:prSet>
      <dgm:spPr/>
    </dgm:pt>
    <dgm:pt modelId="{7F9814DD-95A0-47AC-9672-A58FB20C2E03}" type="pres">
      <dgm:prSet presAssocID="{9377C7DC-CA9A-41A8-B8A1-E67F9E69A986}" presName="hierChild2" presStyleCnt="0"/>
      <dgm:spPr/>
    </dgm:pt>
  </dgm:ptLst>
  <dgm:cxnLst>
    <dgm:cxn modelId="{9754902D-AA78-45FF-8DD0-33F771665784}" type="presOf" srcId="{9377C7DC-CA9A-41A8-B8A1-E67F9E69A986}" destId="{5754F7F6-96D6-4845-8EF9-AB0589A3990E}" srcOrd="0" destOrd="0" presId="urn:microsoft.com/office/officeart/2005/8/layout/hierarchy1"/>
    <dgm:cxn modelId="{F5091096-CF9F-45CB-9F7C-273A63FC89DE}" srcId="{550995BD-7A05-40C2-9BD7-8357F20E438C}" destId="{9377C7DC-CA9A-41A8-B8A1-E67F9E69A986}" srcOrd="1" destOrd="0" parTransId="{BAB232AB-B3B8-456E-A457-B18D3AD82649}" sibTransId="{0ED28154-23B7-412E-89B7-0F23BAAD0C75}"/>
    <dgm:cxn modelId="{02DBE5A1-EEAF-42BB-A0AA-4D9A0304C47A}" srcId="{550995BD-7A05-40C2-9BD7-8357F20E438C}" destId="{48CA91B8-ECF0-4A9A-837C-80FCEADA33F0}" srcOrd="0" destOrd="0" parTransId="{DA944A66-6739-4325-99D0-A356A0E0F75D}" sibTransId="{D462609E-2AB3-43A5-8112-6309B6D25836}"/>
    <dgm:cxn modelId="{62E04EB5-B6D1-45D0-9C88-FDC71D0EBE1E}" type="presOf" srcId="{48CA91B8-ECF0-4A9A-837C-80FCEADA33F0}" destId="{AFAD4691-AB8C-4B4F-A8AC-49C02BDA9FE9}" srcOrd="0" destOrd="0" presId="urn:microsoft.com/office/officeart/2005/8/layout/hierarchy1"/>
    <dgm:cxn modelId="{E70DBFFC-1E06-485B-8D00-1339D061B8BE}" type="presOf" srcId="{550995BD-7A05-40C2-9BD7-8357F20E438C}" destId="{DCEB3299-4AD1-4EA2-A1FE-8116E97303D5}" srcOrd="0" destOrd="0" presId="urn:microsoft.com/office/officeart/2005/8/layout/hierarchy1"/>
    <dgm:cxn modelId="{5FB05DF6-DCD0-41B0-A9C6-6A17FD27C6F5}" type="presParOf" srcId="{DCEB3299-4AD1-4EA2-A1FE-8116E97303D5}" destId="{38CE7D78-9F41-4C31-929A-51120DC3BAE9}" srcOrd="0" destOrd="0" presId="urn:microsoft.com/office/officeart/2005/8/layout/hierarchy1"/>
    <dgm:cxn modelId="{8CBF2331-D489-4FF7-9595-39DB0909F89C}" type="presParOf" srcId="{38CE7D78-9F41-4C31-929A-51120DC3BAE9}" destId="{8A16672D-FD93-40E3-A9E5-BC859BF5348C}" srcOrd="0" destOrd="0" presId="urn:microsoft.com/office/officeart/2005/8/layout/hierarchy1"/>
    <dgm:cxn modelId="{3793EE60-7768-4070-8664-F7F3F78219A0}" type="presParOf" srcId="{8A16672D-FD93-40E3-A9E5-BC859BF5348C}" destId="{65D41206-064E-46D6-8B2E-7D7793CC8D86}" srcOrd="0" destOrd="0" presId="urn:microsoft.com/office/officeart/2005/8/layout/hierarchy1"/>
    <dgm:cxn modelId="{2B488E5E-C733-456C-BE4B-5B882F216B82}" type="presParOf" srcId="{8A16672D-FD93-40E3-A9E5-BC859BF5348C}" destId="{AFAD4691-AB8C-4B4F-A8AC-49C02BDA9FE9}" srcOrd="1" destOrd="0" presId="urn:microsoft.com/office/officeart/2005/8/layout/hierarchy1"/>
    <dgm:cxn modelId="{739B58E5-7801-40A6-A662-CCCC67223355}" type="presParOf" srcId="{38CE7D78-9F41-4C31-929A-51120DC3BAE9}" destId="{6E58294B-CA36-4840-940A-1976159D15AB}" srcOrd="1" destOrd="0" presId="urn:microsoft.com/office/officeart/2005/8/layout/hierarchy1"/>
    <dgm:cxn modelId="{D7E45473-B7DC-414B-9932-BE5D60869C2B}" type="presParOf" srcId="{DCEB3299-4AD1-4EA2-A1FE-8116E97303D5}" destId="{8057F6B8-879D-42B1-8909-F5B5D1FBFB28}" srcOrd="1" destOrd="0" presId="urn:microsoft.com/office/officeart/2005/8/layout/hierarchy1"/>
    <dgm:cxn modelId="{4E969806-13DE-401B-AB29-93FEA0F49F5F}" type="presParOf" srcId="{8057F6B8-879D-42B1-8909-F5B5D1FBFB28}" destId="{DA329D47-FC7F-41F3-9171-4D60E3F8B015}" srcOrd="0" destOrd="0" presId="urn:microsoft.com/office/officeart/2005/8/layout/hierarchy1"/>
    <dgm:cxn modelId="{AB450A69-CEE3-473B-9E0B-7A2891E2001B}" type="presParOf" srcId="{DA329D47-FC7F-41F3-9171-4D60E3F8B015}" destId="{2AAEA673-61BA-4369-9137-CD77893F57C9}" srcOrd="0" destOrd="0" presId="urn:microsoft.com/office/officeart/2005/8/layout/hierarchy1"/>
    <dgm:cxn modelId="{B5461D77-A0AD-470B-8B8B-39906EA7F8A1}" type="presParOf" srcId="{DA329D47-FC7F-41F3-9171-4D60E3F8B015}" destId="{5754F7F6-96D6-4845-8EF9-AB0589A3990E}" srcOrd="1" destOrd="0" presId="urn:microsoft.com/office/officeart/2005/8/layout/hierarchy1"/>
    <dgm:cxn modelId="{5D060BA6-FCD0-4606-A130-0920CC1B50E5}" type="presParOf" srcId="{8057F6B8-879D-42B1-8909-F5B5D1FBFB28}" destId="{7F9814DD-95A0-47AC-9672-A58FB20C2E03}" srcOrd="1" destOrd="0" presId="urn:microsoft.com/office/officeart/2005/8/layout/hierarchy1"/>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8.xml><?xml version="1.0" encoding="utf-8"?>
<dgm:dataModel xmlns:dgm="http://schemas.openxmlformats.org/drawingml/2006/diagram" xmlns:a="http://schemas.openxmlformats.org/drawingml/2006/main">
  <dgm:ptLst>
    <dgm:pt modelId="{08F6DB03-F2E7-4118-A155-8220806A29B1}" type="doc">
      <dgm:prSet loTypeId="urn:microsoft.com/office/officeart/2016/7/layout/VerticalDownArrowProcess" loCatId="process" qsTypeId="urn:microsoft.com/office/officeart/2005/8/quickstyle/simple5" qsCatId="simple" csTypeId="urn:microsoft.com/office/officeart/2005/8/colors/colorful5" csCatId="colorful" phldr="1"/>
      <dgm:spPr/>
      <dgm:t>
        <a:bodyPr/>
        <a:lstStyle/>
        <a:p>
          <a:endParaRPr lang="en-US"/>
        </a:p>
      </dgm:t>
    </dgm:pt>
    <dgm:pt modelId="{663B5163-2DF7-42EE-802F-F5E4167FC32F}">
      <dgm:prSet/>
      <dgm:spPr/>
      <dgm:t>
        <a:bodyPr/>
        <a:lstStyle/>
        <a:p>
          <a:pPr>
            <a:defRPr b="1"/>
          </a:pPr>
          <a:r>
            <a:rPr lang="en-US"/>
            <a:t>Find someone in your group and try to ping their new IP</a:t>
          </a:r>
        </a:p>
      </dgm:t>
    </dgm:pt>
    <dgm:pt modelId="{61554EB9-9DDC-4CD0-A921-359385A539FE}" type="parTrans" cxnId="{1E9B5886-41BA-488C-9BD6-09D6CF2FAA8A}">
      <dgm:prSet/>
      <dgm:spPr/>
      <dgm:t>
        <a:bodyPr/>
        <a:lstStyle/>
        <a:p>
          <a:endParaRPr lang="en-US"/>
        </a:p>
      </dgm:t>
    </dgm:pt>
    <dgm:pt modelId="{64CBBBF5-7B21-4674-954D-A88FFC1A4C46}" type="sibTrans" cxnId="{1E9B5886-41BA-488C-9BD6-09D6CF2FAA8A}">
      <dgm:prSet/>
      <dgm:spPr/>
      <dgm:t>
        <a:bodyPr/>
        <a:lstStyle/>
        <a:p>
          <a:endParaRPr lang="en-US"/>
        </a:p>
      </dgm:t>
    </dgm:pt>
    <dgm:pt modelId="{9AB0C959-1E2E-44EB-B434-5E59CE6CBE1E}">
      <dgm:prSet/>
      <dgm:spPr/>
      <dgm:t>
        <a:bodyPr/>
        <a:lstStyle/>
        <a:p>
          <a:pPr rtl="0"/>
          <a:r>
            <a:rPr lang="en-US"/>
            <a:t>"ping 192.168.xx.xxx" </a:t>
          </a:r>
          <a:br>
            <a:rPr lang="en-US"/>
          </a:br>
          <a:endParaRPr lang="en-US">
            <a:latin typeface="Aptos Display" panose="020F0302020204030204"/>
          </a:endParaRPr>
        </a:p>
      </dgm:t>
    </dgm:pt>
    <dgm:pt modelId="{BB99EE6D-A521-4952-9317-90D7EE9282CB}" type="parTrans" cxnId="{01900681-A431-44B7-B14F-73FC99C52195}">
      <dgm:prSet/>
      <dgm:spPr/>
      <dgm:t>
        <a:bodyPr/>
        <a:lstStyle/>
        <a:p>
          <a:endParaRPr lang="en-US"/>
        </a:p>
      </dgm:t>
    </dgm:pt>
    <dgm:pt modelId="{AAE8C08C-E3DF-467C-A9A0-7BF46E757D2C}" type="sibTrans" cxnId="{01900681-A431-44B7-B14F-73FC99C52195}">
      <dgm:prSet/>
      <dgm:spPr/>
      <dgm:t>
        <a:bodyPr/>
        <a:lstStyle/>
        <a:p>
          <a:endParaRPr lang="en-US"/>
        </a:p>
      </dgm:t>
    </dgm:pt>
    <dgm:pt modelId="{F4AFC367-DEFB-43F9-8F7B-32B97EF4E96F}">
      <dgm:prSet/>
      <dgm:spPr/>
      <dgm:t>
        <a:bodyPr/>
        <a:lstStyle/>
        <a:p>
          <a:pPr>
            <a:defRPr b="1"/>
          </a:pPr>
          <a:r>
            <a:rPr lang="en-US"/>
            <a:t>Get a group member's IP and "traceroute &lt;insert their IP&gt;</a:t>
          </a:r>
        </a:p>
      </dgm:t>
    </dgm:pt>
    <dgm:pt modelId="{3FB7CD97-F2FE-4AA0-85ED-EB3C475988C8}" type="parTrans" cxnId="{2C26C60D-8FD5-4358-A8C1-CAE4AF4BD006}">
      <dgm:prSet/>
      <dgm:spPr/>
      <dgm:t>
        <a:bodyPr/>
        <a:lstStyle/>
        <a:p>
          <a:endParaRPr lang="en-US"/>
        </a:p>
      </dgm:t>
    </dgm:pt>
    <dgm:pt modelId="{DC3BEEAD-4D0D-49E9-834D-59CB48AF6108}" type="sibTrans" cxnId="{2C26C60D-8FD5-4358-A8C1-CAE4AF4BD006}">
      <dgm:prSet/>
      <dgm:spPr/>
      <dgm:t>
        <a:bodyPr/>
        <a:lstStyle/>
        <a:p>
          <a:endParaRPr lang="en-US"/>
        </a:p>
      </dgm:t>
    </dgm:pt>
    <dgm:pt modelId="{4243BA70-3FEB-4908-8600-85093198C7D5}">
      <dgm:prSet/>
      <dgm:spPr/>
      <dgm:t>
        <a:bodyPr/>
        <a:lstStyle/>
        <a:p>
          <a:r>
            <a:rPr lang="en-US"/>
            <a:t>What do you notice?</a:t>
          </a:r>
        </a:p>
      </dgm:t>
    </dgm:pt>
    <dgm:pt modelId="{4F97758D-EF8E-4BAB-BD32-FA9B12BE8740}" type="parTrans" cxnId="{DBE48E57-AE27-4D59-8077-CAE41728BA29}">
      <dgm:prSet/>
      <dgm:spPr/>
      <dgm:t>
        <a:bodyPr/>
        <a:lstStyle/>
        <a:p>
          <a:endParaRPr lang="en-US"/>
        </a:p>
      </dgm:t>
    </dgm:pt>
    <dgm:pt modelId="{15846F97-7BC5-4C4F-BD02-B65E4EAA37FC}" type="sibTrans" cxnId="{DBE48E57-AE27-4D59-8077-CAE41728BA29}">
      <dgm:prSet/>
      <dgm:spPr/>
      <dgm:t>
        <a:bodyPr/>
        <a:lstStyle/>
        <a:p>
          <a:endParaRPr lang="en-US"/>
        </a:p>
      </dgm:t>
    </dgm:pt>
    <dgm:pt modelId="{7FE611BA-2B10-4BAB-BB07-544C501735A9}">
      <dgm:prSet phldrT="[Text]" phldr="0"/>
      <dgm:spPr/>
      <dgm:t>
        <a:bodyPr/>
        <a:lstStyle/>
        <a:p>
          <a:r>
            <a:rPr lang="en-US"/>
            <a:t>What </a:t>
          </a:r>
          <a:r>
            <a:rPr lang="en-US">
              <a:latin typeface="Aptos Display" panose="020F0302020204030204"/>
            </a:rPr>
            <a:t>happened?</a:t>
          </a:r>
          <a:endParaRPr lang="en-US"/>
        </a:p>
      </dgm:t>
    </dgm:pt>
    <dgm:pt modelId="{EE12EFD1-3931-4506-8D46-9449B887E4E9}" type="parTrans" cxnId="{C0C90E30-C7A6-426B-A04B-6E02728BDE40}">
      <dgm:prSet/>
      <dgm:spPr/>
    </dgm:pt>
    <dgm:pt modelId="{816D0045-B445-41C2-BB0B-12B233EFEAFF}" type="sibTrans" cxnId="{C0C90E30-C7A6-426B-A04B-6E02728BDE40}">
      <dgm:prSet/>
      <dgm:spPr/>
    </dgm:pt>
    <dgm:pt modelId="{06387184-2C14-43A4-82DC-402102C70CBB}" type="pres">
      <dgm:prSet presAssocID="{08F6DB03-F2E7-4118-A155-8220806A29B1}" presName="Name0" presStyleCnt="0">
        <dgm:presLayoutVars>
          <dgm:dir/>
          <dgm:animLvl val="lvl"/>
          <dgm:resizeHandles val="exact"/>
        </dgm:presLayoutVars>
      </dgm:prSet>
      <dgm:spPr/>
    </dgm:pt>
    <dgm:pt modelId="{8D336EA9-3AA0-4D53-9C80-077A9CB39BB3}" type="pres">
      <dgm:prSet presAssocID="{F4AFC367-DEFB-43F9-8F7B-32B97EF4E96F}" presName="boxAndChildren" presStyleCnt="0"/>
      <dgm:spPr/>
    </dgm:pt>
    <dgm:pt modelId="{30521058-E4C5-4342-9388-78331E9417ED}" type="pres">
      <dgm:prSet presAssocID="{F4AFC367-DEFB-43F9-8F7B-32B97EF4E96F}" presName="parentTextBox" presStyleLbl="alignNode1" presStyleIdx="0" presStyleCnt="2"/>
      <dgm:spPr/>
    </dgm:pt>
    <dgm:pt modelId="{DDAC4C26-5A7C-421E-BE6A-A2725A8681E5}" type="pres">
      <dgm:prSet presAssocID="{F4AFC367-DEFB-43F9-8F7B-32B97EF4E96F}" presName="descendantBox" presStyleLbl="bgAccFollowNode1" presStyleIdx="0" presStyleCnt="2"/>
      <dgm:spPr/>
    </dgm:pt>
    <dgm:pt modelId="{51D8E68E-456E-479B-98CE-79C252D9971E}" type="pres">
      <dgm:prSet presAssocID="{64CBBBF5-7B21-4674-954D-A88FFC1A4C46}" presName="sp" presStyleCnt="0"/>
      <dgm:spPr/>
    </dgm:pt>
    <dgm:pt modelId="{4FB9686B-92E0-438E-8084-B16E588FE474}" type="pres">
      <dgm:prSet presAssocID="{663B5163-2DF7-42EE-802F-F5E4167FC32F}" presName="arrowAndChildren" presStyleCnt="0"/>
      <dgm:spPr/>
    </dgm:pt>
    <dgm:pt modelId="{5F88533B-5B57-449A-94BC-F1244637A4BF}" type="pres">
      <dgm:prSet presAssocID="{663B5163-2DF7-42EE-802F-F5E4167FC32F}" presName="parentTextArrow" presStyleLbl="node1" presStyleIdx="0" presStyleCnt="0"/>
      <dgm:spPr/>
    </dgm:pt>
    <dgm:pt modelId="{D1DE5671-CED3-429C-8DA1-78517E1BDC82}" type="pres">
      <dgm:prSet presAssocID="{663B5163-2DF7-42EE-802F-F5E4167FC32F}" presName="arrow" presStyleLbl="alignNode1" presStyleIdx="1" presStyleCnt="2"/>
      <dgm:spPr/>
    </dgm:pt>
    <dgm:pt modelId="{8EA61E42-CC3E-49F9-918E-E3DA2B152B0D}" type="pres">
      <dgm:prSet presAssocID="{663B5163-2DF7-42EE-802F-F5E4167FC32F}" presName="descendantArrow" presStyleLbl="bgAccFollowNode1" presStyleIdx="1" presStyleCnt="2"/>
      <dgm:spPr/>
    </dgm:pt>
  </dgm:ptLst>
  <dgm:cxnLst>
    <dgm:cxn modelId="{2C26C60D-8FD5-4358-A8C1-CAE4AF4BD006}" srcId="{08F6DB03-F2E7-4118-A155-8220806A29B1}" destId="{F4AFC367-DEFB-43F9-8F7B-32B97EF4E96F}" srcOrd="1" destOrd="0" parTransId="{3FB7CD97-F2FE-4AA0-85ED-EB3C475988C8}" sibTransId="{DC3BEEAD-4D0D-49E9-834D-59CB48AF6108}"/>
    <dgm:cxn modelId="{C0C90E30-C7A6-426B-A04B-6E02728BDE40}" srcId="{663B5163-2DF7-42EE-802F-F5E4167FC32F}" destId="{7FE611BA-2B10-4BAB-BB07-544C501735A9}" srcOrd="1" destOrd="0" parTransId="{EE12EFD1-3931-4506-8D46-9449B887E4E9}" sibTransId="{816D0045-B445-41C2-BB0B-12B233EFEAFF}"/>
    <dgm:cxn modelId="{81659040-DDDE-4117-9DFC-3C826B082D9E}" type="presOf" srcId="{F4AFC367-DEFB-43F9-8F7B-32B97EF4E96F}" destId="{30521058-E4C5-4342-9388-78331E9417ED}" srcOrd="0" destOrd="0" presId="urn:microsoft.com/office/officeart/2016/7/layout/VerticalDownArrowProcess"/>
    <dgm:cxn modelId="{C4ED9060-8128-4B89-92D0-7CC81F1578CB}" type="presOf" srcId="{4243BA70-3FEB-4908-8600-85093198C7D5}" destId="{DDAC4C26-5A7C-421E-BE6A-A2725A8681E5}" srcOrd="0" destOrd="0" presId="urn:microsoft.com/office/officeart/2016/7/layout/VerticalDownArrowProcess"/>
    <dgm:cxn modelId="{BE467E43-1071-420E-9FAD-40033A7E54B8}" type="presOf" srcId="{08F6DB03-F2E7-4118-A155-8220806A29B1}" destId="{06387184-2C14-43A4-82DC-402102C70CBB}" srcOrd="0" destOrd="0" presId="urn:microsoft.com/office/officeart/2016/7/layout/VerticalDownArrowProcess"/>
    <dgm:cxn modelId="{DBE48E57-AE27-4D59-8077-CAE41728BA29}" srcId="{F4AFC367-DEFB-43F9-8F7B-32B97EF4E96F}" destId="{4243BA70-3FEB-4908-8600-85093198C7D5}" srcOrd="0" destOrd="0" parTransId="{4F97758D-EF8E-4BAB-BD32-FA9B12BE8740}" sibTransId="{15846F97-7BC5-4C4F-BD02-B65E4EAA37FC}"/>
    <dgm:cxn modelId="{01900681-A431-44B7-B14F-73FC99C52195}" srcId="{663B5163-2DF7-42EE-802F-F5E4167FC32F}" destId="{9AB0C959-1E2E-44EB-B434-5E59CE6CBE1E}" srcOrd="0" destOrd="0" parTransId="{BB99EE6D-A521-4952-9317-90D7EE9282CB}" sibTransId="{AAE8C08C-E3DF-467C-A9A0-7BF46E757D2C}"/>
    <dgm:cxn modelId="{1E9B5886-41BA-488C-9BD6-09D6CF2FAA8A}" srcId="{08F6DB03-F2E7-4118-A155-8220806A29B1}" destId="{663B5163-2DF7-42EE-802F-F5E4167FC32F}" srcOrd="0" destOrd="0" parTransId="{61554EB9-9DDC-4CD0-A921-359385A539FE}" sibTransId="{64CBBBF5-7B21-4674-954D-A88FFC1A4C46}"/>
    <dgm:cxn modelId="{C05C1694-BAF4-4DC8-B2E3-E026AA2C8CD2}" type="presOf" srcId="{663B5163-2DF7-42EE-802F-F5E4167FC32F}" destId="{5F88533B-5B57-449A-94BC-F1244637A4BF}" srcOrd="0" destOrd="0" presId="urn:microsoft.com/office/officeart/2016/7/layout/VerticalDownArrowProcess"/>
    <dgm:cxn modelId="{C12ADAA4-B03F-48BA-9040-2B2B3F2B3C48}" type="presOf" srcId="{663B5163-2DF7-42EE-802F-F5E4167FC32F}" destId="{D1DE5671-CED3-429C-8DA1-78517E1BDC82}" srcOrd="1" destOrd="0" presId="urn:microsoft.com/office/officeart/2016/7/layout/VerticalDownArrowProcess"/>
    <dgm:cxn modelId="{3D0E05CF-F86E-4212-81B1-F5880249D6A8}" type="presOf" srcId="{9AB0C959-1E2E-44EB-B434-5E59CE6CBE1E}" destId="{8EA61E42-CC3E-49F9-918E-E3DA2B152B0D}" srcOrd="0" destOrd="0" presId="urn:microsoft.com/office/officeart/2016/7/layout/VerticalDownArrowProcess"/>
    <dgm:cxn modelId="{57A678E9-3BC1-412C-AEF7-42F7A3148478}" type="presOf" srcId="{7FE611BA-2B10-4BAB-BB07-544C501735A9}" destId="{8EA61E42-CC3E-49F9-918E-E3DA2B152B0D}" srcOrd="0" destOrd="1" presId="urn:microsoft.com/office/officeart/2016/7/layout/VerticalDownArrowProcess"/>
    <dgm:cxn modelId="{96F1F8A1-72CC-460A-802D-8972E193DA20}" type="presParOf" srcId="{06387184-2C14-43A4-82DC-402102C70CBB}" destId="{8D336EA9-3AA0-4D53-9C80-077A9CB39BB3}" srcOrd="0" destOrd="0" presId="urn:microsoft.com/office/officeart/2016/7/layout/VerticalDownArrowProcess"/>
    <dgm:cxn modelId="{61D4E826-D416-4ABA-992E-06AB17804531}" type="presParOf" srcId="{8D336EA9-3AA0-4D53-9C80-077A9CB39BB3}" destId="{30521058-E4C5-4342-9388-78331E9417ED}" srcOrd="0" destOrd="0" presId="urn:microsoft.com/office/officeart/2016/7/layout/VerticalDownArrowProcess"/>
    <dgm:cxn modelId="{3DEA095C-504C-4DF3-A432-717B5E84CD56}" type="presParOf" srcId="{8D336EA9-3AA0-4D53-9C80-077A9CB39BB3}" destId="{DDAC4C26-5A7C-421E-BE6A-A2725A8681E5}" srcOrd="1" destOrd="0" presId="urn:microsoft.com/office/officeart/2016/7/layout/VerticalDownArrowProcess"/>
    <dgm:cxn modelId="{77B3E2F5-56DD-4889-85D9-8857A8ADB737}" type="presParOf" srcId="{06387184-2C14-43A4-82DC-402102C70CBB}" destId="{51D8E68E-456E-479B-98CE-79C252D9971E}" srcOrd="1" destOrd="0" presId="urn:microsoft.com/office/officeart/2016/7/layout/VerticalDownArrowProcess"/>
    <dgm:cxn modelId="{8B04B388-7EA7-45AE-BAE1-66FB14EF34BD}" type="presParOf" srcId="{06387184-2C14-43A4-82DC-402102C70CBB}" destId="{4FB9686B-92E0-438E-8084-B16E588FE474}" srcOrd="2" destOrd="0" presId="urn:microsoft.com/office/officeart/2016/7/layout/VerticalDownArrowProcess"/>
    <dgm:cxn modelId="{4DEE5520-091F-4FE6-93A3-3430931C5A46}" type="presParOf" srcId="{4FB9686B-92E0-438E-8084-B16E588FE474}" destId="{5F88533B-5B57-449A-94BC-F1244637A4BF}" srcOrd="0" destOrd="0" presId="urn:microsoft.com/office/officeart/2016/7/layout/VerticalDownArrowProcess"/>
    <dgm:cxn modelId="{437E182D-AD71-4CBC-848D-E976771519E5}" type="presParOf" srcId="{4FB9686B-92E0-438E-8084-B16E588FE474}" destId="{D1DE5671-CED3-429C-8DA1-78517E1BDC82}" srcOrd="1" destOrd="0" presId="urn:microsoft.com/office/officeart/2016/7/layout/VerticalDownArrowProcess"/>
    <dgm:cxn modelId="{D2210A3E-0C17-4A5D-8328-D2E043D0CB13}" type="presParOf" srcId="{4FB9686B-92E0-438E-8084-B16E588FE474}" destId="{8EA61E42-CC3E-49F9-918E-E3DA2B152B0D}" srcOrd="2" destOrd="0" presId="urn:microsoft.com/office/officeart/2016/7/layout/VerticalDownArrowProcess"/>
  </dgm:cxnLst>
  <dgm:bg/>
  <dgm:whole/>
  <dgm:extLst>
    <a:ext uri="http://schemas.microsoft.com/office/drawing/2008/diagram">
      <dsp:dataModelExt xmlns:dsp="http://schemas.microsoft.com/office/drawing/2008/diagram" relId="rId8" minVer="http://schemas.openxmlformats.org/drawingml/2006/diagram"/>
    </a:ext>
  </dgm:extLst>
</dgm:dataModel>
</file>

<file path=ppt/diagrams/data19.xml><?xml version="1.0" encoding="utf-8"?>
<dgm:dataModel xmlns:dgm="http://schemas.openxmlformats.org/drawingml/2006/diagram" xmlns:a="http://schemas.openxmlformats.org/drawingml/2006/main">
  <dgm:ptLst>
    <dgm:pt modelId="{9A45A3AA-7ECD-4FB1-8916-C07D437A78FF}" type="doc">
      <dgm:prSet loTypeId="urn:microsoft.com/office/officeart/2018/2/layout/IconVerticalSolidList" loCatId="icon" qsTypeId="urn:microsoft.com/office/officeart/2005/8/quickstyle/simple1" qsCatId="simple" csTypeId="urn:microsoft.com/office/officeart/2005/8/colors/accent1_2" csCatId="accent1" phldr="1"/>
      <dgm:spPr/>
      <dgm:t>
        <a:bodyPr/>
        <a:lstStyle/>
        <a:p>
          <a:endParaRPr lang="en-US"/>
        </a:p>
      </dgm:t>
    </dgm:pt>
    <dgm:pt modelId="{806BAAC6-E350-4DF0-B225-ACE0A1359760}">
      <dgm:prSet/>
      <dgm:spPr/>
      <dgm:t>
        <a:bodyPr/>
        <a:lstStyle/>
        <a:p>
          <a:pPr>
            <a:lnSpc>
              <a:spcPct val="100000"/>
            </a:lnSpc>
          </a:pPr>
          <a:r>
            <a:rPr lang="en-US"/>
            <a:t>IP is the post office, port is the specific mailbox</a:t>
          </a:r>
        </a:p>
      </dgm:t>
    </dgm:pt>
    <dgm:pt modelId="{20FDA941-DAA2-43C4-99DF-0574C9A3E3C9}" type="parTrans" cxnId="{ECE2679C-3AF1-4EF0-8494-0E7C95522C9E}">
      <dgm:prSet/>
      <dgm:spPr/>
      <dgm:t>
        <a:bodyPr/>
        <a:lstStyle/>
        <a:p>
          <a:endParaRPr lang="en-US"/>
        </a:p>
      </dgm:t>
    </dgm:pt>
    <dgm:pt modelId="{9F5AD2C2-BEAE-4145-84CF-1146B65BC985}" type="sibTrans" cxnId="{ECE2679C-3AF1-4EF0-8494-0E7C95522C9E}">
      <dgm:prSet/>
      <dgm:spPr/>
      <dgm:t>
        <a:bodyPr/>
        <a:lstStyle/>
        <a:p>
          <a:endParaRPr lang="en-US"/>
        </a:p>
      </dgm:t>
    </dgm:pt>
    <dgm:pt modelId="{F4991A6A-3130-4291-A759-F10BE80A1633}">
      <dgm:prSet/>
      <dgm:spPr/>
      <dgm:t>
        <a:bodyPr/>
        <a:lstStyle/>
        <a:p>
          <a:pPr>
            <a:lnSpc>
              <a:spcPct val="100000"/>
            </a:lnSpc>
          </a:pPr>
          <a:r>
            <a:rPr lang="en-US"/>
            <a:t>Hosts specific computer program</a:t>
          </a:r>
        </a:p>
      </dgm:t>
    </dgm:pt>
    <dgm:pt modelId="{40F68D97-9DD9-4342-9845-4165960746ED}" type="parTrans" cxnId="{E9E98F63-D050-4EF8-9E86-5E0A9F1BC36D}">
      <dgm:prSet/>
      <dgm:spPr/>
      <dgm:t>
        <a:bodyPr/>
        <a:lstStyle/>
        <a:p>
          <a:endParaRPr lang="en-US"/>
        </a:p>
      </dgm:t>
    </dgm:pt>
    <dgm:pt modelId="{9E0CD85E-0547-4008-99E4-8A9D83A3E970}" type="sibTrans" cxnId="{E9E98F63-D050-4EF8-9E86-5E0A9F1BC36D}">
      <dgm:prSet/>
      <dgm:spPr/>
      <dgm:t>
        <a:bodyPr/>
        <a:lstStyle/>
        <a:p>
          <a:endParaRPr lang="en-US"/>
        </a:p>
      </dgm:t>
    </dgm:pt>
    <dgm:pt modelId="{37EBCC20-D69A-43D4-B1C2-3FA34BD46E63}">
      <dgm:prSet/>
      <dgm:spPr/>
      <dgm:t>
        <a:bodyPr/>
        <a:lstStyle/>
        <a:p>
          <a:pPr>
            <a:lnSpc>
              <a:spcPct val="100000"/>
            </a:lnSpc>
          </a:pPr>
          <a:r>
            <a:rPr lang="en-US"/>
            <a:t>Common ports; 433, 80, 22</a:t>
          </a:r>
        </a:p>
      </dgm:t>
    </dgm:pt>
    <dgm:pt modelId="{FB9C0F0B-EA4D-40B2-98FC-B75F16E2C741}" type="parTrans" cxnId="{D41CF32F-774A-40E5-9CC8-CB0FA60B4545}">
      <dgm:prSet/>
      <dgm:spPr/>
      <dgm:t>
        <a:bodyPr/>
        <a:lstStyle/>
        <a:p>
          <a:endParaRPr lang="en-US"/>
        </a:p>
      </dgm:t>
    </dgm:pt>
    <dgm:pt modelId="{259DEA1D-561C-4806-AFED-B0B605413EE0}" type="sibTrans" cxnId="{D41CF32F-774A-40E5-9CC8-CB0FA60B4545}">
      <dgm:prSet/>
      <dgm:spPr/>
      <dgm:t>
        <a:bodyPr/>
        <a:lstStyle/>
        <a:p>
          <a:endParaRPr lang="en-US"/>
        </a:p>
      </dgm:t>
    </dgm:pt>
    <dgm:pt modelId="{F863BA1C-0F43-42B0-B7F1-2A697D61B383}">
      <dgm:prSet/>
      <dgm:spPr/>
      <dgm:t>
        <a:bodyPr/>
        <a:lstStyle/>
        <a:p>
          <a:pPr>
            <a:lnSpc>
              <a:spcPct val="100000"/>
            </a:lnSpc>
          </a:pPr>
          <a:r>
            <a:rPr lang="en-US"/>
            <a:t>Socket connection: Both IP and port connected from sender/receiver</a:t>
          </a:r>
        </a:p>
      </dgm:t>
    </dgm:pt>
    <dgm:pt modelId="{92615E15-4F5C-43A0-9726-42EE5F939379}" type="parTrans" cxnId="{1E810953-0358-4DA6-B915-1E29D818668B}">
      <dgm:prSet/>
      <dgm:spPr/>
      <dgm:t>
        <a:bodyPr/>
        <a:lstStyle/>
        <a:p>
          <a:endParaRPr lang="en-US"/>
        </a:p>
      </dgm:t>
    </dgm:pt>
    <dgm:pt modelId="{657ED85D-E3B3-4D4E-916B-F5F7BB2D0FA4}" type="sibTrans" cxnId="{1E810953-0358-4DA6-B915-1E29D818668B}">
      <dgm:prSet/>
      <dgm:spPr/>
      <dgm:t>
        <a:bodyPr/>
        <a:lstStyle/>
        <a:p>
          <a:endParaRPr lang="en-US"/>
        </a:p>
      </dgm:t>
    </dgm:pt>
    <dgm:pt modelId="{89CE84DD-5D8E-4374-9DE3-6BC7E7239FD8}" type="pres">
      <dgm:prSet presAssocID="{9A45A3AA-7ECD-4FB1-8916-C07D437A78FF}" presName="root" presStyleCnt="0">
        <dgm:presLayoutVars>
          <dgm:dir/>
          <dgm:resizeHandles val="exact"/>
        </dgm:presLayoutVars>
      </dgm:prSet>
      <dgm:spPr/>
    </dgm:pt>
    <dgm:pt modelId="{2DF4454D-1C9B-46FC-92D9-23EE45B99388}" type="pres">
      <dgm:prSet presAssocID="{806BAAC6-E350-4DF0-B225-ACE0A1359760}" presName="compNode" presStyleCnt="0"/>
      <dgm:spPr/>
    </dgm:pt>
    <dgm:pt modelId="{EDBDE665-7745-48B9-B958-5D488592BC32}" type="pres">
      <dgm:prSet presAssocID="{806BAAC6-E350-4DF0-B225-ACE0A1359760}" presName="bgRect" presStyleLbl="bgShp" presStyleIdx="0" presStyleCnt="4"/>
      <dgm:spPr/>
    </dgm:pt>
    <dgm:pt modelId="{A75A01BA-9147-4D6B-A905-C774FCCE16AC}" type="pres">
      <dgm:prSet presAssocID="{806BAAC6-E350-4DF0-B225-ACE0A1359760}" presName="iconRect" presStyleLbl="node1" presStyleIdx="0"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dgm:spPr>
      <dgm:extLst>
        <a:ext uri="{E40237B7-FDA0-4F09-8148-C483321AD2D9}">
          <dgm14:cNvPr xmlns:dgm14="http://schemas.microsoft.com/office/drawing/2010/diagram" id="0" name="" descr="Server"/>
        </a:ext>
      </dgm:extLst>
    </dgm:pt>
    <dgm:pt modelId="{5B634C1B-B829-4AFB-BA95-B932F771D3F4}" type="pres">
      <dgm:prSet presAssocID="{806BAAC6-E350-4DF0-B225-ACE0A1359760}" presName="spaceRect" presStyleCnt="0"/>
      <dgm:spPr/>
    </dgm:pt>
    <dgm:pt modelId="{DD4E973F-348B-46BD-B2BD-40F623483003}" type="pres">
      <dgm:prSet presAssocID="{806BAAC6-E350-4DF0-B225-ACE0A1359760}" presName="parTx" presStyleLbl="revTx" presStyleIdx="0" presStyleCnt="4">
        <dgm:presLayoutVars>
          <dgm:chMax val="0"/>
          <dgm:chPref val="0"/>
        </dgm:presLayoutVars>
      </dgm:prSet>
      <dgm:spPr/>
    </dgm:pt>
    <dgm:pt modelId="{D7DA8916-E923-4F49-8112-D821882B4355}" type="pres">
      <dgm:prSet presAssocID="{9F5AD2C2-BEAE-4145-84CF-1146B65BC985}" presName="sibTrans" presStyleCnt="0"/>
      <dgm:spPr/>
    </dgm:pt>
    <dgm:pt modelId="{BA77231C-3C17-4E42-B4DB-04850B515295}" type="pres">
      <dgm:prSet presAssocID="{F4991A6A-3130-4291-A759-F10BE80A1633}" presName="compNode" presStyleCnt="0"/>
      <dgm:spPr/>
    </dgm:pt>
    <dgm:pt modelId="{B97E264B-9DA4-41FF-95CB-1CBC382E7506}" type="pres">
      <dgm:prSet presAssocID="{F4991A6A-3130-4291-A759-F10BE80A1633}" presName="bgRect" presStyleLbl="bgShp" presStyleIdx="1" presStyleCnt="4"/>
      <dgm:spPr/>
    </dgm:pt>
    <dgm:pt modelId="{A3CB300D-6C45-41FE-AEFB-058918C1B2B8}" type="pres">
      <dgm:prSet presAssocID="{F4991A6A-3130-4291-A759-F10BE80A1633}" presName="iconRect" presStyleLbl="node1" presStyleIdx="1"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dgm:spPr>
      <dgm:extLst>
        <a:ext uri="{E40237B7-FDA0-4F09-8148-C483321AD2D9}">
          <dgm14:cNvPr xmlns:dgm14="http://schemas.microsoft.com/office/drawing/2010/diagram" id="0" name="" descr="Computer"/>
        </a:ext>
      </dgm:extLst>
    </dgm:pt>
    <dgm:pt modelId="{E265758A-90F3-405A-9F99-413001284CE6}" type="pres">
      <dgm:prSet presAssocID="{F4991A6A-3130-4291-A759-F10BE80A1633}" presName="spaceRect" presStyleCnt="0"/>
      <dgm:spPr/>
    </dgm:pt>
    <dgm:pt modelId="{9610F766-80C9-4E4F-B060-98DC3AEEC9A4}" type="pres">
      <dgm:prSet presAssocID="{F4991A6A-3130-4291-A759-F10BE80A1633}" presName="parTx" presStyleLbl="revTx" presStyleIdx="1" presStyleCnt="4">
        <dgm:presLayoutVars>
          <dgm:chMax val="0"/>
          <dgm:chPref val="0"/>
        </dgm:presLayoutVars>
      </dgm:prSet>
      <dgm:spPr/>
    </dgm:pt>
    <dgm:pt modelId="{B9EEF9A9-174C-45B2-8DF4-6332B064C03B}" type="pres">
      <dgm:prSet presAssocID="{9E0CD85E-0547-4008-99E4-8A9D83A3E970}" presName="sibTrans" presStyleCnt="0"/>
      <dgm:spPr/>
    </dgm:pt>
    <dgm:pt modelId="{5FFE9ABA-2BA2-4025-88EB-86266DAD1107}" type="pres">
      <dgm:prSet presAssocID="{37EBCC20-D69A-43D4-B1C2-3FA34BD46E63}" presName="compNode" presStyleCnt="0"/>
      <dgm:spPr/>
    </dgm:pt>
    <dgm:pt modelId="{52CD1C79-3112-4F52-B851-EAE4B5AAC731}" type="pres">
      <dgm:prSet presAssocID="{37EBCC20-D69A-43D4-B1C2-3FA34BD46E63}" presName="bgRect" presStyleLbl="bgShp" presStyleIdx="2" presStyleCnt="4"/>
      <dgm:spPr/>
    </dgm:pt>
    <dgm:pt modelId="{469AAA3E-9E7B-4320-BC7C-449CDD4F73FA}" type="pres">
      <dgm:prSet presAssocID="{37EBCC20-D69A-43D4-B1C2-3FA34BD46E63}" presName="iconRect" presStyleLbl="node1" presStyleIdx="2"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dgm:spPr>
      <dgm:extLst>
        <a:ext uri="{E40237B7-FDA0-4F09-8148-C483321AD2D9}">
          <dgm14:cNvPr xmlns:dgm14="http://schemas.microsoft.com/office/drawing/2010/diagram" id="0" name="" descr="Tug boat"/>
        </a:ext>
      </dgm:extLst>
    </dgm:pt>
    <dgm:pt modelId="{24649BBE-DABF-4F89-A3E3-933C7A475FAF}" type="pres">
      <dgm:prSet presAssocID="{37EBCC20-D69A-43D4-B1C2-3FA34BD46E63}" presName="spaceRect" presStyleCnt="0"/>
      <dgm:spPr/>
    </dgm:pt>
    <dgm:pt modelId="{8C99A03A-C361-417D-8705-5FC855330F04}" type="pres">
      <dgm:prSet presAssocID="{37EBCC20-D69A-43D4-B1C2-3FA34BD46E63}" presName="parTx" presStyleLbl="revTx" presStyleIdx="2" presStyleCnt="4">
        <dgm:presLayoutVars>
          <dgm:chMax val="0"/>
          <dgm:chPref val="0"/>
        </dgm:presLayoutVars>
      </dgm:prSet>
      <dgm:spPr/>
    </dgm:pt>
    <dgm:pt modelId="{E80E957B-DFE3-4001-AA07-049616F910C9}" type="pres">
      <dgm:prSet presAssocID="{259DEA1D-561C-4806-AFED-B0B605413EE0}" presName="sibTrans" presStyleCnt="0"/>
      <dgm:spPr/>
    </dgm:pt>
    <dgm:pt modelId="{BC6EF9EE-C71F-4723-949C-A2C9DF212672}" type="pres">
      <dgm:prSet presAssocID="{F863BA1C-0F43-42B0-B7F1-2A697D61B383}" presName="compNode" presStyleCnt="0"/>
      <dgm:spPr/>
    </dgm:pt>
    <dgm:pt modelId="{80C759DF-2B49-4EB7-BF38-3882B878C2EB}" type="pres">
      <dgm:prSet presAssocID="{F863BA1C-0F43-42B0-B7F1-2A697D61B383}" presName="bgRect" presStyleLbl="bgShp" presStyleIdx="3" presStyleCnt="4"/>
      <dgm:spPr/>
    </dgm:pt>
    <dgm:pt modelId="{5DF2BDEF-C9F8-4946-8EAD-027AC8673C19}" type="pres">
      <dgm:prSet presAssocID="{F863BA1C-0F43-42B0-B7F1-2A697D61B383}" presName="iconRect" presStyleLbl="node1" presStyleIdx="3" presStyleCnt="4"/>
      <dgm:spPr>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dgm:spPr>
      <dgm:extLst>
        <a:ext uri="{E40237B7-FDA0-4F09-8148-C483321AD2D9}">
          <dgm14:cNvPr xmlns:dgm14="http://schemas.microsoft.com/office/drawing/2010/diagram" id="0" name="" descr="Wireless router"/>
        </a:ext>
      </dgm:extLst>
    </dgm:pt>
    <dgm:pt modelId="{541AC7D9-DAC5-4C38-982A-5CE2AF1237C8}" type="pres">
      <dgm:prSet presAssocID="{F863BA1C-0F43-42B0-B7F1-2A697D61B383}" presName="spaceRect" presStyleCnt="0"/>
      <dgm:spPr/>
    </dgm:pt>
    <dgm:pt modelId="{A0BC0528-3042-41DF-B7E9-8779CB9BD546}" type="pres">
      <dgm:prSet presAssocID="{F863BA1C-0F43-42B0-B7F1-2A697D61B383}" presName="parTx" presStyleLbl="revTx" presStyleIdx="3" presStyleCnt="4">
        <dgm:presLayoutVars>
          <dgm:chMax val="0"/>
          <dgm:chPref val="0"/>
        </dgm:presLayoutVars>
      </dgm:prSet>
      <dgm:spPr/>
    </dgm:pt>
  </dgm:ptLst>
  <dgm:cxnLst>
    <dgm:cxn modelId="{81177817-5AF3-416C-A8D9-125656AFEB00}" type="presOf" srcId="{37EBCC20-D69A-43D4-B1C2-3FA34BD46E63}" destId="{8C99A03A-C361-417D-8705-5FC855330F04}" srcOrd="0" destOrd="0" presId="urn:microsoft.com/office/officeart/2018/2/layout/IconVerticalSolidList"/>
    <dgm:cxn modelId="{D41CF32F-774A-40E5-9CC8-CB0FA60B4545}" srcId="{9A45A3AA-7ECD-4FB1-8916-C07D437A78FF}" destId="{37EBCC20-D69A-43D4-B1C2-3FA34BD46E63}" srcOrd="2" destOrd="0" parTransId="{FB9C0F0B-EA4D-40B2-98FC-B75F16E2C741}" sibTransId="{259DEA1D-561C-4806-AFED-B0B605413EE0}"/>
    <dgm:cxn modelId="{E9E98F63-D050-4EF8-9E86-5E0A9F1BC36D}" srcId="{9A45A3AA-7ECD-4FB1-8916-C07D437A78FF}" destId="{F4991A6A-3130-4291-A759-F10BE80A1633}" srcOrd="1" destOrd="0" parTransId="{40F68D97-9DD9-4342-9845-4165960746ED}" sibTransId="{9E0CD85E-0547-4008-99E4-8A9D83A3E970}"/>
    <dgm:cxn modelId="{FB70D663-278B-47CB-979B-877F6C586ECD}" type="presOf" srcId="{F863BA1C-0F43-42B0-B7F1-2A697D61B383}" destId="{A0BC0528-3042-41DF-B7E9-8779CB9BD546}" srcOrd="0" destOrd="0" presId="urn:microsoft.com/office/officeart/2018/2/layout/IconVerticalSolidList"/>
    <dgm:cxn modelId="{C19C3649-897F-438C-81A8-ADF3911EAE9C}" type="presOf" srcId="{9A45A3AA-7ECD-4FB1-8916-C07D437A78FF}" destId="{89CE84DD-5D8E-4374-9DE3-6BC7E7239FD8}" srcOrd="0" destOrd="0" presId="urn:microsoft.com/office/officeart/2018/2/layout/IconVerticalSolidList"/>
    <dgm:cxn modelId="{1E810953-0358-4DA6-B915-1E29D818668B}" srcId="{9A45A3AA-7ECD-4FB1-8916-C07D437A78FF}" destId="{F863BA1C-0F43-42B0-B7F1-2A697D61B383}" srcOrd="3" destOrd="0" parTransId="{92615E15-4F5C-43A0-9726-42EE5F939379}" sibTransId="{657ED85D-E3B3-4D4E-916B-F5F7BB2D0FA4}"/>
    <dgm:cxn modelId="{ECE2679C-3AF1-4EF0-8494-0E7C95522C9E}" srcId="{9A45A3AA-7ECD-4FB1-8916-C07D437A78FF}" destId="{806BAAC6-E350-4DF0-B225-ACE0A1359760}" srcOrd="0" destOrd="0" parTransId="{20FDA941-DAA2-43C4-99DF-0574C9A3E3C9}" sibTransId="{9F5AD2C2-BEAE-4145-84CF-1146B65BC985}"/>
    <dgm:cxn modelId="{140823AA-1598-4037-B78E-35948FF01F1E}" type="presOf" srcId="{F4991A6A-3130-4291-A759-F10BE80A1633}" destId="{9610F766-80C9-4E4F-B060-98DC3AEEC9A4}" srcOrd="0" destOrd="0" presId="urn:microsoft.com/office/officeart/2018/2/layout/IconVerticalSolidList"/>
    <dgm:cxn modelId="{89FB06E0-5CEC-4992-AB0E-8D43D881D6CE}" type="presOf" srcId="{806BAAC6-E350-4DF0-B225-ACE0A1359760}" destId="{DD4E973F-348B-46BD-B2BD-40F623483003}" srcOrd="0" destOrd="0" presId="urn:microsoft.com/office/officeart/2018/2/layout/IconVerticalSolidList"/>
    <dgm:cxn modelId="{AD09EE54-EC9B-4C6A-B41C-43670E4DB982}" type="presParOf" srcId="{89CE84DD-5D8E-4374-9DE3-6BC7E7239FD8}" destId="{2DF4454D-1C9B-46FC-92D9-23EE45B99388}" srcOrd="0" destOrd="0" presId="urn:microsoft.com/office/officeart/2018/2/layout/IconVerticalSolidList"/>
    <dgm:cxn modelId="{5B7B2EF4-AD54-4FBA-ABBC-AF0A96BC693F}" type="presParOf" srcId="{2DF4454D-1C9B-46FC-92D9-23EE45B99388}" destId="{EDBDE665-7745-48B9-B958-5D488592BC32}" srcOrd="0" destOrd="0" presId="urn:microsoft.com/office/officeart/2018/2/layout/IconVerticalSolidList"/>
    <dgm:cxn modelId="{92183A6B-3C58-4D81-8BDB-BB04DA705002}" type="presParOf" srcId="{2DF4454D-1C9B-46FC-92D9-23EE45B99388}" destId="{A75A01BA-9147-4D6B-A905-C774FCCE16AC}" srcOrd="1" destOrd="0" presId="urn:microsoft.com/office/officeart/2018/2/layout/IconVerticalSolidList"/>
    <dgm:cxn modelId="{B0816BF4-9620-41DD-AC1B-A5DE2426158E}" type="presParOf" srcId="{2DF4454D-1C9B-46FC-92D9-23EE45B99388}" destId="{5B634C1B-B829-4AFB-BA95-B932F771D3F4}" srcOrd="2" destOrd="0" presId="urn:microsoft.com/office/officeart/2018/2/layout/IconVerticalSolidList"/>
    <dgm:cxn modelId="{6A015D97-149D-4896-BAD6-1F61DB574266}" type="presParOf" srcId="{2DF4454D-1C9B-46FC-92D9-23EE45B99388}" destId="{DD4E973F-348B-46BD-B2BD-40F623483003}" srcOrd="3" destOrd="0" presId="urn:microsoft.com/office/officeart/2018/2/layout/IconVerticalSolidList"/>
    <dgm:cxn modelId="{D7359AE1-9769-4AB7-9A52-E8AB1CA3E07A}" type="presParOf" srcId="{89CE84DD-5D8E-4374-9DE3-6BC7E7239FD8}" destId="{D7DA8916-E923-4F49-8112-D821882B4355}" srcOrd="1" destOrd="0" presId="urn:microsoft.com/office/officeart/2018/2/layout/IconVerticalSolidList"/>
    <dgm:cxn modelId="{231DB20A-6F62-43BE-9794-58B6AAA14BAD}" type="presParOf" srcId="{89CE84DD-5D8E-4374-9DE3-6BC7E7239FD8}" destId="{BA77231C-3C17-4E42-B4DB-04850B515295}" srcOrd="2" destOrd="0" presId="urn:microsoft.com/office/officeart/2018/2/layout/IconVerticalSolidList"/>
    <dgm:cxn modelId="{315BE0DF-9635-48E6-ABAA-59C9B459D88E}" type="presParOf" srcId="{BA77231C-3C17-4E42-B4DB-04850B515295}" destId="{B97E264B-9DA4-41FF-95CB-1CBC382E7506}" srcOrd="0" destOrd="0" presId="urn:microsoft.com/office/officeart/2018/2/layout/IconVerticalSolidList"/>
    <dgm:cxn modelId="{561B416D-105E-4869-ADC1-8530CC439CB2}" type="presParOf" srcId="{BA77231C-3C17-4E42-B4DB-04850B515295}" destId="{A3CB300D-6C45-41FE-AEFB-058918C1B2B8}" srcOrd="1" destOrd="0" presId="urn:microsoft.com/office/officeart/2018/2/layout/IconVerticalSolidList"/>
    <dgm:cxn modelId="{A8FD9A9D-7F96-4D54-B5A6-06298F51170A}" type="presParOf" srcId="{BA77231C-3C17-4E42-B4DB-04850B515295}" destId="{E265758A-90F3-405A-9F99-413001284CE6}" srcOrd="2" destOrd="0" presId="urn:microsoft.com/office/officeart/2018/2/layout/IconVerticalSolidList"/>
    <dgm:cxn modelId="{7FC65886-06EB-4CB9-80AB-3F259D8045FE}" type="presParOf" srcId="{BA77231C-3C17-4E42-B4DB-04850B515295}" destId="{9610F766-80C9-4E4F-B060-98DC3AEEC9A4}" srcOrd="3" destOrd="0" presId="urn:microsoft.com/office/officeart/2018/2/layout/IconVerticalSolidList"/>
    <dgm:cxn modelId="{898CED45-6B03-49F4-9492-463609CDAD88}" type="presParOf" srcId="{89CE84DD-5D8E-4374-9DE3-6BC7E7239FD8}" destId="{B9EEF9A9-174C-45B2-8DF4-6332B064C03B}" srcOrd="3" destOrd="0" presId="urn:microsoft.com/office/officeart/2018/2/layout/IconVerticalSolidList"/>
    <dgm:cxn modelId="{CF4AF7CF-8FBD-4D96-926F-869C6A896F70}" type="presParOf" srcId="{89CE84DD-5D8E-4374-9DE3-6BC7E7239FD8}" destId="{5FFE9ABA-2BA2-4025-88EB-86266DAD1107}" srcOrd="4" destOrd="0" presId="urn:microsoft.com/office/officeart/2018/2/layout/IconVerticalSolidList"/>
    <dgm:cxn modelId="{8BEEAA5E-DE53-4DF6-9393-221C690F5359}" type="presParOf" srcId="{5FFE9ABA-2BA2-4025-88EB-86266DAD1107}" destId="{52CD1C79-3112-4F52-B851-EAE4B5AAC731}" srcOrd="0" destOrd="0" presId="urn:microsoft.com/office/officeart/2018/2/layout/IconVerticalSolidList"/>
    <dgm:cxn modelId="{C2D4105F-82F7-4929-A682-D286B2433483}" type="presParOf" srcId="{5FFE9ABA-2BA2-4025-88EB-86266DAD1107}" destId="{469AAA3E-9E7B-4320-BC7C-449CDD4F73FA}" srcOrd="1" destOrd="0" presId="urn:microsoft.com/office/officeart/2018/2/layout/IconVerticalSolidList"/>
    <dgm:cxn modelId="{C3209CB0-B785-4515-B2FB-410788099D8B}" type="presParOf" srcId="{5FFE9ABA-2BA2-4025-88EB-86266DAD1107}" destId="{24649BBE-DABF-4F89-A3E3-933C7A475FAF}" srcOrd="2" destOrd="0" presId="urn:microsoft.com/office/officeart/2018/2/layout/IconVerticalSolidList"/>
    <dgm:cxn modelId="{0320F95E-16ED-4B3A-BA75-3B41F3E01F10}" type="presParOf" srcId="{5FFE9ABA-2BA2-4025-88EB-86266DAD1107}" destId="{8C99A03A-C361-417D-8705-5FC855330F04}" srcOrd="3" destOrd="0" presId="urn:microsoft.com/office/officeart/2018/2/layout/IconVerticalSolidList"/>
    <dgm:cxn modelId="{7D70F282-BDA6-4FD0-8AD9-B34F162FDB39}" type="presParOf" srcId="{89CE84DD-5D8E-4374-9DE3-6BC7E7239FD8}" destId="{E80E957B-DFE3-4001-AA07-049616F910C9}" srcOrd="5" destOrd="0" presId="urn:microsoft.com/office/officeart/2018/2/layout/IconVerticalSolidList"/>
    <dgm:cxn modelId="{B1ECA0C7-E351-4B13-A2F5-C72474567A78}" type="presParOf" srcId="{89CE84DD-5D8E-4374-9DE3-6BC7E7239FD8}" destId="{BC6EF9EE-C71F-4723-949C-A2C9DF212672}" srcOrd="6" destOrd="0" presId="urn:microsoft.com/office/officeart/2018/2/layout/IconVerticalSolidList"/>
    <dgm:cxn modelId="{9C9CB60B-0167-4782-B308-955656E9C081}" type="presParOf" srcId="{BC6EF9EE-C71F-4723-949C-A2C9DF212672}" destId="{80C759DF-2B49-4EB7-BF38-3882B878C2EB}" srcOrd="0" destOrd="0" presId="urn:microsoft.com/office/officeart/2018/2/layout/IconVerticalSolidList"/>
    <dgm:cxn modelId="{65BA2F30-4820-4D44-80E6-BB136239AA22}" type="presParOf" srcId="{BC6EF9EE-C71F-4723-949C-A2C9DF212672}" destId="{5DF2BDEF-C9F8-4946-8EAD-027AC8673C19}" srcOrd="1" destOrd="0" presId="urn:microsoft.com/office/officeart/2018/2/layout/IconVerticalSolidList"/>
    <dgm:cxn modelId="{DBF9C40E-0EFD-41D8-880E-4B7E4A3FB14C}" type="presParOf" srcId="{BC6EF9EE-C71F-4723-949C-A2C9DF212672}" destId="{541AC7D9-DAC5-4C38-982A-5CE2AF1237C8}" srcOrd="2" destOrd="0" presId="urn:microsoft.com/office/officeart/2018/2/layout/IconVerticalSolidList"/>
    <dgm:cxn modelId="{EB7EB6B6-D284-4075-ADCA-BBA1A6246923}" type="presParOf" srcId="{BC6EF9EE-C71F-4723-949C-A2C9DF212672}" destId="{A0BC0528-3042-41DF-B7E9-8779CB9BD546}" srcOrd="3" destOrd="0" presId="urn:microsoft.com/office/officeart/2018/2/layout/IconVerticalSolid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0.xml><?xml version="1.0" encoding="utf-8"?>
<dgm:dataModel xmlns:dgm="http://schemas.openxmlformats.org/drawingml/2006/diagram" xmlns:a="http://schemas.openxmlformats.org/drawingml/2006/main">
  <dgm:ptLst>
    <dgm:pt modelId="{B2D26501-5D53-4438-AA8A-42E795462160}" type="doc">
      <dgm:prSet loTypeId="urn:microsoft.com/office/officeart/2005/8/layout/vProcess5" loCatId="process" qsTypeId="urn:microsoft.com/office/officeart/2005/8/quickstyle/simple1" qsCatId="simple" csTypeId="urn:microsoft.com/office/officeart/2005/8/colors/accent1_2" csCatId="accent1" phldr="1"/>
      <dgm:spPr/>
      <dgm:t>
        <a:bodyPr/>
        <a:lstStyle/>
        <a:p>
          <a:endParaRPr lang="en-US"/>
        </a:p>
      </dgm:t>
    </dgm:pt>
    <dgm:pt modelId="{BE0448A6-160B-4F1F-B2E6-7DEA67E74493}">
      <dgm:prSet/>
      <dgm:spPr/>
      <dgm:t>
        <a:bodyPr/>
        <a:lstStyle/>
        <a:p>
          <a:pPr rtl="0"/>
          <a:r>
            <a:rPr lang="en-US"/>
            <a:t>In Module 1, your VM asked a DHCP server for an address. </a:t>
          </a:r>
          <a:endParaRPr lang="en-US">
            <a:latin typeface="Aptos Display" panose="020F0302020204030204"/>
          </a:endParaRPr>
        </a:p>
      </dgm:t>
    </dgm:pt>
    <dgm:pt modelId="{BF7B2FAF-DFA0-411D-9963-AD5647374AE5}" type="parTrans" cxnId="{6776734F-8E83-4D97-AE0C-DCB9B6AC4A28}">
      <dgm:prSet/>
      <dgm:spPr/>
      <dgm:t>
        <a:bodyPr/>
        <a:lstStyle/>
        <a:p>
          <a:endParaRPr lang="en-US"/>
        </a:p>
      </dgm:t>
    </dgm:pt>
    <dgm:pt modelId="{B6503B72-5093-489C-8DE6-B127BC7634C8}" type="sibTrans" cxnId="{6776734F-8E83-4D97-AE0C-DCB9B6AC4A28}">
      <dgm:prSet/>
      <dgm:spPr/>
      <dgm:t>
        <a:bodyPr/>
        <a:lstStyle/>
        <a:p>
          <a:endParaRPr lang="en-US"/>
        </a:p>
      </dgm:t>
    </dgm:pt>
    <dgm:pt modelId="{E98B5CBE-9F16-46D1-A015-C58B2596FAC5}">
      <dgm:prSet/>
      <dgm:spPr/>
      <dgm:t>
        <a:bodyPr/>
        <a:lstStyle/>
        <a:p>
          <a:pPr rtl="0"/>
          <a:r>
            <a:rPr lang="en-US"/>
            <a:t>You define </a:t>
          </a:r>
          <a:r>
            <a:rPr lang="en-US">
              <a:latin typeface="Aptos Display" panose="020F0302020204030204"/>
            </a:rPr>
            <a:t>DHCP ranges</a:t>
          </a:r>
        </a:p>
      </dgm:t>
    </dgm:pt>
    <dgm:pt modelId="{0348E4E4-6676-4CBF-8DA9-552DAA0F78F0}" type="parTrans" cxnId="{AC251B16-6F88-4410-B890-EB94769DAFEF}">
      <dgm:prSet/>
      <dgm:spPr/>
      <dgm:t>
        <a:bodyPr/>
        <a:lstStyle/>
        <a:p>
          <a:endParaRPr lang="en-US"/>
        </a:p>
      </dgm:t>
    </dgm:pt>
    <dgm:pt modelId="{FBF6AF91-9787-47E9-B4A0-FAFD7F39D152}" type="sibTrans" cxnId="{AC251B16-6F88-4410-B890-EB94769DAFEF}">
      <dgm:prSet/>
      <dgm:spPr/>
      <dgm:t>
        <a:bodyPr/>
        <a:lstStyle/>
        <a:p>
          <a:endParaRPr lang="en-US"/>
        </a:p>
      </dgm:t>
    </dgm:pt>
    <dgm:pt modelId="{B42E65FD-E90C-4CC5-A655-619B87A53A07}">
      <dgm:prSet/>
      <dgm:spPr/>
      <dgm:t>
        <a:bodyPr/>
        <a:lstStyle/>
        <a:p>
          <a:r>
            <a:rPr lang="en-US">
              <a:latin typeface="Aptos Display" panose="020F0302020204030204"/>
            </a:rPr>
            <a:t>What</a:t>
          </a:r>
          <a:r>
            <a:rPr lang="en-US"/>
            <a:t> range makes a good DHCP pool</a:t>
          </a:r>
          <a:r>
            <a:rPr lang="en-US">
              <a:latin typeface="Aptos Display" panose="020F0302020204030204"/>
            </a:rPr>
            <a:t>?</a:t>
          </a:r>
          <a:endParaRPr lang="en-US"/>
        </a:p>
      </dgm:t>
    </dgm:pt>
    <dgm:pt modelId="{D1251283-5029-46D0-B585-9EF1A455CA44}" type="parTrans" cxnId="{41D0A3FC-2CB2-4427-9C3B-AC90516C4400}">
      <dgm:prSet/>
      <dgm:spPr/>
      <dgm:t>
        <a:bodyPr/>
        <a:lstStyle/>
        <a:p>
          <a:endParaRPr lang="en-US"/>
        </a:p>
      </dgm:t>
    </dgm:pt>
    <dgm:pt modelId="{0FF03BCC-AECE-468A-B232-FF27A5E8ED2D}" type="sibTrans" cxnId="{41D0A3FC-2CB2-4427-9C3B-AC90516C4400}">
      <dgm:prSet/>
      <dgm:spPr/>
      <dgm:t>
        <a:bodyPr/>
        <a:lstStyle/>
        <a:p>
          <a:endParaRPr lang="en-US"/>
        </a:p>
      </dgm:t>
    </dgm:pt>
    <dgm:pt modelId="{0E77005A-09EA-465C-9024-0009C96E6F64}">
      <dgm:prSet phldrT="[Text]" phldr="0"/>
      <dgm:spPr/>
      <dgm:t>
        <a:bodyPr/>
        <a:lstStyle/>
        <a:p>
          <a:r>
            <a:rPr lang="en-US"/>
            <a:t>Now, </a:t>
          </a:r>
          <a:r>
            <a:rPr lang="en-US" err="1"/>
            <a:t>OPNsense</a:t>
          </a:r>
          <a:r>
            <a:rPr lang="en-US"/>
            <a:t> </a:t>
          </a:r>
          <a:r>
            <a:rPr lang="en-US" err="1"/>
            <a:t>is</a:t>
          </a:r>
          <a:r>
            <a:rPr lang="en-US"/>
            <a:t> that server for your VLAN.</a:t>
          </a:r>
        </a:p>
      </dgm:t>
    </dgm:pt>
    <dgm:pt modelId="{F6333ACF-02BB-40B8-823D-FC31FBBFC73D}" type="parTrans" cxnId="{ECD9758E-7366-4241-B68F-54337097BCA9}">
      <dgm:prSet/>
      <dgm:spPr/>
    </dgm:pt>
    <dgm:pt modelId="{5D1F1BCB-BBBC-4666-A103-11F732CE2426}" type="sibTrans" cxnId="{ECD9758E-7366-4241-B68F-54337097BCA9}">
      <dgm:prSet/>
      <dgm:spPr/>
      <dgm:t>
        <a:bodyPr/>
        <a:lstStyle/>
        <a:p>
          <a:endParaRPr lang="en-US"/>
        </a:p>
      </dgm:t>
    </dgm:pt>
    <dgm:pt modelId="{DB4F09A4-EE05-4164-8BCD-A337928ABE7E}">
      <dgm:prSet phldrT="[Text]" phldr="0"/>
      <dgm:spPr/>
      <dgm:t>
        <a:bodyPr/>
        <a:lstStyle/>
        <a:p>
          <a:pPr rtl="0"/>
          <a:r>
            <a:rPr lang="en-US">
              <a:latin typeface="Aptos Display" panose="020F0302020204030204"/>
            </a:rPr>
            <a:t>Your LAN clients get these IPs</a:t>
          </a:r>
          <a:endParaRPr lang="en-US"/>
        </a:p>
      </dgm:t>
    </dgm:pt>
    <dgm:pt modelId="{33C314C5-BEEB-4931-9152-F5EB4B70E6E8}" type="parTrans" cxnId="{B4693BAC-53C0-4D58-9D8F-368C8E27C0B6}">
      <dgm:prSet/>
      <dgm:spPr/>
    </dgm:pt>
    <dgm:pt modelId="{1094C138-E385-4D7B-BAC7-2F521957322A}" type="sibTrans" cxnId="{B4693BAC-53C0-4D58-9D8F-368C8E27C0B6}">
      <dgm:prSet/>
      <dgm:spPr/>
      <dgm:t>
        <a:bodyPr/>
        <a:lstStyle/>
        <a:p>
          <a:endParaRPr lang="en-US"/>
        </a:p>
      </dgm:t>
    </dgm:pt>
    <dgm:pt modelId="{D46DE716-5D41-4159-B2D5-EC81D15D4E77}" type="pres">
      <dgm:prSet presAssocID="{B2D26501-5D53-4438-AA8A-42E795462160}" presName="outerComposite" presStyleCnt="0">
        <dgm:presLayoutVars>
          <dgm:chMax val="5"/>
          <dgm:dir/>
          <dgm:resizeHandles val="exact"/>
        </dgm:presLayoutVars>
      </dgm:prSet>
      <dgm:spPr/>
    </dgm:pt>
    <dgm:pt modelId="{0D13F9B8-3A1C-4998-81A8-6BE7233517E4}" type="pres">
      <dgm:prSet presAssocID="{B2D26501-5D53-4438-AA8A-42E795462160}" presName="dummyMaxCanvas" presStyleCnt="0">
        <dgm:presLayoutVars/>
      </dgm:prSet>
      <dgm:spPr/>
    </dgm:pt>
    <dgm:pt modelId="{3DA7FAC7-3EC7-4EBC-BAE0-AB94F08989D8}" type="pres">
      <dgm:prSet presAssocID="{B2D26501-5D53-4438-AA8A-42E795462160}" presName="FiveNodes_1" presStyleLbl="node1" presStyleIdx="0" presStyleCnt="5">
        <dgm:presLayoutVars>
          <dgm:bulletEnabled val="1"/>
        </dgm:presLayoutVars>
      </dgm:prSet>
      <dgm:spPr/>
    </dgm:pt>
    <dgm:pt modelId="{AECEDBA0-DCE7-4ADC-8B8D-86A0B13FDABE}" type="pres">
      <dgm:prSet presAssocID="{B2D26501-5D53-4438-AA8A-42E795462160}" presName="FiveNodes_2" presStyleLbl="node1" presStyleIdx="1" presStyleCnt="5">
        <dgm:presLayoutVars>
          <dgm:bulletEnabled val="1"/>
        </dgm:presLayoutVars>
      </dgm:prSet>
      <dgm:spPr/>
    </dgm:pt>
    <dgm:pt modelId="{F51F33AC-A238-4BF2-B9DE-7C5EC9C73D19}" type="pres">
      <dgm:prSet presAssocID="{B2D26501-5D53-4438-AA8A-42E795462160}" presName="FiveNodes_3" presStyleLbl="node1" presStyleIdx="2" presStyleCnt="5">
        <dgm:presLayoutVars>
          <dgm:bulletEnabled val="1"/>
        </dgm:presLayoutVars>
      </dgm:prSet>
      <dgm:spPr/>
    </dgm:pt>
    <dgm:pt modelId="{F844158A-3117-40CF-9FE1-8059CCED71A3}" type="pres">
      <dgm:prSet presAssocID="{B2D26501-5D53-4438-AA8A-42E795462160}" presName="FiveNodes_4" presStyleLbl="node1" presStyleIdx="3" presStyleCnt="5">
        <dgm:presLayoutVars>
          <dgm:bulletEnabled val="1"/>
        </dgm:presLayoutVars>
      </dgm:prSet>
      <dgm:spPr/>
    </dgm:pt>
    <dgm:pt modelId="{741A4449-A50C-414C-A3BC-B06A870A8546}" type="pres">
      <dgm:prSet presAssocID="{B2D26501-5D53-4438-AA8A-42E795462160}" presName="FiveNodes_5" presStyleLbl="node1" presStyleIdx="4" presStyleCnt="5">
        <dgm:presLayoutVars>
          <dgm:bulletEnabled val="1"/>
        </dgm:presLayoutVars>
      </dgm:prSet>
      <dgm:spPr/>
    </dgm:pt>
    <dgm:pt modelId="{0B955691-2813-4BB8-87EC-29AB60BC45F4}" type="pres">
      <dgm:prSet presAssocID="{B2D26501-5D53-4438-AA8A-42E795462160}" presName="FiveConn_1-2" presStyleLbl="fgAccFollowNode1" presStyleIdx="0" presStyleCnt="4">
        <dgm:presLayoutVars>
          <dgm:bulletEnabled val="1"/>
        </dgm:presLayoutVars>
      </dgm:prSet>
      <dgm:spPr/>
    </dgm:pt>
    <dgm:pt modelId="{E056D49A-19E1-4D53-AE7E-4CBF4495D932}" type="pres">
      <dgm:prSet presAssocID="{B2D26501-5D53-4438-AA8A-42E795462160}" presName="FiveConn_2-3" presStyleLbl="fgAccFollowNode1" presStyleIdx="1" presStyleCnt="4">
        <dgm:presLayoutVars>
          <dgm:bulletEnabled val="1"/>
        </dgm:presLayoutVars>
      </dgm:prSet>
      <dgm:spPr/>
    </dgm:pt>
    <dgm:pt modelId="{5EA40D71-DD63-468E-AF28-A9547146E01C}" type="pres">
      <dgm:prSet presAssocID="{B2D26501-5D53-4438-AA8A-42E795462160}" presName="FiveConn_3-4" presStyleLbl="fgAccFollowNode1" presStyleIdx="2" presStyleCnt="4">
        <dgm:presLayoutVars>
          <dgm:bulletEnabled val="1"/>
        </dgm:presLayoutVars>
      </dgm:prSet>
      <dgm:spPr/>
    </dgm:pt>
    <dgm:pt modelId="{986588FA-9E22-4A55-BD48-34D1FA15CE86}" type="pres">
      <dgm:prSet presAssocID="{B2D26501-5D53-4438-AA8A-42E795462160}" presName="FiveConn_4-5" presStyleLbl="fgAccFollowNode1" presStyleIdx="3" presStyleCnt="4">
        <dgm:presLayoutVars>
          <dgm:bulletEnabled val="1"/>
        </dgm:presLayoutVars>
      </dgm:prSet>
      <dgm:spPr/>
    </dgm:pt>
    <dgm:pt modelId="{2D860943-AB7D-44DC-B411-8872B967AFA0}" type="pres">
      <dgm:prSet presAssocID="{B2D26501-5D53-4438-AA8A-42E795462160}" presName="FiveNodes_1_text" presStyleLbl="node1" presStyleIdx="4" presStyleCnt="5">
        <dgm:presLayoutVars>
          <dgm:bulletEnabled val="1"/>
        </dgm:presLayoutVars>
      </dgm:prSet>
      <dgm:spPr/>
    </dgm:pt>
    <dgm:pt modelId="{0110061D-FE73-429E-9C94-BDF15743094E}" type="pres">
      <dgm:prSet presAssocID="{B2D26501-5D53-4438-AA8A-42E795462160}" presName="FiveNodes_2_text" presStyleLbl="node1" presStyleIdx="4" presStyleCnt="5">
        <dgm:presLayoutVars>
          <dgm:bulletEnabled val="1"/>
        </dgm:presLayoutVars>
      </dgm:prSet>
      <dgm:spPr/>
    </dgm:pt>
    <dgm:pt modelId="{92128A40-D1A9-4AD6-BA5B-F035B9EB060F}" type="pres">
      <dgm:prSet presAssocID="{B2D26501-5D53-4438-AA8A-42E795462160}" presName="FiveNodes_3_text" presStyleLbl="node1" presStyleIdx="4" presStyleCnt="5">
        <dgm:presLayoutVars>
          <dgm:bulletEnabled val="1"/>
        </dgm:presLayoutVars>
      </dgm:prSet>
      <dgm:spPr/>
    </dgm:pt>
    <dgm:pt modelId="{FD0507CB-0E4F-433B-A845-EF3A55FEA0E8}" type="pres">
      <dgm:prSet presAssocID="{B2D26501-5D53-4438-AA8A-42E795462160}" presName="FiveNodes_4_text" presStyleLbl="node1" presStyleIdx="4" presStyleCnt="5">
        <dgm:presLayoutVars>
          <dgm:bulletEnabled val="1"/>
        </dgm:presLayoutVars>
      </dgm:prSet>
      <dgm:spPr/>
    </dgm:pt>
    <dgm:pt modelId="{6423F7BD-D0EB-4F47-9DC0-A5C1CB8B319C}" type="pres">
      <dgm:prSet presAssocID="{B2D26501-5D53-4438-AA8A-42E795462160}" presName="FiveNodes_5_text" presStyleLbl="node1" presStyleIdx="4" presStyleCnt="5">
        <dgm:presLayoutVars>
          <dgm:bulletEnabled val="1"/>
        </dgm:presLayoutVars>
      </dgm:prSet>
      <dgm:spPr/>
    </dgm:pt>
  </dgm:ptLst>
  <dgm:cxnLst>
    <dgm:cxn modelId="{95B89101-52CF-426E-A006-2D74D71B85D4}" type="presOf" srcId="{5D1F1BCB-BBBC-4666-A103-11F732CE2426}" destId="{E056D49A-19E1-4D53-AE7E-4CBF4495D932}" srcOrd="0" destOrd="0" presId="urn:microsoft.com/office/officeart/2005/8/layout/vProcess5"/>
    <dgm:cxn modelId="{75464D06-91E8-4ADB-AC5C-E2904D905E21}" type="presOf" srcId="{DB4F09A4-EE05-4164-8BCD-A337928ABE7E}" destId="{FD0507CB-0E4F-433B-A845-EF3A55FEA0E8}" srcOrd="1" destOrd="0" presId="urn:microsoft.com/office/officeart/2005/8/layout/vProcess5"/>
    <dgm:cxn modelId="{E57B9B11-117F-484F-9263-225DC8771A3E}" type="presOf" srcId="{0E77005A-09EA-465C-9024-0009C96E6F64}" destId="{AECEDBA0-DCE7-4ADC-8B8D-86A0B13FDABE}" srcOrd="0" destOrd="0" presId="urn:microsoft.com/office/officeart/2005/8/layout/vProcess5"/>
    <dgm:cxn modelId="{9AA89315-006A-48BB-B03E-D201B1BA21FD}" type="presOf" srcId="{B42E65FD-E90C-4CC5-A655-619B87A53A07}" destId="{6423F7BD-D0EB-4F47-9DC0-A5C1CB8B319C}" srcOrd="1" destOrd="0" presId="urn:microsoft.com/office/officeart/2005/8/layout/vProcess5"/>
    <dgm:cxn modelId="{AC251B16-6F88-4410-B890-EB94769DAFEF}" srcId="{B2D26501-5D53-4438-AA8A-42E795462160}" destId="{E98B5CBE-9F16-46D1-A015-C58B2596FAC5}" srcOrd="2" destOrd="0" parTransId="{0348E4E4-6676-4CBF-8DA9-552DAA0F78F0}" sibTransId="{FBF6AF91-9787-47E9-B4A0-FAFD7F39D152}"/>
    <dgm:cxn modelId="{DE4B392D-9202-4FF1-A31F-A2BB25A06344}" type="presOf" srcId="{BE0448A6-160B-4F1F-B2E6-7DEA67E74493}" destId="{2D860943-AB7D-44DC-B411-8872B967AFA0}" srcOrd="1" destOrd="0" presId="urn:microsoft.com/office/officeart/2005/8/layout/vProcess5"/>
    <dgm:cxn modelId="{6776734F-8E83-4D97-AE0C-DCB9B6AC4A28}" srcId="{B2D26501-5D53-4438-AA8A-42E795462160}" destId="{BE0448A6-160B-4F1F-B2E6-7DEA67E74493}" srcOrd="0" destOrd="0" parTransId="{BF7B2FAF-DFA0-411D-9963-AD5647374AE5}" sibTransId="{B6503B72-5093-489C-8DE6-B127BC7634C8}"/>
    <dgm:cxn modelId="{236D3172-C00B-436F-A1C2-95ED796C7FDA}" type="presOf" srcId="{B2D26501-5D53-4438-AA8A-42E795462160}" destId="{D46DE716-5D41-4159-B2D5-EC81D15D4E77}" srcOrd="0" destOrd="0" presId="urn:microsoft.com/office/officeart/2005/8/layout/vProcess5"/>
    <dgm:cxn modelId="{E1F2C472-6098-47BE-B8D2-735CCE3A93CA}" type="presOf" srcId="{B6503B72-5093-489C-8DE6-B127BC7634C8}" destId="{0B955691-2813-4BB8-87EC-29AB60BC45F4}" srcOrd="0" destOrd="0" presId="urn:microsoft.com/office/officeart/2005/8/layout/vProcess5"/>
    <dgm:cxn modelId="{906FAE73-60C2-4FD4-B36F-910163D39F05}" type="presOf" srcId="{FBF6AF91-9787-47E9-B4A0-FAFD7F39D152}" destId="{5EA40D71-DD63-468E-AF28-A9547146E01C}" srcOrd="0" destOrd="0" presId="urn:microsoft.com/office/officeart/2005/8/layout/vProcess5"/>
    <dgm:cxn modelId="{72FBF987-F1BA-4E2C-B82F-999D55F7B4D0}" type="presOf" srcId="{E98B5CBE-9F16-46D1-A015-C58B2596FAC5}" destId="{F51F33AC-A238-4BF2-B9DE-7C5EC9C73D19}" srcOrd="0" destOrd="0" presId="urn:microsoft.com/office/officeart/2005/8/layout/vProcess5"/>
    <dgm:cxn modelId="{ECD9758E-7366-4241-B68F-54337097BCA9}" srcId="{B2D26501-5D53-4438-AA8A-42E795462160}" destId="{0E77005A-09EA-465C-9024-0009C96E6F64}" srcOrd="1" destOrd="0" parTransId="{F6333ACF-02BB-40B8-823D-FC31FBBFC73D}" sibTransId="{5D1F1BCB-BBBC-4666-A103-11F732CE2426}"/>
    <dgm:cxn modelId="{5B8EC3A1-5F3A-4B8E-8588-4E4B424C80F8}" type="presOf" srcId="{BE0448A6-160B-4F1F-B2E6-7DEA67E74493}" destId="{3DA7FAC7-3EC7-4EBC-BAE0-AB94F08989D8}" srcOrd="0" destOrd="0" presId="urn:microsoft.com/office/officeart/2005/8/layout/vProcess5"/>
    <dgm:cxn modelId="{021E23AA-969E-4E7C-835D-0C5EA0E60C99}" type="presOf" srcId="{0E77005A-09EA-465C-9024-0009C96E6F64}" destId="{0110061D-FE73-429E-9C94-BDF15743094E}" srcOrd="1" destOrd="0" presId="urn:microsoft.com/office/officeart/2005/8/layout/vProcess5"/>
    <dgm:cxn modelId="{8DDC1BAC-053F-45FF-B2F9-C461213D4323}" type="presOf" srcId="{B42E65FD-E90C-4CC5-A655-619B87A53A07}" destId="{741A4449-A50C-414C-A3BC-B06A870A8546}" srcOrd="0" destOrd="0" presId="urn:microsoft.com/office/officeart/2005/8/layout/vProcess5"/>
    <dgm:cxn modelId="{B4693BAC-53C0-4D58-9D8F-368C8E27C0B6}" srcId="{B2D26501-5D53-4438-AA8A-42E795462160}" destId="{DB4F09A4-EE05-4164-8BCD-A337928ABE7E}" srcOrd="3" destOrd="0" parTransId="{33C314C5-BEEB-4931-9152-F5EB4B70E6E8}" sibTransId="{1094C138-E385-4D7B-BAC7-2F521957322A}"/>
    <dgm:cxn modelId="{77CB56B7-9434-4525-84C9-6C2B8409F9AE}" type="presOf" srcId="{E98B5CBE-9F16-46D1-A015-C58B2596FAC5}" destId="{92128A40-D1A9-4AD6-BA5B-F035B9EB060F}" srcOrd="1" destOrd="0" presId="urn:microsoft.com/office/officeart/2005/8/layout/vProcess5"/>
    <dgm:cxn modelId="{28F5CDF2-5C50-4662-9659-81955BB792ED}" type="presOf" srcId="{1094C138-E385-4D7B-BAC7-2F521957322A}" destId="{986588FA-9E22-4A55-BD48-34D1FA15CE86}" srcOrd="0" destOrd="0" presId="urn:microsoft.com/office/officeart/2005/8/layout/vProcess5"/>
    <dgm:cxn modelId="{30A4F7F5-5C43-4C43-876E-23FE2F9890D4}" type="presOf" srcId="{DB4F09A4-EE05-4164-8BCD-A337928ABE7E}" destId="{F844158A-3117-40CF-9FE1-8059CCED71A3}" srcOrd="0" destOrd="0" presId="urn:microsoft.com/office/officeart/2005/8/layout/vProcess5"/>
    <dgm:cxn modelId="{41D0A3FC-2CB2-4427-9C3B-AC90516C4400}" srcId="{B2D26501-5D53-4438-AA8A-42E795462160}" destId="{B42E65FD-E90C-4CC5-A655-619B87A53A07}" srcOrd="4" destOrd="0" parTransId="{D1251283-5029-46D0-B585-9EF1A455CA44}" sibTransId="{0FF03BCC-AECE-468A-B232-FF27A5E8ED2D}"/>
    <dgm:cxn modelId="{4B664033-B67A-4CE1-A545-8BA95CD609B2}" type="presParOf" srcId="{D46DE716-5D41-4159-B2D5-EC81D15D4E77}" destId="{0D13F9B8-3A1C-4998-81A8-6BE7233517E4}" srcOrd="0" destOrd="0" presId="urn:microsoft.com/office/officeart/2005/8/layout/vProcess5"/>
    <dgm:cxn modelId="{AB201591-D978-4637-89CB-04DDA6058C17}" type="presParOf" srcId="{D46DE716-5D41-4159-B2D5-EC81D15D4E77}" destId="{3DA7FAC7-3EC7-4EBC-BAE0-AB94F08989D8}" srcOrd="1" destOrd="0" presId="urn:microsoft.com/office/officeart/2005/8/layout/vProcess5"/>
    <dgm:cxn modelId="{25CE8012-273C-4C6A-96FA-D5BDA0C04161}" type="presParOf" srcId="{D46DE716-5D41-4159-B2D5-EC81D15D4E77}" destId="{AECEDBA0-DCE7-4ADC-8B8D-86A0B13FDABE}" srcOrd="2" destOrd="0" presId="urn:microsoft.com/office/officeart/2005/8/layout/vProcess5"/>
    <dgm:cxn modelId="{745D2288-06A0-42D2-966C-B4BF82C1B427}" type="presParOf" srcId="{D46DE716-5D41-4159-B2D5-EC81D15D4E77}" destId="{F51F33AC-A238-4BF2-B9DE-7C5EC9C73D19}" srcOrd="3" destOrd="0" presId="urn:microsoft.com/office/officeart/2005/8/layout/vProcess5"/>
    <dgm:cxn modelId="{B2203A82-4B93-4D6A-9302-CE1DB5A6D736}" type="presParOf" srcId="{D46DE716-5D41-4159-B2D5-EC81D15D4E77}" destId="{F844158A-3117-40CF-9FE1-8059CCED71A3}" srcOrd="4" destOrd="0" presId="urn:microsoft.com/office/officeart/2005/8/layout/vProcess5"/>
    <dgm:cxn modelId="{1175EADF-8743-42AE-A5C6-182930A528C4}" type="presParOf" srcId="{D46DE716-5D41-4159-B2D5-EC81D15D4E77}" destId="{741A4449-A50C-414C-A3BC-B06A870A8546}" srcOrd="5" destOrd="0" presId="urn:microsoft.com/office/officeart/2005/8/layout/vProcess5"/>
    <dgm:cxn modelId="{26731114-40F2-4BB1-B50D-D3C5554457A8}" type="presParOf" srcId="{D46DE716-5D41-4159-B2D5-EC81D15D4E77}" destId="{0B955691-2813-4BB8-87EC-29AB60BC45F4}" srcOrd="6" destOrd="0" presId="urn:microsoft.com/office/officeart/2005/8/layout/vProcess5"/>
    <dgm:cxn modelId="{30FDFC57-873D-4F9D-A704-BC466D88A668}" type="presParOf" srcId="{D46DE716-5D41-4159-B2D5-EC81D15D4E77}" destId="{E056D49A-19E1-4D53-AE7E-4CBF4495D932}" srcOrd="7" destOrd="0" presId="urn:microsoft.com/office/officeart/2005/8/layout/vProcess5"/>
    <dgm:cxn modelId="{A255601A-8FBB-47C8-9115-9C700C8CF54B}" type="presParOf" srcId="{D46DE716-5D41-4159-B2D5-EC81D15D4E77}" destId="{5EA40D71-DD63-468E-AF28-A9547146E01C}" srcOrd="8" destOrd="0" presId="urn:microsoft.com/office/officeart/2005/8/layout/vProcess5"/>
    <dgm:cxn modelId="{3F933DF0-BEB7-4B21-9EA6-3051528B98D3}" type="presParOf" srcId="{D46DE716-5D41-4159-B2D5-EC81D15D4E77}" destId="{986588FA-9E22-4A55-BD48-34D1FA15CE86}" srcOrd="9" destOrd="0" presId="urn:microsoft.com/office/officeart/2005/8/layout/vProcess5"/>
    <dgm:cxn modelId="{4F0A3865-422C-4AD1-B9EB-862A8763CBBE}" type="presParOf" srcId="{D46DE716-5D41-4159-B2D5-EC81D15D4E77}" destId="{2D860943-AB7D-44DC-B411-8872B967AFA0}" srcOrd="10" destOrd="0" presId="urn:microsoft.com/office/officeart/2005/8/layout/vProcess5"/>
    <dgm:cxn modelId="{A84E2F46-5A87-4449-9D46-D60BC1603C1E}" type="presParOf" srcId="{D46DE716-5D41-4159-B2D5-EC81D15D4E77}" destId="{0110061D-FE73-429E-9C94-BDF15743094E}" srcOrd="11" destOrd="0" presId="urn:microsoft.com/office/officeart/2005/8/layout/vProcess5"/>
    <dgm:cxn modelId="{4B55A787-07A3-4867-9CA5-27888191B940}" type="presParOf" srcId="{D46DE716-5D41-4159-B2D5-EC81D15D4E77}" destId="{92128A40-D1A9-4AD6-BA5B-F035B9EB060F}" srcOrd="12" destOrd="0" presId="urn:microsoft.com/office/officeart/2005/8/layout/vProcess5"/>
    <dgm:cxn modelId="{5EA22EBA-8A71-4C0F-B65B-E3F2C8542FD1}" type="presParOf" srcId="{D46DE716-5D41-4159-B2D5-EC81D15D4E77}" destId="{FD0507CB-0E4F-433B-A845-EF3A55FEA0E8}" srcOrd="13" destOrd="0" presId="urn:microsoft.com/office/officeart/2005/8/layout/vProcess5"/>
    <dgm:cxn modelId="{9D254F35-2676-432D-BD3F-AC101DE4AFA9}" type="presParOf" srcId="{D46DE716-5D41-4159-B2D5-EC81D15D4E77}" destId="{6423F7BD-D0EB-4F47-9DC0-A5C1CB8B319C}" srcOrd="14" destOrd="0" presId="urn:microsoft.com/office/officeart/2005/8/layout/vProcess5"/>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1CAA002-3717-4456-8BB6-2D5C2D786875}">
      <dsp:nvSpPr>
        <dsp:cNvPr id="0" name=""/>
        <dsp:cNvSpPr/>
      </dsp:nvSpPr>
      <dsp:spPr>
        <a:xfrm>
          <a:off x="0" y="4819310"/>
          <a:ext cx="5879589" cy="632531"/>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a:latin typeface="Aptos"/>
            </a:rPr>
            <a:t> Install python: </a:t>
          </a:r>
        </a:p>
      </dsp:txBody>
      <dsp:txXfrm>
        <a:off x="0" y="4819310"/>
        <a:ext cx="5879589" cy="341567"/>
      </dsp:txXfrm>
    </dsp:sp>
    <dsp:sp modelId="{913405C9-AE20-4662-870D-7729E378BCBB}">
      <dsp:nvSpPr>
        <dsp:cNvPr id="0" name=""/>
        <dsp:cNvSpPr/>
      </dsp:nvSpPr>
      <dsp:spPr>
        <a:xfrm>
          <a:off x="2870" y="5148227"/>
          <a:ext cx="1957949" cy="290964"/>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6350" rIns="35560" bIns="6350" numCol="1" spcCol="1270" anchor="ctr" anchorCtr="0">
          <a:noAutofit/>
        </a:bodyPr>
        <a:lstStyle/>
        <a:p>
          <a:pPr marL="0" lvl="0" indent="0" algn="l" defTabSz="222250">
            <a:lnSpc>
              <a:spcPct val="90000"/>
            </a:lnSpc>
            <a:spcBef>
              <a:spcPct val="0"/>
            </a:spcBef>
            <a:spcAft>
              <a:spcPct val="35000"/>
            </a:spcAft>
            <a:buNone/>
          </a:pPr>
          <a:r>
            <a:rPr lang="en-US" sz="500" b="1" kern="1200">
              <a:latin typeface="Aptos"/>
            </a:rPr>
            <a:t>mac: brew install python </a:t>
          </a:r>
        </a:p>
      </dsp:txBody>
      <dsp:txXfrm>
        <a:off x="2870" y="5148227"/>
        <a:ext cx="1957949" cy="290964"/>
      </dsp:txXfrm>
    </dsp:sp>
    <dsp:sp modelId="{69CEFD5F-D4A9-4976-82BF-A9E615DFEF11}">
      <dsp:nvSpPr>
        <dsp:cNvPr id="0" name=""/>
        <dsp:cNvSpPr/>
      </dsp:nvSpPr>
      <dsp:spPr>
        <a:xfrm>
          <a:off x="1960819" y="5148227"/>
          <a:ext cx="1957949" cy="290964"/>
        </a:xfrm>
        <a:prstGeom prst="rect">
          <a:avLst/>
        </a:prstGeom>
        <a:solidFill>
          <a:schemeClr val="accent2">
            <a:tint val="40000"/>
            <a:alpha val="90000"/>
            <a:hueOff val="2244906"/>
            <a:satOff val="-20744"/>
            <a:lumOff val="-2338"/>
            <a:alphaOff val="0"/>
          </a:schemeClr>
        </a:solidFill>
        <a:ln w="19050" cap="flat" cmpd="sng" algn="ctr">
          <a:solidFill>
            <a:schemeClr val="accent2">
              <a:tint val="40000"/>
              <a:alpha val="90000"/>
              <a:hueOff val="2244906"/>
              <a:satOff val="-20744"/>
              <a:lumOff val="-2338"/>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6350" rIns="35560" bIns="6350" numCol="1" spcCol="1270" anchor="ctr" anchorCtr="0">
          <a:noAutofit/>
        </a:bodyPr>
        <a:lstStyle/>
        <a:p>
          <a:pPr marL="0" lvl="0" indent="0" algn="l" defTabSz="222250">
            <a:lnSpc>
              <a:spcPct val="90000"/>
            </a:lnSpc>
            <a:spcBef>
              <a:spcPct val="0"/>
            </a:spcBef>
            <a:spcAft>
              <a:spcPct val="35000"/>
            </a:spcAft>
            <a:buNone/>
          </a:pPr>
          <a:r>
            <a:rPr lang="en-US" sz="500" b="1" kern="1200" err="1">
              <a:latin typeface="Aptos"/>
            </a:rPr>
            <a:t>linux</a:t>
          </a:r>
          <a:r>
            <a:rPr lang="en-US" sz="500" b="1" kern="1200">
              <a:latin typeface="Aptos"/>
            </a:rPr>
            <a:t>: </a:t>
          </a:r>
          <a:r>
            <a:rPr lang="en-US" sz="500" b="1" kern="1200" err="1">
              <a:latin typeface="Aptos"/>
            </a:rPr>
            <a:t>sudo</a:t>
          </a:r>
          <a:r>
            <a:rPr lang="en-US" sz="500" b="1" kern="1200">
              <a:latin typeface="Aptos"/>
            </a:rPr>
            <a:t> apt install python3-pippython3-venv</a:t>
          </a:r>
        </a:p>
      </dsp:txBody>
      <dsp:txXfrm>
        <a:off x="1960819" y="5148227"/>
        <a:ext cx="1957949" cy="290964"/>
      </dsp:txXfrm>
    </dsp:sp>
    <dsp:sp modelId="{1BC88DFC-5DC8-47A1-84B7-60DC0C22C5A9}">
      <dsp:nvSpPr>
        <dsp:cNvPr id="0" name=""/>
        <dsp:cNvSpPr/>
      </dsp:nvSpPr>
      <dsp:spPr>
        <a:xfrm>
          <a:off x="3918769" y="5148227"/>
          <a:ext cx="1957949" cy="290964"/>
        </a:xfrm>
        <a:prstGeom prst="rect">
          <a:avLst/>
        </a:prstGeom>
        <a:solidFill>
          <a:schemeClr val="accent2">
            <a:tint val="40000"/>
            <a:alpha val="90000"/>
            <a:hueOff val="4489812"/>
            <a:satOff val="-41488"/>
            <a:lumOff val="-4677"/>
            <a:alphaOff val="0"/>
          </a:schemeClr>
        </a:solidFill>
        <a:ln w="19050" cap="flat" cmpd="sng" algn="ctr">
          <a:solidFill>
            <a:schemeClr val="accent2">
              <a:tint val="40000"/>
              <a:alpha val="90000"/>
              <a:hueOff val="4489812"/>
              <a:satOff val="-41488"/>
              <a:lumOff val="-4677"/>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6350" rIns="35560" bIns="6350" numCol="1" spcCol="1270" anchor="ctr" anchorCtr="0">
          <a:noAutofit/>
        </a:bodyPr>
        <a:lstStyle/>
        <a:p>
          <a:pPr marL="0" lvl="0" indent="0" algn="l" defTabSz="222250" rtl="0">
            <a:lnSpc>
              <a:spcPct val="90000"/>
            </a:lnSpc>
            <a:spcBef>
              <a:spcPct val="0"/>
            </a:spcBef>
            <a:spcAft>
              <a:spcPct val="35000"/>
            </a:spcAft>
            <a:buNone/>
          </a:pPr>
          <a:r>
            <a:rPr lang="en-US" sz="500" b="1" kern="1200">
              <a:latin typeface="Aptos"/>
            </a:rPr>
            <a:t>Windows: go to the online </a:t>
          </a:r>
          <a:r>
            <a:rPr lang="en-US" sz="500" b="1" kern="1200" err="1">
              <a:latin typeface="Aptos"/>
            </a:rPr>
            <a:t>puythonstore</a:t>
          </a:r>
          <a:r>
            <a:rPr lang="en-US" sz="500" b="1" kern="1200">
              <a:latin typeface="Aptos"/>
            </a:rPr>
            <a:t>&gt;downloads&gt;windows&gt;</a:t>
          </a:r>
          <a:r>
            <a:rPr lang="en-US" sz="500" b="1" kern="1200" err="1">
              <a:latin typeface="Aptos"/>
            </a:rPr>
            <a:t>installmanager</a:t>
          </a:r>
        </a:p>
      </dsp:txBody>
      <dsp:txXfrm>
        <a:off x="3918769" y="5148227"/>
        <a:ext cx="1957949" cy="290964"/>
      </dsp:txXfrm>
    </dsp:sp>
    <dsp:sp modelId="{12A43A6F-74C4-4BB7-88F3-048DD5C86434}">
      <dsp:nvSpPr>
        <dsp:cNvPr id="0" name=""/>
        <dsp:cNvSpPr/>
      </dsp:nvSpPr>
      <dsp:spPr>
        <a:xfrm rot="10800000">
          <a:off x="0" y="3855964"/>
          <a:ext cx="5879589" cy="972834"/>
        </a:xfrm>
        <a:prstGeom prst="upArrowCallout">
          <a:avLst/>
        </a:prstGeom>
        <a:solidFill>
          <a:schemeClr val="accent2">
            <a:hueOff val="1288723"/>
            <a:satOff val="-3699"/>
            <a:lumOff val="-5922"/>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a:latin typeface="Aptos"/>
            </a:rPr>
            <a:t>"cd WSSH"</a:t>
          </a:r>
        </a:p>
      </dsp:txBody>
      <dsp:txXfrm rot="10800000">
        <a:off x="0" y="3855964"/>
        <a:ext cx="5879589" cy="632118"/>
      </dsp:txXfrm>
    </dsp:sp>
    <dsp:sp modelId="{C4842581-6FD5-4F99-A59E-83DF388A172C}">
      <dsp:nvSpPr>
        <dsp:cNvPr id="0" name=""/>
        <dsp:cNvSpPr/>
      </dsp:nvSpPr>
      <dsp:spPr>
        <a:xfrm rot="10800000">
          <a:off x="0" y="2892618"/>
          <a:ext cx="5879589" cy="972834"/>
        </a:xfrm>
        <a:prstGeom prst="upArrowCallout">
          <a:avLst/>
        </a:prstGeom>
        <a:solidFill>
          <a:schemeClr val="accent2">
            <a:hueOff val="2577445"/>
            <a:satOff val="-7397"/>
            <a:lumOff val="-1184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a:latin typeface="Aptos"/>
            </a:rPr>
            <a:t>"</a:t>
          </a:r>
          <a:r>
            <a:rPr lang="en-US" sz="1200" b="1" kern="1200" err="1">
              <a:latin typeface="Aptos"/>
            </a:rPr>
            <a:t>mkdir</a:t>
          </a:r>
          <a:r>
            <a:rPr lang="en-US" sz="1200" b="1" kern="1200">
              <a:latin typeface="Aptos"/>
            </a:rPr>
            <a:t> WSSH"</a:t>
          </a:r>
        </a:p>
      </dsp:txBody>
      <dsp:txXfrm rot="10800000">
        <a:off x="0" y="2892618"/>
        <a:ext cx="5879589" cy="632118"/>
      </dsp:txXfrm>
    </dsp:sp>
    <dsp:sp modelId="{5A69DF12-3887-44CC-AE0F-80B4CA56A355}">
      <dsp:nvSpPr>
        <dsp:cNvPr id="0" name=""/>
        <dsp:cNvSpPr/>
      </dsp:nvSpPr>
      <dsp:spPr>
        <a:xfrm rot="10800000">
          <a:off x="0" y="1929272"/>
          <a:ext cx="5879589" cy="972834"/>
        </a:xfrm>
        <a:prstGeom prst="upArrowCallout">
          <a:avLst/>
        </a:prstGeom>
        <a:solidFill>
          <a:schemeClr val="accent2">
            <a:hueOff val="3866169"/>
            <a:satOff val="-11096"/>
            <a:lumOff val="-1776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a:latin typeface="Aptos"/>
            </a:rPr>
            <a:t>"cd Desktop"</a:t>
          </a:r>
        </a:p>
      </dsp:txBody>
      <dsp:txXfrm rot="10800000">
        <a:off x="0" y="1929272"/>
        <a:ext cx="5879589" cy="632118"/>
      </dsp:txXfrm>
    </dsp:sp>
    <dsp:sp modelId="{40D6D08F-AE84-4FCB-8CCB-4FABE33198B4}">
      <dsp:nvSpPr>
        <dsp:cNvPr id="0" name=""/>
        <dsp:cNvSpPr/>
      </dsp:nvSpPr>
      <dsp:spPr>
        <a:xfrm rot="10800000">
          <a:off x="0" y="965926"/>
          <a:ext cx="5879589" cy="972834"/>
        </a:xfrm>
        <a:prstGeom prst="upArrowCallout">
          <a:avLst/>
        </a:prstGeom>
        <a:solidFill>
          <a:schemeClr val="accent2">
            <a:hueOff val="5154891"/>
            <a:satOff val="-14794"/>
            <a:lumOff val="-23687"/>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a:latin typeface="Aptos"/>
            </a:rPr>
            <a:t>"ls"</a:t>
          </a:r>
        </a:p>
      </dsp:txBody>
      <dsp:txXfrm rot="-10800000">
        <a:off x="0" y="965926"/>
        <a:ext cx="5879589" cy="341464"/>
      </dsp:txXfrm>
    </dsp:sp>
    <dsp:sp modelId="{992AF488-0B14-4BC5-ACA3-BAFC4608476A}">
      <dsp:nvSpPr>
        <dsp:cNvPr id="0" name=""/>
        <dsp:cNvSpPr/>
      </dsp:nvSpPr>
      <dsp:spPr>
        <a:xfrm>
          <a:off x="0" y="1307391"/>
          <a:ext cx="5879589" cy="290877"/>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35560" tIns="6350" rIns="35560" bIns="6350" numCol="1" spcCol="1270" anchor="ctr" anchorCtr="0">
          <a:noAutofit/>
        </a:bodyPr>
        <a:lstStyle/>
        <a:p>
          <a:pPr marL="0" lvl="0" indent="0" algn="l" defTabSz="222250">
            <a:lnSpc>
              <a:spcPct val="90000"/>
            </a:lnSpc>
            <a:spcBef>
              <a:spcPct val="0"/>
            </a:spcBef>
            <a:spcAft>
              <a:spcPct val="35000"/>
            </a:spcAft>
            <a:buNone/>
          </a:pPr>
          <a:r>
            <a:rPr lang="en-US" sz="500" b="1" kern="1200">
              <a:latin typeface="Aptos"/>
            </a:rPr>
            <a:t>Do you see "Desktop" raise hand </a:t>
          </a:r>
          <a:r>
            <a:rPr lang="en-US" sz="500" b="1" kern="1200" err="1">
              <a:latin typeface="Aptos"/>
            </a:rPr>
            <a:t>ifnot</a:t>
          </a:r>
          <a:endParaRPr lang="en-US" sz="500" b="1" kern="1200">
            <a:latin typeface="Aptos"/>
          </a:endParaRPr>
        </a:p>
      </dsp:txBody>
      <dsp:txXfrm>
        <a:off x="0" y="1307391"/>
        <a:ext cx="5879589" cy="290877"/>
      </dsp:txXfrm>
    </dsp:sp>
    <dsp:sp modelId="{621C24C3-DD4E-4359-87FE-A9A7E0A504E7}">
      <dsp:nvSpPr>
        <dsp:cNvPr id="0" name=""/>
        <dsp:cNvSpPr/>
      </dsp:nvSpPr>
      <dsp:spPr>
        <a:xfrm rot="10800000">
          <a:off x="0" y="2580"/>
          <a:ext cx="5879589" cy="972834"/>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85344" tIns="85344" rIns="85344" bIns="85344" numCol="1" spcCol="1270" anchor="ctr" anchorCtr="0">
          <a:noAutofit/>
        </a:bodyPr>
        <a:lstStyle/>
        <a:p>
          <a:pPr marL="0" lvl="0" indent="0" algn="l" defTabSz="533400">
            <a:lnSpc>
              <a:spcPct val="90000"/>
            </a:lnSpc>
            <a:spcBef>
              <a:spcPct val="0"/>
            </a:spcBef>
            <a:spcAft>
              <a:spcPct val="35000"/>
            </a:spcAft>
            <a:buNone/>
          </a:pPr>
          <a:r>
            <a:rPr lang="en-US" sz="1200" b="1" kern="1200">
              <a:latin typeface="Aptos"/>
            </a:rPr>
            <a:t>Open terminal</a:t>
          </a:r>
        </a:p>
      </dsp:txBody>
      <dsp:txXfrm rot="10800000">
        <a:off x="0" y="2580"/>
        <a:ext cx="5879589" cy="632118"/>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D4FF18-E98F-4243-BB5B-F539249CE17F}">
      <dsp:nvSpPr>
        <dsp:cNvPr id="0" name=""/>
        <dsp:cNvSpPr/>
      </dsp:nvSpPr>
      <dsp:spPr>
        <a:xfrm>
          <a:off x="0" y="4916272"/>
          <a:ext cx="5879589" cy="53798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444500">
            <a:lnSpc>
              <a:spcPct val="90000"/>
            </a:lnSpc>
            <a:spcBef>
              <a:spcPct val="0"/>
            </a:spcBef>
            <a:spcAft>
              <a:spcPct val="35000"/>
            </a:spcAft>
            <a:buNone/>
          </a:pPr>
          <a:r>
            <a:rPr lang="en-US" sz="1000" b="1" kern="1200">
              <a:latin typeface="Aptos"/>
            </a:rPr>
            <a:t>Type </a:t>
          </a:r>
          <a:r>
            <a:rPr lang="en-US" sz="1000" b="1" kern="1200">
              <a:latin typeface="Aptos"/>
              <a:hlinkClick xmlns:r="http://schemas.openxmlformats.org/officeDocument/2006/relationships" r:id="rId1"/>
            </a:rPr>
            <a:t>https://localhost:8888</a:t>
          </a:r>
          <a:r>
            <a:rPr lang="en-US" sz="1000" b="1" kern="1200">
              <a:latin typeface="Aptos"/>
            </a:rPr>
            <a:t> into the search bar</a:t>
          </a:r>
          <a:endParaRPr lang="en-US" sz="1000" b="1" kern="1200"/>
        </a:p>
      </dsp:txBody>
      <dsp:txXfrm>
        <a:off x="0" y="4916272"/>
        <a:ext cx="5879589" cy="537985"/>
      </dsp:txXfrm>
    </dsp:sp>
    <dsp:sp modelId="{9AE55FD4-6ABF-4DB5-9AB8-17C35B402E3F}">
      <dsp:nvSpPr>
        <dsp:cNvPr id="0" name=""/>
        <dsp:cNvSpPr/>
      </dsp:nvSpPr>
      <dsp:spPr>
        <a:xfrm rot="10800000">
          <a:off x="0" y="4096921"/>
          <a:ext cx="5879589" cy="827421"/>
        </a:xfrm>
        <a:prstGeom prst="upArrowCallout">
          <a:avLst/>
        </a:prstGeom>
        <a:solidFill>
          <a:schemeClr val="accent2">
            <a:hueOff val="1073936"/>
            <a:satOff val="-3082"/>
            <a:lumOff val="-493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444500">
            <a:lnSpc>
              <a:spcPct val="90000"/>
            </a:lnSpc>
            <a:spcBef>
              <a:spcPct val="0"/>
            </a:spcBef>
            <a:spcAft>
              <a:spcPct val="35000"/>
            </a:spcAft>
            <a:buNone/>
          </a:pPr>
          <a:r>
            <a:rPr lang="en-US" sz="1000" b="1" kern="1200">
              <a:latin typeface="Aptos"/>
            </a:rPr>
            <a:t>Go to your browser/google</a:t>
          </a:r>
        </a:p>
      </dsp:txBody>
      <dsp:txXfrm rot="10800000">
        <a:off x="0" y="4096921"/>
        <a:ext cx="5879589" cy="537633"/>
      </dsp:txXfrm>
    </dsp:sp>
    <dsp:sp modelId="{12A43A6F-74C4-4BB7-88F3-048DD5C86434}">
      <dsp:nvSpPr>
        <dsp:cNvPr id="0" name=""/>
        <dsp:cNvSpPr/>
      </dsp:nvSpPr>
      <dsp:spPr>
        <a:xfrm rot="10800000">
          <a:off x="0" y="3277570"/>
          <a:ext cx="5879589" cy="827421"/>
        </a:xfrm>
        <a:prstGeom prst="upArrowCallout">
          <a:avLst/>
        </a:prstGeom>
        <a:solidFill>
          <a:schemeClr val="accent2">
            <a:hueOff val="2147871"/>
            <a:satOff val="-6164"/>
            <a:lumOff val="-987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444500">
            <a:lnSpc>
              <a:spcPct val="90000"/>
            </a:lnSpc>
            <a:spcBef>
              <a:spcPct val="0"/>
            </a:spcBef>
            <a:spcAft>
              <a:spcPct val="35000"/>
            </a:spcAft>
            <a:buNone/>
          </a:pPr>
          <a:r>
            <a:rPr lang="en-US" sz="1000" b="1" kern="1200">
              <a:latin typeface="Aptos"/>
            </a:rPr>
            <a:t>"</a:t>
          </a:r>
          <a:r>
            <a:rPr lang="en-US" sz="1000" b="1" kern="1200" err="1">
              <a:latin typeface="Aptos"/>
            </a:rPr>
            <a:t>wssh</a:t>
          </a:r>
          <a:r>
            <a:rPr lang="en-US" sz="1000" b="1" kern="1200">
              <a:latin typeface="Aptos"/>
            </a:rPr>
            <a:t>"</a:t>
          </a:r>
        </a:p>
      </dsp:txBody>
      <dsp:txXfrm rot="10800000">
        <a:off x="0" y="3277570"/>
        <a:ext cx="5879589" cy="537633"/>
      </dsp:txXfrm>
    </dsp:sp>
    <dsp:sp modelId="{C4842581-6FD5-4F99-A59E-83DF388A172C}">
      <dsp:nvSpPr>
        <dsp:cNvPr id="0" name=""/>
        <dsp:cNvSpPr/>
      </dsp:nvSpPr>
      <dsp:spPr>
        <a:xfrm rot="10800000">
          <a:off x="0" y="2458218"/>
          <a:ext cx="5879589" cy="827421"/>
        </a:xfrm>
        <a:prstGeom prst="upArrowCallout">
          <a:avLst/>
        </a:prstGeom>
        <a:solidFill>
          <a:schemeClr val="accent2">
            <a:hueOff val="3221807"/>
            <a:satOff val="-9246"/>
            <a:lumOff val="-14805"/>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444500">
            <a:lnSpc>
              <a:spcPct val="90000"/>
            </a:lnSpc>
            <a:spcBef>
              <a:spcPct val="0"/>
            </a:spcBef>
            <a:spcAft>
              <a:spcPct val="35000"/>
            </a:spcAft>
            <a:buNone/>
          </a:pPr>
          <a:r>
            <a:rPr lang="en-US" sz="1000" b="1" kern="1200">
              <a:latin typeface="Aptos"/>
            </a:rPr>
            <a:t>"pip install </a:t>
          </a:r>
          <a:r>
            <a:rPr lang="en-US" sz="1000" b="1" kern="1200" err="1">
              <a:latin typeface="Aptos"/>
            </a:rPr>
            <a:t>webssh</a:t>
          </a:r>
          <a:r>
            <a:rPr lang="en-US" sz="1000" b="1" kern="1200">
              <a:latin typeface="Aptos"/>
            </a:rPr>
            <a:t>" *only needs to be done once</a:t>
          </a:r>
        </a:p>
      </dsp:txBody>
      <dsp:txXfrm rot="10800000">
        <a:off x="0" y="2458218"/>
        <a:ext cx="5879589" cy="537633"/>
      </dsp:txXfrm>
    </dsp:sp>
    <dsp:sp modelId="{001474B5-0686-4003-8F11-7BA5DDE23591}">
      <dsp:nvSpPr>
        <dsp:cNvPr id="0" name=""/>
        <dsp:cNvSpPr/>
      </dsp:nvSpPr>
      <dsp:spPr>
        <a:xfrm rot="10800000">
          <a:off x="0" y="1638867"/>
          <a:ext cx="5879589" cy="827421"/>
        </a:xfrm>
        <a:prstGeom prst="upArrowCallout">
          <a:avLst/>
        </a:prstGeom>
        <a:solidFill>
          <a:schemeClr val="accent2">
            <a:hueOff val="4295743"/>
            <a:satOff val="-12329"/>
            <a:lumOff val="-1973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444500">
            <a:lnSpc>
              <a:spcPct val="90000"/>
            </a:lnSpc>
            <a:spcBef>
              <a:spcPct val="0"/>
            </a:spcBef>
            <a:spcAft>
              <a:spcPct val="35000"/>
            </a:spcAft>
            <a:buNone/>
          </a:pPr>
          <a:r>
            <a:rPr lang="en-US" sz="1000" b="1" kern="1200">
              <a:latin typeface="Aptos"/>
            </a:rPr>
            <a:t>"source </a:t>
          </a:r>
          <a:r>
            <a:rPr lang="en-US" sz="1000" b="1" kern="1200" err="1">
              <a:latin typeface="Aptos"/>
            </a:rPr>
            <a:t>venv</a:t>
          </a:r>
          <a:r>
            <a:rPr lang="en-US" sz="1000" b="1" kern="1200">
              <a:latin typeface="Aptos"/>
            </a:rPr>
            <a:t>/bin/activate" </a:t>
          </a:r>
        </a:p>
      </dsp:txBody>
      <dsp:txXfrm rot="-10800000">
        <a:off x="0" y="1638867"/>
        <a:ext cx="5879589" cy="290424"/>
      </dsp:txXfrm>
    </dsp:sp>
    <dsp:sp modelId="{7751F860-CFF7-4D9E-BA8E-447AE3147489}">
      <dsp:nvSpPr>
        <dsp:cNvPr id="0" name=""/>
        <dsp:cNvSpPr/>
      </dsp:nvSpPr>
      <dsp:spPr>
        <a:xfrm>
          <a:off x="0" y="1929292"/>
          <a:ext cx="5879589" cy="247398"/>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71120" tIns="12700" rIns="71120" bIns="12700" numCol="1" spcCol="1270" anchor="ctr" anchorCtr="0">
          <a:noAutofit/>
        </a:bodyPr>
        <a:lstStyle/>
        <a:p>
          <a:pPr marL="0" lvl="0" indent="0" algn="l" defTabSz="444500">
            <a:lnSpc>
              <a:spcPct val="90000"/>
            </a:lnSpc>
            <a:spcBef>
              <a:spcPct val="0"/>
            </a:spcBef>
            <a:spcAft>
              <a:spcPct val="35000"/>
            </a:spcAft>
            <a:buNone/>
          </a:pPr>
          <a:r>
            <a:rPr lang="en-US" sz="1000" b="1" kern="1200">
              <a:latin typeface="Aptos"/>
            </a:rPr>
            <a:t>*every time you want to start the </a:t>
          </a:r>
          <a:r>
            <a:rPr lang="en-US" sz="1000" b="1" kern="1200" err="1">
              <a:latin typeface="Aptos"/>
            </a:rPr>
            <a:t>envioronment</a:t>
          </a:r>
          <a:r>
            <a:rPr lang="en-US" sz="1000" b="1" kern="1200">
              <a:latin typeface="Aptos"/>
            </a:rPr>
            <a:t> to run </a:t>
          </a:r>
          <a:r>
            <a:rPr lang="en-US" sz="1000" b="1" kern="1200" err="1">
              <a:latin typeface="Aptos"/>
            </a:rPr>
            <a:t>wssh</a:t>
          </a:r>
          <a:r>
            <a:rPr lang="en-US" sz="1000" b="1" kern="1200">
              <a:latin typeface="Aptos"/>
            </a:rPr>
            <a:t>, type </a:t>
          </a:r>
          <a:r>
            <a:rPr lang="en-US" sz="1000" b="1" kern="1200" err="1">
              <a:latin typeface="Aptos"/>
            </a:rPr>
            <a:t>thatwhile</a:t>
          </a:r>
          <a:r>
            <a:rPr lang="en-US" sz="1000" b="1" kern="1200">
              <a:latin typeface="Aptos"/>
            </a:rPr>
            <a:t> in the appropriate folder</a:t>
          </a:r>
        </a:p>
      </dsp:txBody>
      <dsp:txXfrm>
        <a:off x="0" y="1929292"/>
        <a:ext cx="5879589" cy="247398"/>
      </dsp:txXfrm>
    </dsp:sp>
    <dsp:sp modelId="{1C3A296A-D5AA-4C58-AD91-62526A77406A}">
      <dsp:nvSpPr>
        <dsp:cNvPr id="0" name=""/>
        <dsp:cNvSpPr/>
      </dsp:nvSpPr>
      <dsp:spPr>
        <a:xfrm rot="10800000">
          <a:off x="0" y="819516"/>
          <a:ext cx="5879589" cy="827421"/>
        </a:xfrm>
        <a:prstGeom prst="upArrowCallout">
          <a:avLst/>
        </a:prstGeom>
        <a:solidFill>
          <a:schemeClr val="accent2">
            <a:hueOff val="5369678"/>
            <a:satOff val="-15411"/>
            <a:lumOff val="-24674"/>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444500">
            <a:lnSpc>
              <a:spcPct val="90000"/>
            </a:lnSpc>
            <a:spcBef>
              <a:spcPct val="0"/>
            </a:spcBef>
            <a:spcAft>
              <a:spcPct val="35000"/>
            </a:spcAft>
            <a:buNone/>
          </a:pPr>
          <a:r>
            <a:rPr lang="en-US" sz="1000" b="1" kern="1200">
              <a:latin typeface="Aptos"/>
            </a:rPr>
            <a:t>Still in the directory (folder) you made, "python3 –m </a:t>
          </a:r>
          <a:r>
            <a:rPr lang="en-US" sz="1000" b="1" kern="1200" err="1">
              <a:latin typeface="Aptos"/>
            </a:rPr>
            <a:t>venv</a:t>
          </a:r>
          <a:r>
            <a:rPr lang="en-US" sz="1000" b="1" kern="1200">
              <a:latin typeface="Aptos"/>
            </a:rPr>
            <a:t> </a:t>
          </a:r>
          <a:r>
            <a:rPr lang="en-US" sz="1000" b="1" kern="1200" err="1">
              <a:latin typeface="Aptos"/>
            </a:rPr>
            <a:t>venv</a:t>
          </a:r>
          <a:r>
            <a:rPr lang="en-US" sz="1000" b="1" kern="1200">
              <a:latin typeface="Aptos"/>
            </a:rPr>
            <a:t>"</a:t>
          </a:r>
        </a:p>
      </dsp:txBody>
      <dsp:txXfrm rot="10800000">
        <a:off x="0" y="819516"/>
        <a:ext cx="5879589" cy="537633"/>
      </dsp:txXfrm>
    </dsp:sp>
    <dsp:sp modelId="{621C24C3-DD4E-4359-87FE-A9A7E0A504E7}">
      <dsp:nvSpPr>
        <dsp:cNvPr id="0" name=""/>
        <dsp:cNvSpPr/>
      </dsp:nvSpPr>
      <dsp:spPr>
        <a:xfrm rot="10800000">
          <a:off x="0" y="165"/>
          <a:ext cx="5879589" cy="827421"/>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1120" tIns="71120" rIns="71120" bIns="71120" numCol="1" spcCol="1270" anchor="ctr" anchorCtr="0">
          <a:noAutofit/>
        </a:bodyPr>
        <a:lstStyle/>
        <a:p>
          <a:pPr marL="0" lvl="0" indent="0" algn="l" defTabSz="444500" rtl="0">
            <a:lnSpc>
              <a:spcPct val="90000"/>
            </a:lnSpc>
            <a:spcBef>
              <a:spcPct val="0"/>
            </a:spcBef>
            <a:spcAft>
              <a:spcPct val="35000"/>
            </a:spcAft>
            <a:buNone/>
          </a:pPr>
          <a:r>
            <a:rPr lang="en-US" sz="1000" b="1" kern="1200">
              <a:latin typeface="Aptos"/>
            </a:rPr>
            <a:t>Open the manager and install it. </a:t>
          </a:r>
        </a:p>
      </dsp:txBody>
      <dsp:txXfrm rot="10800000">
        <a:off x="0" y="165"/>
        <a:ext cx="5879589" cy="537633"/>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25321587-78E7-4780-9AF8-6E1A7529BF79}">
      <dsp:nvSpPr>
        <dsp:cNvPr id="0" name=""/>
        <dsp:cNvSpPr/>
      </dsp:nvSpPr>
      <dsp:spPr>
        <a:xfrm>
          <a:off x="0" y="1763389"/>
          <a:ext cx="3296047" cy="1156974"/>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a:t>Wait for directions</a:t>
          </a:r>
        </a:p>
      </dsp:txBody>
      <dsp:txXfrm>
        <a:off x="0" y="1763389"/>
        <a:ext cx="3296047" cy="1156974"/>
      </dsp:txXfrm>
    </dsp:sp>
    <dsp:sp modelId="{1C3A296A-D5AA-4C58-AD91-62526A77406A}">
      <dsp:nvSpPr>
        <dsp:cNvPr id="0" name=""/>
        <dsp:cNvSpPr/>
      </dsp:nvSpPr>
      <dsp:spPr>
        <a:xfrm rot="10800000">
          <a:off x="0" y="1317"/>
          <a:ext cx="3296047" cy="1779426"/>
        </a:xfrm>
        <a:prstGeom prst="upArrowCallout">
          <a:avLst/>
        </a:prstGeom>
        <a:solidFill>
          <a:schemeClr val="accent2">
            <a:hueOff val="6443614"/>
            <a:satOff val="-18493"/>
            <a:lumOff val="-29609"/>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42240" tIns="142240" rIns="142240" bIns="142240" numCol="1" spcCol="1270" anchor="ctr" anchorCtr="0">
          <a:noAutofit/>
        </a:bodyPr>
        <a:lstStyle/>
        <a:p>
          <a:pPr marL="0" lvl="0" indent="0" algn="ctr" defTabSz="889000">
            <a:lnSpc>
              <a:spcPct val="90000"/>
            </a:lnSpc>
            <a:spcBef>
              <a:spcPct val="0"/>
            </a:spcBef>
            <a:spcAft>
              <a:spcPct val="35000"/>
            </a:spcAft>
            <a:buNone/>
          </a:pPr>
          <a:r>
            <a:rPr lang="en-US" sz="2000" b="1" kern="1200"/>
            <a:t>Use the slip of info we gave you to login to your WEBSSH computer</a:t>
          </a:r>
        </a:p>
      </dsp:txBody>
      <dsp:txXfrm rot="10800000">
        <a:off x="0" y="1317"/>
        <a:ext cx="3296047" cy="1156218"/>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5E9F70E-33B7-469A-A534-DB3D56C2DD6D}">
      <dsp:nvSpPr>
        <dsp:cNvPr id="0" name=""/>
        <dsp:cNvSpPr/>
      </dsp:nvSpPr>
      <dsp:spPr>
        <a:xfrm>
          <a:off x="212335"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1D9F54-E9AA-4889-A333-062A9ED9E048}">
      <dsp:nvSpPr>
        <dsp:cNvPr id="0" name=""/>
        <dsp:cNvSpPr/>
      </dsp:nvSpPr>
      <dsp:spPr>
        <a:xfrm>
          <a:off x="492877"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E292A6D-8A0B-4412-BCAD-1E6132632650}">
      <dsp:nvSpPr>
        <dsp:cNvPr id="0" name=""/>
        <dsp:cNvSpPr/>
      </dsp:nvSpPr>
      <dsp:spPr>
        <a:xfrm>
          <a:off x="1834517"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a:t>Binary and </a:t>
          </a:r>
          <a:r>
            <a:rPr lang="en-US" sz="2200" kern="1200">
              <a:latin typeface="Aptos Display" panose="020F0302020204030204"/>
            </a:rPr>
            <a:t>decimal</a:t>
          </a:r>
          <a:r>
            <a:rPr lang="en-US" sz="2200" kern="1200"/>
            <a:t> are two ways of counting. </a:t>
          </a:r>
        </a:p>
      </dsp:txBody>
      <dsp:txXfrm>
        <a:off x="1834517" y="469890"/>
        <a:ext cx="3148942" cy="1335915"/>
      </dsp:txXfrm>
    </dsp:sp>
    <dsp:sp modelId="{26CFF2AE-3B8C-42BF-9D07-59ED9C413600}">
      <dsp:nvSpPr>
        <dsp:cNvPr id="0" name=""/>
        <dsp:cNvSpPr/>
      </dsp:nvSpPr>
      <dsp:spPr>
        <a:xfrm>
          <a:off x="5532139" y="469890"/>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8CBAE5DE-6302-4DB2-AA2F-578D7435558C}">
      <dsp:nvSpPr>
        <dsp:cNvPr id="0" name=""/>
        <dsp:cNvSpPr/>
      </dsp:nvSpPr>
      <dsp:spPr>
        <a:xfrm>
          <a:off x="5812681" y="750432"/>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5305992-A48C-4849-B55A-AE3E5A0535F8}">
      <dsp:nvSpPr>
        <dsp:cNvPr id="0" name=""/>
        <dsp:cNvSpPr/>
      </dsp:nvSpPr>
      <dsp:spPr>
        <a:xfrm>
          <a:off x="7154322" y="469890"/>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rtl="0">
            <a:lnSpc>
              <a:spcPct val="100000"/>
            </a:lnSpc>
            <a:spcBef>
              <a:spcPct val="0"/>
            </a:spcBef>
            <a:spcAft>
              <a:spcPct val="35000"/>
            </a:spcAft>
            <a:buNone/>
          </a:pPr>
          <a:r>
            <a:rPr lang="en-US" sz="2200" kern="1200"/>
            <a:t>Computers store </a:t>
          </a:r>
          <a:r>
            <a:rPr lang="en-US" sz="2200" kern="1200">
              <a:latin typeface="Aptos Display" panose="020F0302020204030204"/>
            </a:rPr>
            <a:t>and transmit their</a:t>
          </a:r>
          <a:r>
            <a:rPr lang="en-US" sz="2200" kern="1200"/>
            <a:t> info in binary (base-2</a:t>
          </a:r>
          <a:r>
            <a:rPr lang="en-US" sz="2200" kern="1200">
              <a:latin typeface="Aptos Display" panose="020F0302020204030204"/>
            </a:rPr>
            <a:t>)</a:t>
          </a:r>
        </a:p>
      </dsp:txBody>
      <dsp:txXfrm>
        <a:off x="7154322" y="469890"/>
        <a:ext cx="3148942" cy="1335915"/>
      </dsp:txXfrm>
    </dsp:sp>
    <dsp:sp modelId="{C8BBB9FF-3B0C-4838-9F2A-3DC567917620}">
      <dsp:nvSpPr>
        <dsp:cNvPr id="0" name=""/>
        <dsp:cNvSpPr/>
      </dsp:nvSpPr>
      <dsp:spPr>
        <a:xfrm>
          <a:off x="212335"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C3620C79-9F8F-4699-AE01-AD0A70FACE4B}">
      <dsp:nvSpPr>
        <dsp:cNvPr id="0" name=""/>
        <dsp:cNvSpPr/>
      </dsp:nvSpPr>
      <dsp:spPr>
        <a:xfrm>
          <a:off x="492877" y="2826074"/>
          <a:ext cx="774830" cy="774830"/>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1ABDCFC2-0BF5-4970-B73E-D0C2044CFC2F}">
      <dsp:nvSpPr>
        <dsp:cNvPr id="0" name=""/>
        <dsp:cNvSpPr/>
      </dsp:nvSpPr>
      <dsp:spPr>
        <a:xfrm>
          <a:off x="1834517"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a:t>This is how your online internet address is configured (IP Address)</a:t>
          </a:r>
        </a:p>
      </dsp:txBody>
      <dsp:txXfrm>
        <a:off x="1834517" y="2545532"/>
        <a:ext cx="3148942" cy="1335915"/>
      </dsp:txXfrm>
    </dsp:sp>
    <dsp:sp modelId="{DB7E86F6-6145-4F35-9AA7-7E2D85953157}">
      <dsp:nvSpPr>
        <dsp:cNvPr id="0" name=""/>
        <dsp:cNvSpPr/>
      </dsp:nvSpPr>
      <dsp:spPr>
        <a:xfrm>
          <a:off x="5532139" y="2545532"/>
          <a:ext cx="1335915" cy="1335915"/>
        </a:xfrm>
        <a:prstGeom prst="ellipse">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E47578A4-B101-4F06-A3EC-26F6E3325FBD}">
      <dsp:nvSpPr>
        <dsp:cNvPr id="0" name=""/>
        <dsp:cNvSpPr/>
      </dsp:nvSpPr>
      <dsp:spPr>
        <a:xfrm>
          <a:off x="5812681" y="2826074"/>
          <a:ext cx="774830" cy="77483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E360A03E-DF09-4316-A906-93B690395517}">
      <dsp:nvSpPr>
        <dsp:cNvPr id="0" name=""/>
        <dsp:cNvSpPr/>
      </dsp:nvSpPr>
      <dsp:spPr>
        <a:xfrm>
          <a:off x="7154322" y="2545532"/>
          <a:ext cx="3148942" cy="1335915"/>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0" tIns="0" rIns="0" bIns="0" numCol="1" spcCol="1270" anchor="ctr" anchorCtr="0">
          <a:noAutofit/>
        </a:bodyPr>
        <a:lstStyle/>
        <a:p>
          <a:pPr marL="0" lvl="0" indent="0" algn="l" defTabSz="977900">
            <a:lnSpc>
              <a:spcPct val="100000"/>
            </a:lnSpc>
            <a:spcBef>
              <a:spcPct val="0"/>
            </a:spcBef>
            <a:spcAft>
              <a:spcPct val="35000"/>
            </a:spcAft>
            <a:buNone/>
          </a:pPr>
          <a:r>
            <a:rPr lang="en-US" sz="2200" kern="1200"/>
            <a:t>Computers read your IP address, packet information, etc. in binary</a:t>
          </a:r>
        </a:p>
      </dsp:txBody>
      <dsp:txXfrm>
        <a:off x="7154322" y="2545532"/>
        <a:ext cx="3148942" cy="1335915"/>
      </dsp:txXfrm>
    </dsp:sp>
  </dsp:spTree>
</dsp:drawing>
</file>

<file path=ppt/diagrams/drawing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21DBFCD-B026-4BEB-87FA-23104DD4B11B}">
      <dsp:nvSpPr>
        <dsp:cNvPr id="0" name=""/>
        <dsp:cNvSpPr/>
      </dsp:nvSpPr>
      <dsp:spPr>
        <a:xfrm>
          <a:off x="763238" y="348107"/>
          <a:ext cx="3655123" cy="3655123"/>
        </a:xfrm>
        <a:prstGeom prst="ellipse">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4290" tIns="34290" rIns="34290" bIns="34290" numCol="1" spcCol="1270" anchor="t" anchorCtr="0">
          <a:noAutofit/>
        </a:bodyPr>
        <a:lstStyle/>
        <a:p>
          <a:pPr marL="0" lvl="0" indent="0" algn="l" defTabSz="1200150">
            <a:lnSpc>
              <a:spcPct val="90000"/>
            </a:lnSpc>
            <a:spcBef>
              <a:spcPct val="0"/>
            </a:spcBef>
            <a:spcAft>
              <a:spcPct val="35000"/>
            </a:spcAft>
            <a:buNone/>
          </a:pPr>
          <a:r>
            <a:rPr lang="en-US" sz="2700" kern="1200"/>
            <a:t>External (public)</a:t>
          </a:r>
        </a:p>
        <a:p>
          <a:pPr marL="228600" lvl="1" indent="-228600" algn="l" defTabSz="933450">
            <a:lnSpc>
              <a:spcPct val="90000"/>
            </a:lnSpc>
            <a:spcBef>
              <a:spcPct val="0"/>
            </a:spcBef>
            <a:spcAft>
              <a:spcPct val="15000"/>
            </a:spcAft>
            <a:buChar char="•"/>
          </a:pPr>
          <a:r>
            <a:rPr lang="en-US" sz="2100" kern="1200"/>
            <a:t>Globally unique </a:t>
          </a:r>
        </a:p>
        <a:p>
          <a:pPr marL="228600" lvl="1" indent="-228600" algn="l" defTabSz="933450">
            <a:lnSpc>
              <a:spcPct val="90000"/>
            </a:lnSpc>
            <a:spcBef>
              <a:spcPct val="0"/>
            </a:spcBef>
            <a:spcAft>
              <a:spcPct val="15000"/>
            </a:spcAft>
            <a:buChar char="•"/>
          </a:pPr>
          <a:r>
            <a:rPr lang="en-US" sz="2100" kern="1200"/>
            <a:t>Routable across the public internet</a:t>
          </a:r>
        </a:p>
        <a:p>
          <a:pPr marL="228600" lvl="1" indent="-228600" algn="l" defTabSz="933450">
            <a:lnSpc>
              <a:spcPct val="90000"/>
            </a:lnSpc>
            <a:spcBef>
              <a:spcPct val="0"/>
            </a:spcBef>
            <a:spcAft>
              <a:spcPct val="15000"/>
            </a:spcAft>
            <a:buChar char="•"/>
          </a:pPr>
          <a:r>
            <a:rPr lang="en-US" sz="2100" kern="1200"/>
            <a:t>Assigned by ISPs</a:t>
          </a:r>
        </a:p>
      </dsp:txBody>
      <dsp:txXfrm>
        <a:off x="1372425" y="957294"/>
        <a:ext cx="2436749" cy="2436749"/>
      </dsp:txXfrm>
    </dsp:sp>
    <dsp:sp modelId="{26148348-59C9-4DCA-A977-C682EB792E71}">
      <dsp:nvSpPr>
        <dsp:cNvPr id="0" name=""/>
        <dsp:cNvSpPr/>
      </dsp:nvSpPr>
      <dsp:spPr>
        <a:xfrm>
          <a:off x="554968" y="121748"/>
          <a:ext cx="4107663" cy="4107663"/>
        </a:xfrm>
        <a:prstGeom prst="circularArrow">
          <a:avLst>
            <a:gd name="adj1" fmla="val 5085"/>
            <a:gd name="adj2" fmla="val 327528"/>
            <a:gd name="adj3" fmla="val 15838612"/>
            <a:gd name="adj4" fmla="val 16233860"/>
            <a:gd name="adj5" fmla="val 5932"/>
          </a:avLst>
        </a:prstGeom>
        <a:solidFill>
          <a:schemeClr val="accent1">
            <a:tint val="60000"/>
            <a:hueOff val="0"/>
            <a:satOff val="0"/>
            <a:lumOff val="0"/>
            <a:alphaOff val="0"/>
          </a:schemeClr>
        </a:solidFill>
        <a:ln>
          <a:noFill/>
        </a:ln>
        <a:effectLst/>
      </dsp:spPr>
      <dsp:style>
        <a:lnRef idx="0">
          <a:scrgbClr r="0" g="0" b="0"/>
        </a:lnRef>
        <a:fillRef idx="1">
          <a:scrgbClr r="0" g="0" b="0"/>
        </a:fillRef>
        <a:effectRef idx="0">
          <a:scrgbClr r="0" g="0" b="0"/>
        </a:effectRef>
        <a:fontRef idx="minor">
          <a:schemeClr val="lt1"/>
        </a:fontRef>
      </dsp:style>
    </dsp:sp>
  </dsp:spTree>
</dsp:drawing>
</file>

<file path=ppt/diagrams/drawing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BAB98-A1FF-470A-B973-75C2C1B4488A}">
      <dsp:nvSpPr>
        <dsp:cNvPr id="0" name=""/>
        <dsp:cNvSpPr/>
      </dsp:nvSpPr>
      <dsp:spPr>
        <a:xfrm>
          <a:off x="0" y="43372"/>
          <a:ext cx="5408908" cy="795600"/>
        </a:xfrm>
        <a:prstGeom prst="roundRect">
          <a:avLst/>
        </a:prstGeom>
        <a:solidFill>
          <a:schemeClr val="accent5">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solidFill>
                <a:srgbClr val="FFFFFF"/>
              </a:solidFill>
              <a:latin typeface="Aptos"/>
              <a:ea typeface="+mn-ea"/>
              <a:cs typeface="+mn-cs"/>
            </a:rPr>
            <a:t>A broadcast is a message one device sends to everyone on the same network subnet</a:t>
          </a:r>
        </a:p>
      </dsp:txBody>
      <dsp:txXfrm>
        <a:off x="38838" y="82210"/>
        <a:ext cx="5331232" cy="717924"/>
      </dsp:txXfrm>
    </dsp:sp>
    <dsp:sp modelId="{D42C3B1B-8301-4303-960F-6A0F7749EB9D}">
      <dsp:nvSpPr>
        <dsp:cNvPr id="0" name=""/>
        <dsp:cNvSpPr/>
      </dsp:nvSpPr>
      <dsp:spPr>
        <a:xfrm>
          <a:off x="0" y="896572"/>
          <a:ext cx="5408908" cy="795600"/>
        </a:xfrm>
        <a:prstGeom prst="roundRect">
          <a:avLst/>
        </a:prstGeom>
        <a:solidFill>
          <a:schemeClr val="accent5">
            <a:hueOff val="-3038037"/>
            <a:satOff val="-207"/>
            <a:lumOff val="49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solidFill>
                <a:srgbClr val="FFFFFF"/>
              </a:solidFill>
              <a:latin typeface="Aptos" panose="020B0004020202020204"/>
              <a:ea typeface="+mn-ea"/>
              <a:cs typeface="+mn-cs"/>
            </a:rPr>
            <a:t>Room analogy and broadcast domain, ex. </a:t>
          </a:r>
          <a:r>
            <a:rPr lang="en-US" sz="2000" kern="1200" err="1">
              <a:solidFill>
                <a:srgbClr val="FFFFFF"/>
              </a:solidFill>
              <a:latin typeface="Aptos" panose="020B0004020202020204"/>
              <a:ea typeface="+mn-ea"/>
              <a:cs typeface="+mn-cs"/>
            </a:rPr>
            <a:t>ip</a:t>
          </a:r>
          <a:r>
            <a:rPr lang="en-US" sz="2000" kern="1200">
              <a:solidFill>
                <a:srgbClr val="FFFFFF"/>
              </a:solidFill>
              <a:latin typeface="Aptos" panose="020B0004020202020204"/>
              <a:ea typeface="+mn-ea"/>
              <a:cs typeface="+mn-cs"/>
            </a:rPr>
            <a:t> a</a:t>
          </a:r>
        </a:p>
      </dsp:txBody>
      <dsp:txXfrm>
        <a:off x="38838" y="935410"/>
        <a:ext cx="5331232" cy="717924"/>
      </dsp:txXfrm>
    </dsp:sp>
    <dsp:sp modelId="{28F25B8A-F7D0-4E2C-B13F-132624CEBE8D}">
      <dsp:nvSpPr>
        <dsp:cNvPr id="0" name=""/>
        <dsp:cNvSpPr/>
      </dsp:nvSpPr>
      <dsp:spPr>
        <a:xfrm>
          <a:off x="0" y="1749772"/>
          <a:ext cx="5408908" cy="795600"/>
        </a:xfrm>
        <a:prstGeom prst="roundRect">
          <a:avLst/>
        </a:prstGeom>
        <a:solidFill>
          <a:schemeClr val="accent5">
            <a:hueOff val="-6076075"/>
            <a:satOff val="-413"/>
            <a:lumOff val="981"/>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solidFill>
                <a:srgbClr val="FFFFFF"/>
              </a:solidFill>
              <a:latin typeface="Aptos" panose="020B0004020202020204"/>
              <a:ea typeface="+mn-ea"/>
              <a:cs typeface="+mn-cs"/>
            </a:rPr>
            <a:t>All devices in our example of the </a:t>
          </a:r>
          <a:r>
            <a:rPr lang="en-US" sz="2000" kern="1200">
              <a:solidFill>
                <a:srgbClr val="FFFFFF"/>
              </a:solidFill>
              <a:latin typeface="Aptos Display" panose="020F0302020204030204"/>
              <a:ea typeface="+mn-ea"/>
              <a:cs typeface="+mn-cs"/>
            </a:rPr>
            <a:t>192.168.20</a:t>
          </a:r>
          <a:r>
            <a:rPr lang="en-US" sz="2000" kern="1200">
              <a:solidFill>
                <a:srgbClr val="FFFFFF"/>
              </a:solidFill>
              <a:latin typeface="Aptos" panose="020B0004020202020204"/>
              <a:ea typeface="+mn-ea"/>
              <a:cs typeface="+mn-cs"/>
            </a:rPr>
            <a:t>.xxx are all in the same room</a:t>
          </a:r>
        </a:p>
      </dsp:txBody>
      <dsp:txXfrm>
        <a:off x="38838" y="1788610"/>
        <a:ext cx="5331232" cy="717924"/>
      </dsp:txXfrm>
    </dsp:sp>
    <dsp:sp modelId="{5CB5A6DA-1500-4A6A-A0A6-275824A3E98A}">
      <dsp:nvSpPr>
        <dsp:cNvPr id="0" name=""/>
        <dsp:cNvSpPr/>
      </dsp:nvSpPr>
      <dsp:spPr>
        <a:xfrm>
          <a:off x="0" y="2602972"/>
          <a:ext cx="5408908" cy="795600"/>
        </a:xfrm>
        <a:prstGeom prst="roundRect">
          <a:avLst/>
        </a:prstGeom>
        <a:solidFill>
          <a:schemeClr val="accent5">
            <a:hueOff val="-9114112"/>
            <a:satOff val="-620"/>
            <a:lumOff val="1471"/>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solidFill>
                <a:srgbClr val="FFFFFF"/>
              </a:solidFill>
              <a:latin typeface="Aptos" panose="020B0004020202020204"/>
              <a:ea typeface="+mn-ea"/>
              <a:cs typeface="+mn-cs"/>
            </a:rPr>
            <a:t>Routers doors/walls</a:t>
          </a:r>
        </a:p>
      </dsp:txBody>
      <dsp:txXfrm>
        <a:off x="38838" y="2641810"/>
        <a:ext cx="5331232" cy="717924"/>
      </dsp:txXfrm>
    </dsp:sp>
    <dsp:sp modelId="{60D4B827-DFB5-4310-857A-B8D13E2ACF72}">
      <dsp:nvSpPr>
        <dsp:cNvPr id="0" name=""/>
        <dsp:cNvSpPr/>
      </dsp:nvSpPr>
      <dsp:spPr>
        <a:xfrm>
          <a:off x="0" y="3456172"/>
          <a:ext cx="5408908" cy="795600"/>
        </a:xfrm>
        <a:prstGeom prst="roundRect">
          <a:avLst/>
        </a:prstGeom>
        <a:solidFill>
          <a:schemeClr val="accent5">
            <a:hueOff val="-12152150"/>
            <a:satOff val="-826"/>
            <a:lumOff val="1961"/>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solidFill>
                <a:srgbClr val="FFFFFF"/>
              </a:solidFill>
              <a:latin typeface="Aptos" panose="020B0004020202020204"/>
              <a:ea typeface="+mn-ea"/>
              <a:cs typeface="+mn-cs"/>
            </a:rPr>
            <a:t>Smaller rooms stop devices from hearing yells that aren't meant for them</a:t>
          </a:r>
        </a:p>
      </dsp:txBody>
      <dsp:txXfrm>
        <a:off x="38838" y="3495010"/>
        <a:ext cx="5331232" cy="717924"/>
      </dsp:txXfrm>
    </dsp:sp>
  </dsp:spTree>
</dsp:drawing>
</file>

<file path=ppt/diagrams/drawing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274E62E-EEF8-4753-A88C-0139C9FCC102}">
      <dsp:nvSpPr>
        <dsp:cNvPr id="0" name=""/>
        <dsp:cNvSpPr/>
      </dsp:nvSpPr>
      <dsp:spPr>
        <a:xfrm>
          <a:off x="0" y="0"/>
          <a:ext cx="3907890" cy="71127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0" kern="1200">
              <a:solidFill>
                <a:schemeClr val="bg1"/>
              </a:solidFill>
              <a:latin typeface="Calibri"/>
              <a:ea typeface="Calibri"/>
              <a:cs typeface="Calibri"/>
            </a:rPr>
            <a:t>Library book return policy</a:t>
          </a:r>
        </a:p>
      </dsp:txBody>
      <dsp:txXfrm>
        <a:off x="20832" y="20832"/>
        <a:ext cx="3057155" cy="669607"/>
      </dsp:txXfrm>
    </dsp:sp>
    <dsp:sp modelId="{B9FEFA19-A7C8-4129-89AB-7FF20414B737}">
      <dsp:nvSpPr>
        <dsp:cNvPr id="0" name=""/>
        <dsp:cNvSpPr/>
      </dsp:nvSpPr>
      <dsp:spPr>
        <a:xfrm>
          <a:off x="291823" y="810058"/>
          <a:ext cx="3907890" cy="71127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b="1" kern="1200"/>
            <a:t>DHCP leases </a:t>
          </a:r>
          <a:r>
            <a:rPr lang="en-US" sz="1700" b="1" kern="1200">
              <a:latin typeface="Aptos Display" panose="020F0302020204030204"/>
            </a:rPr>
            <a:t>vs</a:t>
          </a:r>
          <a:r>
            <a:rPr lang="en-US" sz="1700" b="1" kern="1200"/>
            <a:t> </a:t>
          </a:r>
          <a:r>
            <a:rPr lang="en-US" sz="1700" b="1" kern="1200">
              <a:latin typeface="Aptos Display" panose="020F0302020204030204"/>
            </a:rPr>
            <a:t>new per connection</a:t>
          </a:r>
          <a:endParaRPr lang="en-US" sz="1700" b="1" kern="1200"/>
        </a:p>
      </dsp:txBody>
      <dsp:txXfrm>
        <a:off x="312655" y="830890"/>
        <a:ext cx="3112077" cy="669607"/>
      </dsp:txXfrm>
    </dsp:sp>
    <dsp:sp modelId="{ACA4B6E7-58B4-445D-9BAD-5C19F2960DB2}">
      <dsp:nvSpPr>
        <dsp:cNvPr id="0" name=""/>
        <dsp:cNvSpPr/>
      </dsp:nvSpPr>
      <dsp:spPr>
        <a:xfrm>
          <a:off x="583646" y="1620117"/>
          <a:ext cx="3907890" cy="71127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a:latin typeface="Aptos Display" panose="020F0302020204030204"/>
            </a:rPr>
            <a:t>Within lease time, DHCP</a:t>
          </a:r>
          <a:r>
            <a:rPr lang="en-US" sz="1700" kern="1200"/>
            <a:t> </a:t>
          </a:r>
          <a:r>
            <a:rPr lang="en-US" sz="1700" b="1" kern="1200"/>
            <a:t>tries to give it the same IP</a:t>
          </a:r>
          <a:r>
            <a:rPr lang="en-US" sz="1700" kern="1200"/>
            <a:t> if available</a:t>
          </a:r>
        </a:p>
      </dsp:txBody>
      <dsp:txXfrm>
        <a:off x="604478" y="1640949"/>
        <a:ext cx="3112077" cy="669607"/>
      </dsp:txXfrm>
    </dsp:sp>
    <dsp:sp modelId="{63434D0D-0062-4FDF-B12B-6A41EB7063C4}">
      <dsp:nvSpPr>
        <dsp:cNvPr id="0" name=""/>
        <dsp:cNvSpPr/>
      </dsp:nvSpPr>
      <dsp:spPr>
        <a:xfrm>
          <a:off x="875469" y="2430176"/>
          <a:ext cx="3907890" cy="71127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a:latin typeface="Aptos Display" panose="020F0302020204030204"/>
            </a:rPr>
            <a:t>How does </a:t>
          </a:r>
          <a:r>
            <a:rPr lang="en-US" sz="1700" b="0" kern="1200">
              <a:latin typeface="Aptos Display" panose="020F0302020204030204"/>
            </a:rPr>
            <a:t>this </a:t>
          </a:r>
          <a:r>
            <a:rPr lang="en-US" sz="1700" kern="1200">
              <a:latin typeface="Aptos Display" panose="020F0302020204030204"/>
            </a:rPr>
            <a:t>stabilize the network?</a:t>
          </a:r>
        </a:p>
      </dsp:txBody>
      <dsp:txXfrm>
        <a:off x="896301" y="2451008"/>
        <a:ext cx="3112077" cy="669607"/>
      </dsp:txXfrm>
    </dsp:sp>
    <dsp:sp modelId="{F4B859D5-327D-43AF-B453-15A9C53790F1}">
      <dsp:nvSpPr>
        <dsp:cNvPr id="0" name=""/>
        <dsp:cNvSpPr/>
      </dsp:nvSpPr>
      <dsp:spPr>
        <a:xfrm>
          <a:off x="1167292" y="3240235"/>
          <a:ext cx="3907890" cy="711271"/>
        </a:xfrm>
        <a:prstGeom prst="roundRect">
          <a:avLst>
            <a:gd name="adj" fmla="val 10000"/>
          </a:avLst>
        </a:prstGeom>
        <a:solidFill>
          <a:schemeClr val="accent3">
            <a:hueOff val="0"/>
            <a:satOff val="0"/>
            <a:lumOff val="0"/>
            <a:alphaOff val="0"/>
          </a:schemeClr>
        </a:solidFill>
        <a:ln w="25400" cap="flat" cmpd="sng" algn="ctr">
          <a:solidFill>
            <a:schemeClr val="lt1">
              <a:hueOff val="0"/>
              <a:satOff val="0"/>
              <a:lumOff val="0"/>
              <a:alphaOff val="0"/>
            </a:schemeClr>
          </a:solidFill>
          <a:prstDash val="solid"/>
          <a:miter lim="800000"/>
        </a:ln>
        <a:effectLst/>
      </dsp:spPr>
      <dsp:style>
        <a:lnRef idx="3">
          <a:scrgbClr r="0" g="0" b="0"/>
        </a:lnRef>
        <a:fillRef idx="1">
          <a:scrgbClr r="0" g="0" b="0"/>
        </a:fillRef>
        <a:effectRef idx="1">
          <a:scrgbClr r="0" g="0" b="0"/>
        </a:effectRef>
        <a:fontRef idx="minor">
          <a:schemeClr val="lt1"/>
        </a:fontRef>
      </dsp:style>
      <dsp:txBody>
        <a:bodyPr spcFirstLastPara="0" vert="horz" wrap="square" lIns="64770" tIns="64770" rIns="64770" bIns="64770" numCol="1" spcCol="1270" anchor="ctr" anchorCtr="0">
          <a:noAutofit/>
        </a:bodyPr>
        <a:lstStyle/>
        <a:p>
          <a:pPr marL="0" lvl="0" indent="0" algn="l" defTabSz="755650" rtl="0">
            <a:lnSpc>
              <a:spcPct val="90000"/>
            </a:lnSpc>
            <a:spcBef>
              <a:spcPct val="0"/>
            </a:spcBef>
            <a:spcAft>
              <a:spcPct val="35000"/>
            </a:spcAft>
            <a:buNone/>
          </a:pPr>
          <a:r>
            <a:rPr lang="en-US" sz="1700" kern="1200">
              <a:latin typeface="Aptos Display" panose="020F0302020204030204"/>
            </a:rPr>
            <a:t>Unavailable IP = DHCP assigns another within its range​</a:t>
          </a:r>
          <a:endParaRPr lang="en-US" sz="1700" kern="1200"/>
        </a:p>
      </dsp:txBody>
      <dsp:txXfrm>
        <a:off x="1188124" y="3261067"/>
        <a:ext cx="3112077" cy="669607"/>
      </dsp:txXfrm>
    </dsp:sp>
    <dsp:sp modelId="{E27C755B-3DF0-4618-90C9-E0536DE276B0}">
      <dsp:nvSpPr>
        <dsp:cNvPr id="0" name=""/>
        <dsp:cNvSpPr/>
      </dsp:nvSpPr>
      <dsp:spPr>
        <a:xfrm>
          <a:off x="3445564" y="519623"/>
          <a:ext cx="462326" cy="462326"/>
        </a:xfrm>
        <a:prstGeom prst="downArrow">
          <a:avLst>
            <a:gd name="adj1" fmla="val 55000"/>
            <a:gd name="adj2" fmla="val 45000"/>
          </a:avLst>
        </a:prstGeom>
        <a:solidFill>
          <a:schemeClr val="accent3">
            <a:alpha val="90000"/>
            <a:tint val="40000"/>
            <a:hueOff val="0"/>
            <a:satOff val="0"/>
            <a:lumOff val="0"/>
            <a:alphaOff val="0"/>
          </a:schemeClr>
        </a:solid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3549587" y="519623"/>
        <a:ext cx="254280" cy="347900"/>
      </dsp:txXfrm>
    </dsp:sp>
    <dsp:sp modelId="{16C225A7-3A1E-4A9D-8D72-288E4DCFB38A}">
      <dsp:nvSpPr>
        <dsp:cNvPr id="0" name=""/>
        <dsp:cNvSpPr/>
      </dsp:nvSpPr>
      <dsp:spPr>
        <a:xfrm>
          <a:off x="3737387" y="1329682"/>
          <a:ext cx="462326" cy="462326"/>
        </a:xfrm>
        <a:prstGeom prst="downArrow">
          <a:avLst>
            <a:gd name="adj1" fmla="val 55000"/>
            <a:gd name="adj2" fmla="val 45000"/>
          </a:avLst>
        </a:prstGeom>
        <a:solidFill>
          <a:schemeClr val="accent3">
            <a:alpha val="90000"/>
            <a:tint val="40000"/>
            <a:hueOff val="0"/>
            <a:satOff val="0"/>
            <a:lumOff val="0"/>
            <a:alphaOff val="0"/>
          </a:schemeClr>
        </a:solid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3841410" y="1329682"/>
        <a:ext cx="254280" cy="347900"/>
      </dsp:txXfrm>
    </dsp:sp>
    <dsp:sp modelId="{0C279373-F4B9-43DA-AB95-B9E85E172DF4}">
      <dsp:nvSpPr>
        <dsp:cNvPr id="0" name=""/>
        <dsp:cNvSpPr/>
      </dsp:nvSpPr>
      <dsp:spPr>
        <a:xfrm>
          <a:off x="4029210" y="2127886"/>
          <a:ext cx="462326" cy="462326"/>
        </a:xfrm>
        <a:prstGeom prst="downArrow">
          <a:avLst>
            <a:gd name="adj1" fmla="val 55000"/>
            <a:gd name="adj2" fmla="val 45000"/>
          </a:avLst>
        </a:prstGeom>
        <a:solidFill>
          <a:schemeClr val="accent3">
            <a:alpha val="90000"/>
            <a:tint val="40000"/>
            <a:hueOff val="0"/>
            <a:satOff val="0"/>
            <a:lumOff val="0"/>
            <a:alphaOff val="0"/>
          </a:schemeClr>
        </a:solid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133233" y="2127886"/>
        <a:ext cx="254280" cy="347900"/>
      </dsp:txXfrm>
    </dsp:sp>
    <dsp:sp modelId="{5BDF8E67-355A-4337-A912-AFA6ECF60F51}">
      <dsp:nvSpPr>
        <dsp:cNvPr id="0" name=""/>
        <dsp:cNvSpPr/>
      </dsp:nvSpPr>
      <dsp:spPr>
        <a:xfrm>
          <a:off x="4321033" y="2945848"/>
          <a:ext cx="462326" cy="462326"/>
        </a:xfrm>
        <a:prstGeom prst="downArrow">
          <a:avLst>
            <a:gd name="adj1" fmla="val 55000"/>
            <a:gd name="adj2" fmla="val 45000"/>
          </a:avLst>
        </a:prstGeom>
        <a:solidFill>
          <a:schemeClr val="accent3">
            <a:alpha val="90000"/>
            <a:tint val="40000"/>
            <a:hueOff val="0"/>
            <a:satOff val="0"/>
            <a:lumOff val="0"/>
            <a:alphaOff val="0"/>
          </a:schemeClr>
        </a:solidFill>
        <a:ln w="19050" cap="flat" cmpd="sng" algn="ctr">
          <a:solidFill>
            <a:schemeClr val="accent3">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5400" tIns="25400" rIns="25400" bIns="25400" numCol="1" spcCol="1270" anchor="ctr" anchorCtr="0">
          <a:noAutofit/>
        </a:bodyPr>
        <a:lstStyle/>
        <a:p>
          <a:pPr marL="0" lvl="0" indent="0" algn="ctr" defTabSz="889000">
            <a:lnSpc>
              <a:spcPct val="90000"/>
            </a:lnSpc>
            <a:spcBef>
              <a:spcPct val="0"/>
            </a:spcBef>
            <a:spcAft>
              <a:spcPct val="35000"/>
            </a:spcAft>
            <a:buNone/>
          </a:pPr>
          <a:endParaRPr lang="en-US" sz="2000" kern="1200"/>
        </a:p>
      </dsp:txBody>
      <dsp:txXfrm>
        <a:off x="4425056" y="2945848"/>
        <a:ext cx="254280" cy="347900"/>
      </dsp:txXfrm>
    </dsp:sp>
  </dsp:spTree>
</dsp:drawing>
</file>

<file path=ppt/diagrams/drawing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B70F635B-1626-41A0-B972-A8ABD1A6548A}">
      <dsp:nvSpPr>
        <dsp:cNvPr id="0" name=""/>
        <dsp:cNvSpPr/>
      </dsp:nvSpPr>
      <dsp:spPr>
        <a:xfrm>
          <a:off x="615638" y="2433"/>
          <a:ext cx="1813813" cy="10882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A MAC address is like a serial number burned into a device's physical chip</a:t>
          </a:r>
        </a:p>
      </dsp:txBody>
      <dsp:txXfrm>
        <a:off x="615638" y="2433"/>
        <a:ext cx="1813813" cy="1088288"/>
      </dsp:txXfrm>
    </dsp:sp>
    <dsp:sp modelId="{FC2720D2-A3C6-46F5-9488-A37B6231EDA0}">
      <dsp:nvSpPr>
        <dsp:cNvPr id="0" name=""/>
        <dsp:cNvSpPr/>
      </dsp:nvSpPr>
      <dsp:spPr>
        <a:xfrm>
          <a:off x="2610833" y="2433"/>
          <a:ext cx="1813813" cy="10882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Written as 6 pairs of hexadecimal characters (e.g. 3C: 5A: B4: 12: 34: 56)</a:t>
          </a:r>
        </a:p>
      </dsp:txBody>
      <dsp:txXfrm>
        <a:off x="2610833" y="2433"/>
        <a:ext cx="1813813" cy="1088288"/>
      </dsp:txXfrm>
    </dsp:sp>
    <dsp:sp modelId="{562FE8F8-5C5E-4787-826C-08272CDF568C}">
      <dsp:nvSpPr>
        <dsp:cNvPr id="0" name=""/>
        <dsp:cNvSpPr/>
      </dsp:nvSpPr>
      <dsp:spPr>
        <a:xfrm>
          <a:off x="615638" y="1272102"/>
          <a:ext cx="1813813" cy="10882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First half identifies manufacturer, second half is unique to device</a:t>
          </a:r>
        </a:p>
      </dsp:txBody>
      <dsp:txXfrm>
        <a:off x="615638" y="1272102"/>
        <a:ext cx="1813813" cy="1088288"/>
      </dsp:txXfrm>
    </dsp:sp>
    <dsp:sp modelId="{F1E4CC4D-D645-4A0D-88E1-7ECAB360921C}">
      <dsp:nvSpPr>
        <dsp:cNvPr id="0" name=""/>
        <dsp:cNvSpPr/>
      </dsp:nvSpPr>
      <dsp:spPr>
        <a:xfrm>
          <a:off x="2610833" y="1272102"/>
          <a:ext cx="1813813" cy="10882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Unlike IP address, never changes no matter what network you join</a:t>
          </a:r>
        </a:p>
      </dsp:txBody>
      <dsp:txXfrm>
        <a:off x="2610833" y="1272102"/>
        <a:ext cx="1813813" cy="1088288"/>
      </dsp:txXfrm>
    </dsp:sp>
    <dsp:sp modelId="{3FD0D375-6AC1-4190-8BF0-6C3098C24A82}">
      <dsp:nvSpPr>
        <dsp:cNvPr id="0" name=""/>
        <dsp:cNvSpPr/>
      </dsp:nvSpPr>
      <dsp:spPr>
        <a:xfrm>
          <a:off x="1613235" y="2541771"/>
          <a:ext cx="1813813" cy="1088288"/>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5720" tIns="45720" rIns="45720" bIns="45720" numCol="1" spcCol="1270" anchor="ctr" anchorCtr="0">
          <a:noAutofit/>
        </a:bodyPr>
        <a:lstStyle/>
        <a:p>
          <a:pPr marL="0" lvl="0" indent="0" algn="ctr" defTabSz="533400">
            <a:lnSpc>
              <a:spcPct val="90000"/>
            </a:lnSpc>
            <a:spcBef>
              <a:spcPct val="0"/>
            </a:spcBef>
            <a:spcAft>
              <a:spcPct val="35000"/>
            </a:spcAft>
            <a:buNone/>
          </a:pPr>
          <a:r>
            <a:rPr lang="en-US" sz="1200" kern="1200"/>
            <a:t>Only matters on your local network segment; devices outside your subnet never see it directly because the routers mask it</a:t>
          </a:r>
        </a:p>
      </dsp:txBody>
      <dsp:txXfrm>
        <a:off x="1613235" y="2541771"/>
        <a:ext cx="1813813" cy="1088288"/>
      </dsp:txXfrm>
    </dsp:sp>
  </dsp:spTree>
</dsp:drawing>
</file>

<file path=ppt/diagrams/drawing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731E18E-823B-4381-8F07-583C2D22C466}">
      <dsp:nvSpPr>
        <dsp:cNvPr id="0" name=""/>
        <dsp:cNvSpPr/>
      </dsp:nvSpPr>
      <dsp:spPr>
        <a:xfrm>
          <a:off x="0" y="25748"/>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Base 16</a:t>
          </a:r>
        </a:p>
      </dsp:txBody>
      <dsp:txXfrm>
        <a:off x="38381" y="64129"/>
        <a:ext cx="10438838" cy="709478"/>
      </dsp:txXfrm>
    </dsp:sp>
    <dsp:sp modelId="{CD19D183-A90D-4B61-8464-732629EDF449}">
      <dsp:nvSpPr>
        <dsp:cNvPr id="0" name=""/>
        <dsp:cNvSpPr/>
      </dsp:nvSpPr>
      <dsp:spPr>
        <a:xfrm>
          <a:off x="0" y="904148"/>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Used for a MAC address</a:t>
          </a:r>
        </a:p>
      </dsp:txBody>
      <dsp:txXfrm>
        <a:off x="38381" y="942529"/>
        <a:ext cx="10438838" cy="709478"/>
      </dsp:txXfrm>
    </dsp:sp>
    <dsp:sp modelId="{30854192-966E-45AC-A9BD-27905A8850EC}">
      <dsp:nvSpPr>
        <dsp:cNvPr id="0" name=""/>
        <dsp:cNvSpPr/>
      </dsp:nvSpPr>
      <dsp:spPr>
        <a:xfrm>
          <a:off x="0" y="1782549"/>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Physical address of the computer </a:t>
          </a:r>
        </a:p>
      </dsp:txBody>
      <dsp:txXfrm>
        <a:off x="38381" y="1820930"/>
        <a:ext cx="10438838" cy="709478"/>
      </dsp:txXfrm>
    </dsp:sp>
    <dsp:sp modelId="{21C32184-C9ED-4310-B441-AE8BE9794ECB}">
      <dsp:nvSpPr>
        <dsp:cNvPr id="0" name=""/>
        <dsp:cNvSpPr/>
      </dsp:nvSpPr>
      <dsp:spPr>
        <a:xfrm>
          <a:off x="0" y="2660949"/>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More efficient way to show binary numbers</a:t>
          </a:r>
        </a:p>
      </dsp:txBody>
      <dsp:txXfrm>
        <a:off x="38381" y="2699330"/>
        <a:ext cx="10438838" cy="709478"/>
      </dsp:txXfrm>
    </dsp:sp>
    <dsp:sp modelId="{8C73C115-58A3-423D-8040-61198120E963}">
      <dsp:nvSpPr>
        <dsp:cNvPr id="0" name=""/>
        <dsp:cNvSpPr/>
      </dsp:nvSpPr>
      <dsp:spPr>
        <a:xfrm>
          <a:off x="0" y="3539349"/>
          <a:ext cx="10515600" cy="786240"/>
        </a:xfrm>
        <a:prstGeom prst="round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21920" tIns="121920" rIns="121920" bIns="121920" numCol="1" spcCol="1270" anchor="ctr" anchorCtr="0">
          <a:noAutofit/>
        </a:bodyPr>
        <a:lstStyle/>
        <a:p>
          <a:pPr marL="0" lvl="0" indent="0" algn="l" defTabSz="1422400">
            <a:lnSpc>
              <a:spcPct val="90000"/>
            </a:lnSpc>
            <a:spcBef>
              <a:spcPct val="0"/>
            </a:spcBef>
            <a:spcAft>
              <a:spcPct val="35000"/>
            </a:spcAft>
            <a:buNone/>
          </a:pPr>
          <a:r>
            <a:rPr lang="en-US" sz="3200" kern="1200"/>
            <a:t>1 Digit in hexadecimal is four digits (a byte) in binary</a:t>
          </a:r>
        </a:p>
      </dsp:txBody>
      <dsp:txXfrm>
        <a:off x="38381" y="3577730"/>
        <a:ext cx="10438838" cy="709478"/>
      </dsp:txXfrm>
    </dsp:sp>
  </dsp:spTree>
</dsp:drawing>
</file>

<file path=ppt/diagrams/drawing1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7225DB58-2494-488A-8415-F03DA47EE0BB}">
      <dsp:nvSpPr>
        <dsp:cNvPr id="0" name=""/>
        <dsp:cNvSpPr/>
      </dsp:nvSpPr>
      <dsp:spPr>
        <a:xfrm>
          <a:off x="2330697" y="445249"/>
          <a:ext cx="344689" cy="91440"/>
        </a:xfrm>
        <a:custGeom>
          <a:avLst/>
          <a:gdLst/>
          <a:ahLst/>
          <a:cxnLst/>
          <a:rect l="0" t="0" r="0" b="0"/>
          <a:pathLst>
            <a:path>
              <a:moveTo>
                <a:pt x="0" y="45720"/>
              </a:moveTo>
              <a:lnTo>
                <a:pt x="34468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2493660" y="489092"/>
        <a:ext cx="18764" cy="3752"/>
      </dsp:txXfrm>
    </dsp:sp>
    <dsp:sp modelId="{868C4713-EFDD-471C-BE7A-9E1FFC130D71}">
      <dsp:nvSpPr>
        <dsp:cNvPr id="0" name=""/>
        <dsp:cNvSpPr/>
      </dsp:nvSpPr>
      <dsp:spPr>
        <a:xfrm>
          <a:off x="700803" y="1460"/>
          <a:ext cx="1631693" cy="9790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954" tIns="83926" rIns="79954" bIns="83926" numCol="1" spcCol="1270" anchor="ctr" anchorCtr="0">
          <a:noAutofit/>
        </a:bodyPr>
        <a:lstStyle/>
        <a:p>
          <a:pPr marL="0" lvl="0" indent="0" algn="ctr" defTabSz="577850" rtl="0">
            <a:lnSpc>
              <a:spcPct val="100000"/>
            </a:lnSpc>
            <a:spcBef>
              <a:spcPct val="0"/>
            </a:spcBef>
            <a:spcAft>
              <a:spcPct val="35000"/>
            </a:spcAft>
            <a:buNone/>
          </a:pPr>
          <a:r>
            <a:rPr lang="en-US" sz="1300" kern="1200"/>
            <a:t>The internet's address book</a:t>
          </a:r>
          <a:endParaRPr lang="en-US" sz="1300" kern="1200">
            <a:latin typeface="Aptos Display" panose="020F0302020204030204"/>
          </a:endParaRPr>
        </a:p>
      </dsp:txBody>
      <dsp:txXfrm>
        <a:off x="700803" y="1460"/>
        <a:ext cx="1631693" cy="979016"/>
      </dsp:txXfrm>
    </dsp:sp>
    <dsp:sp modelId="{19BB583B-4597-438A-B171-9CE4D99E60F0}">
      <dsp:nvSpPr>
        <dsp:cNvPr id="0" name=""/>
        <dsp:cNvSpPr/>
      </dsp:nvSpPr>
      <dsp:spPr>
        <a:xfrm>
          <a:off x="1516650" y="978677"/>
          <a:ext cx="2006983" cy="344689"/>
        </a:xfrm>
        <a:custGeom>
          <a:avLst/>
          <a:gdLst/>
          <a:ahLst/>
          <a:cxnLst/>
          <a:rect l="0" t="0" r="0" b="0"/>
          <a:pathLst>
            <a:path>
              <a:moveTo>
                <a:pt x="2006983" y="0"/>
              </a:moveTo>
              <a:lnTo>
                <a:pt x="2006983" y="189444"/>
              </a:lnTo>
              <a:lnTo>
                <a:pt x="0" y="189444"/>
              </a:lnTo>
              <a:lnTo>
                <a:pt x="0" y="344689"/>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a:p>
          <a:pPr marL="0" lvl="0" indent="0" algn="ctr" defTabSz="266700">
            <a:lnSpc>
              <a:spcPct val="90000"/>
            </a:lnSpc>
            <a:spcBef>
              <a:spcPct val="0"/>
            </a:spcBef>
            <a:spcAft>
              <a:spcPct val="35000"/>
            </a:spcAft>
            <a:buNone/>
          </a:pPr>
          <a:endParaRPr lang="en-US" sz="600" kern="1200"/>
        </a:p>
      </dsp:txBody>
      <dsp:txXfrm>
        <a:off x="2469098" y="1038435"/>
        <a:ext cx="102088" cy="225173"/>
      </dsp:txXfrm>
    </dsp:sp>
    <dsp:sp modelId="{CD72FF37-361D-4345-AF63-6E54A972BEF9}">
      <dsp:nvSpPr>
        <dsp:cNvPr id="0" name=""/>
        <dsp:cNvSpPr/>
      </dsp:nvSpPr>
      <dsp:spPr>
        <a:xfrm>
          <a:off x="2707787" y="1460"/>
          <a:ext cx="1631693" cy="9790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954" tIns="83926" rIns="79954" bIns="83926" numCol="1" spcCol="1270" anchor="ctr" anchorCtr="0">
          <a:noAutofit/>
        </a:bodyPr>
        <a:lstStyle/>
        <a:p>
          <a:pPr marL="0" lvl="0" indent="0" algn="ctr" defTabSz="577850" rtl="0">
            <a:lnSpc>
              <a:spcPct val="100000"/>
            </a:lnSpc>
            <a:spcBef>
              <a:spcPct val="0"/>
            </a:spcBef>
            <a:spcAft>
              <a:spcPct val="35000"/>
            </a:spcAft>
            <a:buNone/>
          </a:pPr>
          <a:r>
            <a:rPr lang="en-US" sz="1300" kern="1200">
              <a:latin typeface="Aptos Display" panose="020F0302020204030204"/>
            </a:rPr>
            <a:t>Google.com vs IP </a:t>
          </a:r>
          <a:endParaRPr lang="en-US" sz="1300" kern="1200"/>
        </a:p>
      </dsp:txBody>
      <dsp:txXfrm>
        <a:off x="2707787" y="1460"/>
        <a:ext cx="1631693" cy="979016"/>
      </dsp:txXfrm>
    </dsp:sp>
    <dsp:sp modelId="{00969B03-1CF0-49ED-B8F4-506993F7E59B}">
      <dsp:nvSpPr>
        <dsp:cNvPr id="0" name=""/>
        <dsp:cNvSpPr/>
      </dsp:nvSpPr>
      <dsp:spPr>
        <a:xfrm>
          <a:off x="2330697" y="1799554"/>
          <a:ext cx="344689" cy="91440"/>
        </a:xfrm>
        <a:custGeom>
          <a:avLst/>
          <a:gdLst/>
          <a:ahLst/>
          <a:cxnLst/>
          <a:rect l="0" t="0" r="0" b="0"/>
          <a:pathLst>
            <a:path>
              <a:moveTo>
                <a:pt x="0" y="45720"/>
              </a:moveTo>
              <a:lnTo>
                <a:pt x="34468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93660" y="1843398"/>
        <a:ext cx="18764" cy="3752"/>
      </dsp:txXfrm>
    </dsp:sp>
    <dsp:sp modelId="{A8A404E1-D434-472B-9FE2-33146F2EC385}">
      <dsp:nvSpPr>
        <dsp:cNvPr id="0" name=""/>
        <dsp:cNvSpPr/>
      </dsp:nvSpPr>
      <dsp:spPr>
        <a:xfrm>
          <a:off x="700803" y="1355766"/>
          <a:ext cx="1631693" cy="9790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954" tIns="83926" rIns="79954" bIns="83926" numCol="1" spcCol="1270" anchor="ctr" anchorCtr="0">
          <a:noAutofit/>
        </a:bodyPr>
        <a:lstStyle/>
        <a:p>
          <a:pPr marL="0" lvl="0" indent="0" algn="ctr" defTabSz="577850">
            <a:lnSpc>
              <a:spcPct val="100000"/>
            </a:lnSpc>
            <a:spcBef>
              <a:spcPct val="0"/>
            </a:spcBef>
            <a:spcAft>
              <a:spcPct val="35000"/>
            </a:spcAft>
            <a:buNone/>
          </a:pPr>
          <a:r>
            <a:rPr lang="en-US" sz="1300" kern="1200"/>
            <a:t>Like </a:t>
          </a:r>
          <a:r>
            <a:rPr lang="en-US" sz="1300" kern="1200">
              <a:latin typeface="Aptos Display" panose="020F0302020204030204"/>
            </a:rPr>
            <a:t>Google Maps</a:t>
          </a:r>
          <a:endParaRPr lang="en-US" sz="1300" kern="1200"/>
        </a:p>
      </dsp:txBody>
      <dsp:txXfrm>
        <a:off x="700803" y="1355766"/>
        <a:ext cx="1631693" cy="979016"/>
      </dsp:txXfrm>
    </dsp:sp>
    <dsp:sp modelId="{6327D28C-A29A-4280-8275-D61BB53EA293}">
      <dsp:nvSpPr>
        <dsp:cNvPr id="0" name=""/>
        <dsp:cNvSpPr/>
      </dsp:nvSpPr>
      <dsp:spPr>
        <a:xfrm>
          <a:off x="1516650" y="2332983"/>
          <a:ext cx="2006983" cy="344689"/>
        </a:xfrm>
        <a:custGeom>
          <a:avLst/>
          <a:gdLst/>
          <a:ahLst/>
          <a:cxnLst/>
          <a:rect l="0" t="0" r="0" b="0"/>
          <a:pathLst>
            <a:path>
              <a:moveTo>
                <a:pt x="2006983" y="0"/>
              </a:moveTo>
              <a:lnTo>
                <a:pt x="2006983" y="189444"/>
              </a:lnTo>
              <a:lnTo>
                <a:pt x="0" y="189444"/>
              </a:lnTo>
              <a:lnTo>
                <a:pt x="0" y="344689"/>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69098" y="2503451"/>
        <a:ext cx="102088" cy="3752"/>
      </dsp:txXfrm>
    </dsp:sp>
    <dsp:sp modelId="{81857C4B-32BA-4C6A-BCCD-FB6FFAC7A967}">
      <dsp:nvSpPr>
        <dsp:cNvPr id="0" name=""/>
        <dsp:cNvSpPr/>
      </dsp:nvSpPr>
      <dsp:spPr>
        <a:xfrm>
          <a:off x="2707787" y="1355766"/>
          <a:ext cx="1631693" cy="9790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954" tIns="83926" rIns="79954" bIns="83926" numCol="1" spcCol="1270" anchor="ctr" anchorCtr="0">
          <a:noAutofit/>
        </a:bodyPr>
        <a:lstStyle/>
        <a:p>
          <a:pPr marL="0" lvl="0" indent="0" algn="ctr" defTabSz="577850">
            <a:lnSpc>
              <a:spcPct val="100000"/>
            </a:lnSpc>
            <a:spcBef>
              <a:spcPct val="0"/>
            </a:spcBef>
            <a:spcAft>
              <a:spcPct val="35000"/>
            </a:spcAft>
            <a:buNone/>
          </a:pPr>
          <a:r>
            <a:rPr lang="en-US" sz="1300" kern="1200"/>
            <a:t>Your device will ask a "resolver" (often run by your ISP)</a:t>
          </a:r>
        </a:p>
      </dsp:txBody>
      <dsp:txXfrm>
        <a:off x="2707787" y="1355766"/>
        <a:ext cx="1631693" cy="979016"/>
      </dsp:txXfrm>
    </dsp:sp>
    <dsp:sp modelId="{8C598595-CE4B-41AB-87F9-F788B349D808}">
      <dsp:nvSpPr>
        <dsp:cNvPr id="0" name=""/>
        <dsp:cNvSpPr/>
      </dsp:nvSpPr>
      <dsp:spPr>
        <a:xfrm>
          <a:off x="2330697" y="3153860"/>
          <a:ext cx="344689" cy="91440"/>
        </a:xfrm>
        <a:custGeom>
          <a:avLst/>
          <a:gdLst/>
          <a:ahLst/>
          <a:cxnLst/>
          <a:rect l="0" t="0" r="0" b="0"/>
          <a:pathLst>
            <a:path>
              <a:moveTo>
                <a:pt x="0" y="45720"/>
              </a:moveTo>
              <a:lnTo>
                <a:pt x="344689" y="45720"/>
              </a:lnTo>
            </a:path>
          </a:pathLst>
        </a:custGeom>
        <a:noFill/>
        <a:ln w="12700" cap="flat" cmpd="sng" algn="ctr">
          <a:solidFill>
            <a:schemeClr val="accent1">
              <a:hueOff val="0"/>
              <a:satOff val="0"/>
              <a:lumOff val="0"/>
              <a:alphaOff val="0"/>
            </a:schemeClr>
          </a:solidFill>
          <a:prstDash val="solid"/>
          <a:miter lim="800000"/>
          <a:tailEnd type="arrow"/>
        </a:ln>
        <a:effectLst/>
      </dsp:spPr>
      <dsp:style>
        <a:lnRef idx="1">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493660" y="3197704"/>
        <a:ext cx="18764" cy="3752"/>
      </dsp:txXfrm>
    </dsp:sp>
    <dsp:sp modelId="{35ABADA6-EE40-45C9-A291-296A23E49CAA}">
      <dsp:nvSpPr>
        <dsp:cNvPr id="0" name=""/>
        <dsp:cNvSpPr/>
      </dsp:nvSpPr>
      <dsp:spPr>
        <a:xfrm>
          <a:off x="700803" y="2710072"/>
          <a:ext cx="1631693" cy="9790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954" tIns="83926" rIns="79954" bIns="83926" numCol="1" spcCol="1270" anchor="ctr" anchorCtr="0">
          <a:noAutofit/>
        </a:bodyPr>
        <a:lstStyle/>
        <a:p>
          <a:pPr marL="0" lvl="0" indent="0" algn="ctr" defTabSz="577850" rtl="0">
            <a:lnSpc>
              <a:spcPct val="100000"/>
            </a:lnSpc>
            <a:spcBef>
              <a:spcPct val="0"/>
            </a:spcBef>
            <a:spcAft>
              <a:spcPct val="35000"/>
            </a:spcAft>
            <a:buNone/>
          </a:pPr>
          <a:r>
            <a:rPr lang="en-US" sz="1300" kern="1200"/>
            <a:t>If resolver doesn't know, it asks up a communication </a:t>
          </a:r>
          <a:r>
            <a:rPr lang="en-US" sz="1300" kern="1200">
              <a:latin typeface="Aptos Display" panose="020F0302020204030204"/>
            </a:rPr>
            <a:t>chain </a:t>
          </a:r>
          <a:endParaRPr lang="en-US" sz="1300" kern="1200"/>
        </a:p>
      </dsp:txBody>
      <dsp:txXfrm>
        <a:off x="700803" y="2710072"/>
        <a:ext cx="1631693" cy="979016"/>
      </dsp:txXfrm>
    </dsp:sp>
    <dsp:sp modelId="{566C67B3-0C34-4B01-881B-A3FBF126E36F}">
      <dsp:nvSpPr>
        <dsp:cNvPr id="0" name=""/>
        <dsp:cNvSpPr/>
      </dsp:nvSpPr>
      <dsp:spPr>
        <a:xfrm>
          <a:off x="2707787" y="2710072"/>
          <a:ext cx="1631693" cy="979016"/>
        </a:xfrm>
        <a:prstGeom prst="rect">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9954" tIns="83926" rIns="79954" bIns="83926" numCol="1" spcCol="1270" anchor="ctr" anchorCtr="0">
          <a:noAutofit/>
        </a:bodyPr>
        <a:lstStyle/>
        <a:p>
          <a:pPr marL="0" lvl="0" indent="0" algn="ctr" defTabSz="577850" rtl="0">
            <a:lnSpc>
              <a:spcPct val="100000"/>
            </a:lnSpc>
            <a:spcBef>
              <a:spcPct val="0"/>
            </a:spcBef>
            <a:spcAft>
              <a:spcPct val="35000"/>
            </a:spcAft>
            <a:buNone/>
          </a:pPr>
          <a:r>
            <a:rPr lang="en-US" sz="1300" kern="1200">
              <a:latin typeface="Aptos Display" panose="020F0302020204030204"/>
            </a:rPr>
            <a:t>Once </a:t>
          </a:r>
          <a:r>
            <a:rPr lang="en-US" sz="1300" kern="1200"/>
            <a:t>IP </a:t>
          </a:r>
          <a:r>
            <a:rPr lang="en-US" sz="1300" kern="1200">
              <a:latin typeface="Aptos Display" panose="020F0302020204030204"/>
            </a:rPr>
            <a:t>is given</a:t>
          </a:r>
          <a:r>
            <a:rPr lang="en-US" sz="1300" kern="1200"/>
            <a:t>, </a:t>
          </a:r>
          <a:r>
            <a:rPr lang="en-US" sz="1300" kern="1200">
              <a:latin typeface="Aptos Display" panose="020F0302020204030204"/>
            </a:rPr>
            <a:t>browser  connects</a:t>
          </a:r>
          <a:endParaRPr lang="en-US" sz="1300" kern="1200"/>
        </a:p>
      </dsp:txBody>
      <dsp:txXfrm>
        <a:off x="2707787" y="2710072"/>
        <a:ext cx="1631693" cy="979016"/>
      </dsp:txXfrm>
    </dsp:sp>
  </dsp:spTree>
</dsp:drawing>
</file>

<file path=ppt/diagrams/drawing1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0CE8CC-B1C8-4ADF-BB88-5670ADDB5C9D}">
      <dsp:nvSpPr>
        <dsp:cNvPr id="0" name=""/>
        <dsp:cNvSpPr/>
      </dsp:nvSpPr>
      <dsp:spPr>
        <a:xfrm>
          <a:off x="0" y="96102"/>
          <a:ext cx="2377440" cy="150967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41E5E4-2352-4A26-B76C-3C4F79C5CBB6}">
      <dsp:nvSpPr>
        <dsp:cNvPr id="0" name=""/>
        <dsp:cNvSpPr/>
      </dsp:nvSpPr>
      <dsp:spPr>
        <a:xfrm>
          <a:off x="264160" y="347054"/>
          <a:ext cx="2377440" cy="150967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06680" tIns="106680" rIns="106680" bIns="106680" numCol="1" spcCol="1270" anchor="ctr" anchorCtr="0">
          <a:noAutofit/>
        </a:bodyPr>
        <a:lstStyle/>
        <a:p>
          <a:pPr marL="0" lvl="0" indent="0" algn="ctr" defTabSz="1244600" rtl="0">
            <a:lnSpc>
              <a:spcPct val="90000"/>
            </a:lnSpc>
            <a:spcBef>
              <a:spcPct val="0"/>
            </a:spcBef>
            <a:spcAft>
              <a:spcPct val="35000"/>
            </a:spcAft>
            <a:buNone/>
          </a:pPr>
          <a:r>
            <a:rPr lang="en-US" sz="2800" kern="1200">
              <a:latin typeface="Aptos Display" panose="020F0302020204030204"/>
            </a:rPr>
            <a:t>DNS lookup being resolved</a:t>
          </a:r>
          <a:endParaRPr lang="en-US" sz="2800" kern="1200"/>
        </a:p>
      </dsp:txBody>
      <dsp:txXfrm>
        <a:off x="308377" y="391271"/>
        <a:ext cx="2289006" cy="1421240"/>
      </dsp:txXfrm>
    </dsp:sp>
  </dsp:spTree>
</dsp:drawing>
</file>

<file path=ppt/diagrams/drawing1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E0CE8CC-B1C8-4ADF-BB88-5670ADDB5C9D}">
      <dsp:nvSpPr>
        <dsp:cNvPr id="0" name=""/>
        <dsp:cNvSpPr/>
      </dsp:nvSpPr>
      <dsp:spPr>
        <a:xfrm>
          <a:off x="0" y="79164"/>
          <a:ext cx="2325188" cy="1476494"/>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B141E5E4-2352-4A26-B76C-3C4F79C5CBB6}">
      <dsp:nvSpPr>
        <dsp:cNvPr id="0" name=""/>
        <dsp:cNvSpPr/>
      </dsp:nvSpPr>
      <dsp:spPr>
        <a:xfrm>
          <a:off x="258354" y="324601"/>
          <a:ext cx="2325188" cy="1476494"/>
        </a:xfrm>
        <a:prstGeom prst="roundRect">
          <a:avLst>
            <a:gd name="adj" fmla="val 10000"/>
          </a:avLst>
        </a:prstGeom>
        <a:solidFill>
          <a:schemeClr val="lt1">
            <a:alpha val="90000"/>
            <a:hueOff val="0"/>
            <a:satOff val="0"/>
            <a:lumOff val="0"/>
            <a:alphaOff val="0"/>
          </a:schemeClr>
        </a:solidFill>
        <a:ln w="19050" cap="flat" cmpd="sng" algn="ctr">
          <a:solidFill>
            <a:schemeClr val="accen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4770" tIns="64770" rIns="64770" bIns="64770" numCol="1" spcCol="1270" anchor="ctr" anchorCtr="0">
          <a:noAutofit/>
        </a:bodyPr>
        <a:lstStyle/>
        <a:p>
          <a:pPr marL="0" lvl="0" indent="0" algn="ctr" defTabSz="755650">
            <a:lnSpc>
              <a:spcPct val="90000"/>
            </a:lnSpc>
            <a:spcBef>
              <a:spcPct val="0"/>
            </a:spcBef>
            <a:spcAft>
              <a:spcPct val="35000"/>
            </a:spcAft>
            <a:buNone/>
          </a:pPr>
          <a:r>
            <a:rPr lang="en-US" sz="1700" kern="1200"/>
            <a:t>Try both these commands with </a:t>
          </a:r>
          <a:r>
            <a:rPr lang="en-US" sz="1700" b="1" kern="1200"/>
            <a:t>"acep.uaf.edu" </a:t>
          </a:r>
          <a:r>
            <a:rPr lang="en-US" sz="1700" kern="1200"/>
            <a:t>instead of google.com. What do you notice?</a:t>
          </a:r>
        </a:p>
      </dsp:txBody>
      <dsp:txXfrm>
        <a:off x="301599" y="367846"/>
        <a:ext cx="2238698" cy="1390004"/>
      </dsp:txXfrm>
    </dsp:sp>
  </dsp:spTree>
</dsp:drawing>
</file>

<file path=ppt/diagrams/drawing1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482A175-AD2E-433E-ADAC-0F460D275FEF}">
      <dsp:nvSpPr>
        <dsp:cNvPr id="0" name=""/>
        <dsp:cNvSpPr/>
      </dsp:nvSpPr>
      <dsp:spPr>
        <a:xfrm>
          <a:off x="2533" y="105981"/>
          <a:ext cx="4752991" cy="237649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735" tIns="38735" rIns="38735" bIns="38735" numCol="1" spcCol="1270" anchor="ctr" anchorCtr="0">
          <a:noAutofit/>
        </a:bodyPr>
        <a:lstStyle/>
        <a:p>
          <a:pPr marL="0" lvl="0" indent="0" algn="ctr" defTabSz="2711450">
            <a:lnSpc>
              <a:spcPct val="90000"/>
            </a:lnSpc>
            <a:spcBef>
              <a:spcPct val="0"/>
            </a:spcBef>
            <a:spcAft>
              <a:spcPct val="35000"/>
            </a:spcAft>
            <a:buNone/>
            <a:defRPr cap="all"/>
          </a:pPr>
          <a:r>
            <a:rPr lang="en-US" sz="6100" kern="1200"/>
            <a:t>Type in "date"</a:t>
          </a:r>
        </a:p>
      </dsp:txBody>
      <dsp:txXfrm>
        <a:off x="2533" y="105981"/>
        <a:ext cx="4752991" cy="2376495"/>
      </dsp:txXfrm>
    </dsp:sp>
    <dsp:sp modelId="{F8D8CBF8-E4C0-4140-B2BE-BC02F1E40B89}">
      <dsp:nvSpPr>
        <dsp:cNvPr id="0" name=""/>
        <dsp:cNvSpPr/>
      </dsp:nvSpPr>
      <dsp:spPr>
        <a:xfrm>
          <a:off x="5753653" y="105981"/>
          <a:ext cx="4752991" cy="2376495"/>
        </a:xfrm>
        <a:prstGeom prst="rect">
          <a:avLst/>
        </a:prstGeom>
        <a:solidFill>
          <a:schemeClr val="accent2">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38735" tIns="38735" rIns="38735" bIns="38735" numCol="1" spcCol="1270" anchor="ctr" anchorCtr="0">
          <a:noAutofit/>
        </a:bodyPr>
        <a:lstStyle/>
        <a:p>
          <a:pPr marL="0" lvl="0" indent="0" algn="ctr" defTabSz="2711450">
            <a:lnSpc>
              <a:spcPct val="90000"/>
            </a:lnSpc>
            <a:spcBef>
              <a:spcPct val="0"/>
            </a:spcBef>
            <a:spcAft>
              <a:spcPct val="35000"/>
            </a:spcAft>
            <a:buNone/>
            <a:defRPr cap="all"/>
          </a:pPr>
          <a:r>
            <a:rPr lang="en-US" sz="6100" kern="1200"/>
            <a:t>What do you notice?</a:t>
          </a:r>
        </a:p>
      </dsp:txBody>
      <dsp:txXfrm>
        <a:off x="5753653" y="105981"/>
        <a:ext cx="4752991" cy="2376495"/>
      </dsp:txXfrm>
    </dsp:sp>
  </dsp:spTree>
</dsp:drawing>
</file>

<file path=ppt/diagrams/drawing1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19338109-91CE-4B83-89AF-D4A648972796}">
      <dsp:nvSpPr>
        <dsp:cNvPr id="0" name=""/>
        <dsp:cNvSpPr/>
      </dsp:nvSpPr>
      <dsp:spPr>
        <a:xfrm>
          <a:off x="0" y="0"/>
          <a:ext cx="4252151" cy="777718"/>
        </a:xfrm>
        <a:prstGeom prst="roundRect">
          <a:avLst>
            <a:gd name="adj" fmla="val 10000"/>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Come up to the training ground</a:t>
          </a:r>
        </a:p>
      </dsp:txBody>
      <dsp:txXfrm>
        <a:off x="22779" y="22779"/>
        <a:ext cx="3347214" cy="732160"/>
      </dsp:txXfrm>
    </dsp:sp>
    <dsp:sp modelId="{9B092376-9CC4-46F3-9361-4AC488B1C0AD}">
      <dsp:nvSpPr>
        <dsp:cNvPr id="0" name=""/>
        <dsp:cNvSpPr/>
      </dsp:nvSpPr>
      <dsp:spPr>
        <a:xfrm>
          <a:off x="356117" y="919121"/>
          <a:ext cx="4252151" cy="777718"/>
        </a:xfrm>
        <a:prstGeom prst="roundRect">
          <a:avLst>
            <a:gd name="adj" fmla="val 10000"/>
          </a:avLst>
        </a:prstGeom>
        <a:gradFill rotWithShape="0">
          <a:gsLst>
            <a:gs pos="0">
              <a:schemeClr val="accent5">
                <a:hueOff val="-4050717"/>
                <a:satOff val="-275"/>
                <a:lumOff val="654"/>
                <a:alphaOff val="0"/>
                <a:satMod val="103000"/>
                <a:lumMod val="102000"/>
                <a:tint val="94000"/>
              </a:schemeClr>
            </a:gs>
            <a:gs pos="50000">
              <a:schemeClr val="accent5">
                <a:hueOff val="-4050717"/>
                <a:satOff val="-275"/>
                <a:lumOff val="654"/>
                <a:alphaOff val="0"/>
                <a:satMod val="110000"/>
                <a:lumMod val="100000"/>
                <a:shade val="100000"/>
              </a:schemeClr>
            </a:gs>
            <a:gs pos="100000">
              <a:schemeClr val="accent5">
                <a:hueOff val="-4050717"/>
                <a:satOff val="-275"/>
                <a:lumOff val="654"/>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We will only be focusing on OSI layers 1-3</a:t>
          </a:r>
        </a:p>
      </dsp:txBody>
      <dsp:txXfrm>
        <a:off x="378896" y="941900"/>
        <a:ext cx="3344958" cy="732160"/>
      </dsp:txXfrm>
    </dsp:sp>
    <dsp:sp modelId="{E2F1D7F7-31D6-4A97-B972-A95EFCEC27F0}">
      <dsp:nvSpPr>
        <dsp:cNvPr id="0" name=""/>
        <dsp:cNvSpPr/>
      </dsp:nvSpPr>
      <dsp:spPr>
        <a:xfrm>
          <a:off x="706920" y="1838243"/>
          <a:ext cx="4252151" cy="777718"/>
        </a:xfrm>
        <a:prstGeom prst="roundRect">
          <a:avLst>
            <a:gd name="adj" fmla="val 10000"/>
          </a:avLst>
        </a:prstGeom>
        <a:gradFill rotWithShape="0">
          <a:gsLst>
            <a:gs pos="0">
              <a:schemeClr val="accent5">
                <a:hueOff val="-8101434"/>
                <a:satOff val="-551"/>
                <a:lumOff val="1307"/>
                <a:alphaOff val="0"/>
                <a:satMod val="103000"/>
                <a:lumMod val="102000"/>
                <a:tint val="94000"/>
              </a:schemeClr>
            </a:gs>
            <a:gs pos="50000">
              <a:schemeClr val="accent5">
                <a:hueOff val="-8101434"/>
                <a:satOff val="-551"/>
                <a:lumOff val="1307"/>
                <a:alphaOff val="0"/>
                <a:satMod val="110000"/>
                <a:lumMod val="100000"/>
                <a:shade val="100000"/>
              </a:schemeClr>
            </a:gs>
            <a:gs pos="100000">
              <a:schemeClr val="accent5">
                <a:hueOff val="-8101434"/>
                <a:satOff val="-551"/>
                <a:lumOff val="1307"/>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b="1" kern="1200">
              <a:latin typeface="Aptos Display" panose="020F0302020204030204"/>
            </a:rPr>
            <a:t>Managed vs unmanaged switches</a:t>
          </a:r>
          <a:endParaRPr lang="en-US" sz="2000" kern="1200"/>
        </a:p>
      </dsp:txBody>
      <dsp:txXfrm>
        <a:off x="729699" y="1861022"/>
        <a:ext cx="3350273" cy="732160"/>
      </dsp:txXfrm>
    </dsp:sp>
    <dsp:sp modelId="{430E47AF-98EB-47D6-9213-885BA420EE34}">
      <dsp:nvSpPr>
        <dsp:cNvPr id="0" name=""/>
        <dsp:cNvSpPr/>
      </dsp:nvSpPr>
      <dsp:spPr>
        <a:xfrm>
          <a:off x="1063037" y="2757364"/>
          <a:ext cx="4252151" cy="777718"/>
        </a:xfrm>
        <a:prstGeom prst="roundRect">
          <a:avLst>
            <a:gd name="adj" fmla="val 10000"/>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a:noFill/>
        </a:ln>
        <a:effectLst>
          <a:outerShdw blurRad="57150" dist="19050" dir="5400000" algn="ctr" rotWithShape="0">
            <a:srgbClr val="000000">
              <a:alpha val="63000"/>
            </a:srgbClr>
          </a:outerShdw>
        </a:effectLst>
      </dsp:spPr>
      <dsp:style>
        <a:lnRef idx="0">
          <a:scrgbClr r="0" g="0" b="0"/>
        </a:lnRef>
        <a:fillRef idx="3">
          <a:scrgbClr r="0" g="0" b="0"/>
        </a:fillRef>
        <a:effectRef idx="3">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solidFill>
                <a:srgbClr val="444444"/>
              </a:solidFill>
              <a:latin typeface="Calibri"/>
              <a:ea typeface="Calibri"/>
              <a:cs typeface="Calibri"/>
            </a:rPr>
            <a:t>Why do we have so many different LANs</a:t>
          </a:r>
        </a:p>
      </dsp:txBody>
      <dsp:txXfrm>
        <a:off x="1085816" y="2780143"/>
        <a:ext cx="3344958" cy="732160"/>
      </dsp:txXfrm>
    </dsp:sp>
    <dsp:sp modelId="{C9677558-626D-4114-8847-BB23D5D0FB1A}">
      <dsp:nvSpPr>
        <dsp:cNvPr id="0" name=""/>
        <dsp:cNvSpPr/>
      </dsp:nvSpPr>
      <dsp:spPr>
        <a:xfrm>
          <a:off x="3746634" y="595661"/>
          <a:ext cx="505516" cy="505516"/>
        </a:xfrm>
        <a:prstGeom prst="downArrow">
          <a:avLst>
            <a:gd name="adj1" fmla="val 55000"/>
            <a:gd name="adj2" fmla="val 45000"/>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3860375" y="595661"/>
        <a:ext cx="278034" cy="380401"/>
      </dsp:txXfrm>
    </dsp:sp>
    <dsp:sp modelId="{03C70476-E56B-4AC2-AA14-961F0D643614}">
      <dsp:nvSpPr>
        <dsp:cNvPr id="0" name=""/>
        <dsp:cNvSpPr/>
      </dsp:nvSpPr>
      <dsp:spPr>
        <a:xfrm>
          <a:off x="4102751" y="1514783"/>
          <a:ext cx="505516" cy="505516"/>
        </a:xfrm>
        <a:prstGeom prst="downArrow">
          <a:avLst>
            <a:gd name="adj1" fmla="val 55000"/>
            <a:gd name="adj2" fmla="val 45000"/>
          </a:avLst>
        </a:prstGeom>
        <a:solidFill>
          <a:schemeClr val="accent5">
            <a:tint val="40000"/>
            <a:alpha val="90000"/>
            <a:hueOff val="-5972333"/>
            <a:satOff val="1333"/>
            <a:lumOff val="20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216492" y="1514783"/>
        <a:ext cx="278034" cy="380401"/>
      </dsp:txXfrm>
    </dsp:sp>
    <dsp:sp modelId="{B28C5667-7125-444F-AC68-8E903EB5E355}">
      <dsp:nvSpPr>
        <dsp:cNvPr id="0" name=""/>
        <dsp:cNvSpPr/>
      </dsp:nvSpPr>
      <dsp:spPr>
        <a:xfrm>
          <a:off x="4453554" y="2433904"/>
          <a:ext cx="505516" cy="505516"/>
        </a:xfrm>
        <a:prstGeom prst="downArrow">
          <a:avLst>
            <a:gd name="adj1" fmla="val 55000"/>
            <a:gd name="adj2" fmla="val 45000"/>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567295" y="2433904"/>
        <a:ext cx="278034" cy="380401"/>
      </dsp:txXfrm>
    </dsp:sp>
  </dsp:spTree>
</dsp:drawing>
</file>

<file path=ppt/diagrams/drawing15.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890EE996-59D3-4947-93DE-249E475AB1AE}">
      <dsp:nvSpPr>
        <dsp:cNvPr id="0" name=""/>
        <dsp:cNvSpPr/>
      </dsp:nvSpPr>
      <dsp:spPr>
        <a:xfrm>
          <a:off x="0" y="0"/>
          <a:ext cx="4277677" cy="54426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Better security </a:t>
          </a:r>
        </a:p>
      </dsp:txBody>
      <dsp:txXfrm>
        <a:off x="15941" y="15941"/>
        <a:ext cx="3626692" cy="512384"/>
      </dsp:txXfrm>
    </dsp:sp>
    <dsp:sp modelId="{5F319066-F817-483D-A9D7-40677897A139}">
      <dsp:nvSpPr>
        <dsp:cNvPr id="0" name=""/>
        <dsp:cNvSpPr/>
      </dsp:nvSpPr>
      <dsp:spPr>
        <a:xfrm>
          <a:off x="319436" y="619858"/>
          <a:ext cx="4277677" cy="54426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a:lnSpc>
              <a:spcPct val="90000"/>
            </a:lnSpc>
            <a:spcBef>
              <a:spcPct val="0"/>
            </a:spcBef>
            <a:spcAft>
              <a:spcPct val="35000"/>
            </a:spcAft>
            <a:buNone/>
          </a:pPr>
          <a:r>
            <a:rPr lang="en-US" sz="1400" kern="1200"/>
            <a:t>Better performance</a:t>
          </a:r>
          <a:r>
            <a:rPr lang="en-US" sz="1400" kern="1200">
              <a:latin typeface="Aptos Display" panose="020F0302020204030204"/>
            </a:rPr>
            <a:t>;</a:t>
          </a:r>
          <a:r>
            <a:rPr lang="en-US" sz="1400" kern="1200"/>
            <a:t> less traffic to wade through </a:t>
          </a:r>
        </a:p>
      </dsp:txBody>
      <dsp:txXfrm>
        <a:off x="335377" y="635799"/>
        <a:ext cx="3572585" cy="512384"/>
      </dsp:txXfrm>
    </dsp:sp>
    <dsp:sp modelId="{27E3825D-F119-40EB-8BBB-C07CA0A6F257}">
      <dsp:nvSpPr>
        <dsp:cNvPr id="0" name=""/>
        <dsp:cNvSpPr/>
      </dsp:nvSpPr>
      <dsp:spPr>
        <a:xfrm>
          <a:off x="638873" y="1239717"/>
          <a:ext cx="4277677" cy="54426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a:t>Easier troubleshooting </a:t>
          </a:r>
          <a:endParaRPr lang="en-US" sz="1400" kern="1200">
            <a:latin typeface="Aptos Display" panose="020F0302020204030204"/>
          </a:endParaRPr>
        </a:p>
      </dsp:txBody>
      <dsp:txXfrm>
        <a:off x="654814" y="1255658"/>
        <a:ext cx="3572585" cy="512384"/>
      </dsp:txXfrm>
    </dsp:sp>
    <dsp:sp modelId="{C620EC68-CFA6-4F1C-B965-2F585CFD7642}">
      <dsp:nvSpPr>
        <dsp:cNvPr id="0" name=""/>
        <dsp:cNvSpPr/>
      </dsp:nvSpPr>
      <dsp:spPr>
        <a:xfrm>
          <a:off x="958310" y="1859576"/>
          <a:ext cx="4277677" cy="54426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kern="1200"/>
            <a:t>More organized </a:t>
          </a:r>
          <a:endParaRPr lang="en-US" sz="1400" i="0" kern="1200">
            <a:latin typeface="Aptos Display" panose="020F0302020204030204"/>
          </a:endParaRPr>
        </a:p>
      </dsp:txBody>
      <dsp:txXfrm>
        <a:off x="974251" y="1875517"/>
        <a:ext cx="3572585" cy="512384"/>
      </dsp:txXfrm>
    </dsp:sp>
    <dsp:sp modelId="{D7DD276A-2D62-4D6F-A88A-A84E61FB33A4}">
      <dsp:nvSpPr>
        <dsp:cNvPr id="0" name=""/>
        <dsp:cNvSpPr/>
      </dsp:nvSpPr>
      <dsp:spPr>
        <a:xfrm>
          <a:off x="1277747" y="2479435"/>
          <a:ext cx="4277677" cy="544266"/>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53340" rIns="53340" bIns="53340" numCol="1" spcCol="1270" anchor="ctr" anchorCtr="0">
          <a:noAutofit/>
        </a:bodyPr>
        <a:lstStyle/>
        <a:p>
          <a:pPr marL="0" lvl="0" indent="0" algn="l" defTabSz="622300" rtl="0">
            <a:lnSpc>
              <a:spcPct val="90000"/>
            </a:lnSpc>
            <a:spcBef>
              <a:spcPct val="0"/>
            </a:spcBef>
            <a:spcAft>
              <a:spcPct val="35000"/>
            </a:spcAft>
            <a:buNone/>
          </a:pPr>
          <a:r>
            <a:rPr lang="en-US" sz="1400" i="1" kern="1200">
              <a:latin typeface="Aptos Display" panose="020F0302020204030204"/>
            </a:rPr>
            <a:t>A focus of our</a:t>
          </a:r>
          <a:r>
            <a:rPr lang="en-US" sz="1400" i="1" kern="1200"/>
            <a:t> second module - firewalls</a:t>
          </a:r>
          <a:endParaRPr lang="en-US" sz="1400" kern="1200"/>
        </a:p>
      </dsp:txBody>
      <dsp:txXfrm>
        <a:off x="1293688" y="2495376"/>
        <a:ext cx="3572585" cy="512384"/>
      </dsp:txXfrm>
    </dsp:sp>
    <dsp:sp modelId="{6C4893F1-5CE6-45BE-A7C7-C13346495F20}">
      <dsp:nvSpPr>
        <dsp:cNvPr id="0" name=""/>
        <dsp:cNvSpPr/>
      </dsp:nvSpPr>
      <dsp:spPr>
        <a:xfrm>
          <a:off x="3923904" y="397616"/>
          <a:ext cx="353773" cy="353773"/>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003503" y="397616"/>
        <a:ext cx="194575" cy="266214"/>
      </dsp:txXfrm>
    </dsp:sp>
    <dsp:sp modelId="{FDEDD0D7-C68A-4DD2-9058-D1D053FEC7B9}">
      <dsp:nvSpPr>
        <dsp:cNvPr id="0" name=""/>
        <dsp:cNvSpPr/>
      </dsp:nvSpPr>
      <dsp:spPr>
        <a:xfrm>
          <a:off x="4243341" y="1017475"/>
          <a:ext cx="353773" cy="353773"/>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322940" y="1017475"/>
        <a:ext cx="194575" cy="266214"/>
      </dsp:txXfrm>
    </dsp:sp>
    <dsp:sp modelId="{E2621A3F-AA9D-4A94-879B-025C90069EF9}">
      <dsp:nvSpPr>
        <dsp:cNvPr id="0" name=""/>
        <dsp:cNvSpPr/>
      </dsp:nvSpPr>
      <dsp:spPr>
        <a:xfrm>
          <a:off x="4562777" y="1628263"/>
          <a:ext cx="353773" cy="353773"/>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642376" y="1628263"/>
        <a:ext cx="194575" cy="266214"/>
      </dsp:txXfrm>
    </dsp:sp>
    <dsp:sp modelId="{CC3B0971-4E6D-47B1-87FC-7123D22173C1}">
      <dsp:nvSpPr>
        <dsp:cNvPr id="0" name=""/>
        <dsp:cNvSpPr/>
      </dsp:nvSpPr>
      <dsp:spPr>
        <a:xfrm>
          <a:off x="4882214" y="2254169"/>
          <a:ext cx="353773" cy="353773"/>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0320" tIns="20320" rIns="20320" bIns="20320" numCol="1" spcCol="1270" anchor="ctr" anchorCtr="0">
          <a:noAutofit/>
        </a:bodyPr>
        <a:lstStyle/>
        <a:p>
          <a:pPr marL="0" lvl="0" indent="0" algn="ctr" defTabSz="711200">
            <a:lnSpc>
              <a:spcPct val="90000"/>
            </a:lnSpc>
            <a:spcBef>
              <a:spcPct val="0"/>
            </a:spcBef>
            <a:spcAft>
              <a:spcPct val="35000"/>
            </a:spcAft>
            <a:buNone/>
          </a:pPr>
          <a:endParaRPr lang="en-US" sz="1600" kern="1200"/>
        </a:p>
      </dsp:txBody>
      <dsp:txXfrm>
        <a:off x="4961813" y="2254169"/>
        <a:ext cx="194575" cy="266214"/>
      </dsp:txXfrm>
    </dsp:sp>
  </dsp:spTree>
</dsp:drawing>
</file>

<file path=ppt/diagrams/drawing16.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3974E39-FDB9-4777-B32C-9960BF972137}">
      <dsp:nvSpPr>
        <dsp:cNvPr id="0" name=""/>
        <dsp:cNvSpPr/>
      </dsp:nvSpPr>
      <dsp:spPr>
        <a:xfrm>
          <a:off x="0" y="2626263"/>
          <a:ext cx="2628900" cy="1723112"/>
        </a:xfrm>
        <a:prstGeom prst="rect">
          <a:avLst/>
        </a:prstGeom>
        <a:solidFill>
          <a:schemeClr val="accent2">
            <a:hueOff val="0"/>
            <a:satOff val="0"/>
            <a:lumOff val="0"/>
            <a:alphaOff val="0"/>
          </a:schemeClr>
        </a:solidFill>
        <a:ln w="19050" cap="flat" cmpd="sng" algn="ctr">
          <a:solidFill>
            <a:schemeClr val="accen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70688" rIns="186967" bIns="170688" numCol="1" spcCol="1270" anchor="ctr" anchorCtr="0">
          <a:noAutofit/>
        </a:bodyPr>
        <a:lstStyle/>
        <a:p>
          <a:pPr marL="0" lvl="0" indent="0" algn="ctr" defTabSz="1066800">
            <a:lnSpc>
              <a:spcPct val="90000"/>
            </a:lnSpc>
            <a:spcBef>
              <a:spcPct val="0"/>
            </a:spcBef>
            <a:spcAft>
              <a:spcPct val="35000"/>
            </a:spcAft>
            <a:buNone/>
            <a:defRPr b="1"/>
          </a:pPr>
          <a:r>
            <a:rPr lang="en-US" sz="2400" kern="1200"/>
            <a:t>Get a group member's IP and "traceroute &lt;insert their IP&gt;</a:t>
          </a:r>
        </a:p>
      </dsp:txBody>
      <dsp:txXfrm>
        <a:off x="0" y="2626263"/>
        <a:ext cx="2628900" cy="1723112"/>
      </dsp:txXfrm>
    </dsp:sp>
    <dsp:sp modelId="{BC885ED0-E96B-4BF6-BDE9-6EF1598A8E1C}">
      <dsp:nvSpPr>
        <dsp:cNvPr id="0" name=""/>
        <dsp:cNvSpPr/>
      </dsp:nvSpPr>
      <dsp:spPr>
        <a:xfrm>
          <a:off x="2628900" y="2626263"/>
          <a:ext cx="7886700" cy="1723112"/>
        </a:xfrm>
        <a:prstGeom prst="rect">
          <a:avLst/>
        </a:prstGeom>
        <a:solidFill>
          <a:schemeClr val="accent2">
            <a:tint val="40000"/>
            <a:alpha val="90000"/>
            <a:hueOff val="0"/>
            <a:satOff val="0"/>
            <a:lumOff val="0"/>
            <a:alphaOff val="0"/>
          </a:schemeClr>
        </a:solidFill>
        <a:ln w="19050" cap="flat" cmpd="sng" algn="ctr">
          <a:solidFill>
            <a:schemeClr val="accent2">
              <a:tint val="40000"/>
              <a:alpha val="9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304800" rIns="159980" bIns="304800" numCol="1" spcCol="1270" anchor="ctr" anchorCtr="0">
          <a:noAutofit/>
        </a:bodyPr>
        <a:lstStyle/>
        <a:p>
          <a:pPr marL="0" lvl="0" indent="0" algn="l" defTabSz="1066800">
            <a:lnSpc>
              <a:spcPct val="90000"/>
            </a:lnSpc>
            <a:spcBef>
              <a:spcPct val="0"/>
            </a:spcBef>
            <a:spcAft>
              <a:spcPct val="35000"/>
            </a:spcAft>
            <a:buNone/>
          </a:pPr>
          <a:r>
            <a:rPr lang="en-US" sz="2400" kern="1200"/>
            <a:t>What do you notice?</a:t>
          </a:r>
        </a:p>
      </dsp:txBody>
      <dsp:txXfrm>
        <a:off x="2628900" y="2626263"/>
        <a:ext cx="7886700" cy="1723112"/>
      </dsp:txXfrm>
    </dsp:sp>
    <dsp:sp modelId="{609E2A2E-B9BB-4B02-ABAA-875E54A9DEA1}">
      <dsp:nvSpPr>
        <dsp:cNvPr id="0" name=""/>
        <dsp:cNvSpPr/>
      </dsp:nvSpPr>
      <dsp:spPr>
        <a:xfrm rot="10800000">
          <a:off x="0" y="1962"/>
          <a:ext cx="2628900" cy="2650147"/>
        </a:xfrm>
        <a:prstGeom prst="upArrowCallout">
          <a:avLst>
            <a:gd name="adj1" fmla="val 5000"/>
            <a:gd name="adj2" fmla="val 10000"/>
            <a:gd name="adj3" fmla="val 15000"/>
            <a:gd name="adj4" fmla="val 64977"/>
          </a:avLst>
        </a:prstGeom>
        <a:solidFill>
          <a:schemeClr val="accent2">
            <a:hueOff val="6443614"/>
            <a:satOff val="-18493"/>
            <a:lumOff val="-29609"/>
            <a:alphaOff val="0"/>
          </a:schemeClr>
        </a:solidFill>
        <a:ln w="19050" cap="flat" cmpd="sng" algn="ctr">
          <a:solidFill>
            <a:schemeClr val="accent2">
              <a:hueOff val="6443614"/>
              <a:satOff val="-18493"/>
              <a:lumOff val="-29609"/>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186967" tIns="170688" rIns="186967" bIns="170688" numCol="1" spcCol="1270" anchor="ctr" anchorCtr="0">
          <a:noAutofit/>
        </a:bodyPr>
        <a:lstStyle/>
        <a:p>
          <a:pPr marL="0" lvl="0" indent="0" algn="ctr" defTabSz="1066800" rtl="0">
            <a:lnSpc>
              <a:spcPct val="90000"/>
            </a:lnSpc>
            <a:spcBef>
              <a:spcPct val="0"/>
            </a:spcBef>
            <a:spcAft>
              <a:spcPct val="35000"/>
            </a:spcAft>
            <a:buNone/>
            <a:defRPr b="1"/>
          </a:pPr>
          <a:r>
            <a:rPr lang="en-US" sz="2400" kern="1200"/>
            <a:t>Find someone in your group and try to ping </a:t>
          </a:r>
          <a:r>
            <a:rPr lang="en-US" sz="2400" kern="1200">
              <a:latin typeface="Aptos Display" panose="020F0302020204030204"/>
            </a:rPr>
            <a:t>their IP</a:t>
          </a:r>
          <a:endParaRPr lang="en-US" sz="2400" kern="1200"/>
        </a:p>
      </dsp:txBody>
      <dsp:txXfrm rot="-10800000">
        <a:off x="0" y="1962"/>
        <a:ext cx="2628900" cy="1722595"/>
      </dsp:txXfrm>
    </dsp:sp>
    <dsp:sp modelId="{B6CFC737-32BB-434A-965A-CBC6CDC9EE6F}">
      <dsp:nvSpPr>
        <dsp:cNvPr id="0" name=""/>
        <dsp:cNvSpPr/>
      </dsp:nvSpPr>
      <dsp:spPr>
        <a:xfrm>
          <a:off x="2628900" y="1962"/>
          <a:ext cx="7886700" cy="1722595"/>
        </a:xfrm>
        <a:prstGeom prst="rect">
          <a:avLst/>
        </a:prstGeom>
        <a:solidFill>
          <a:schemeClr val="accent2">
            <a:tint val="40000"/>
            <a:alpha val="90000"/>
            <a:hueOff val="6734718"/>
            <a:satOff val="-62232"/>
            <a:lumOff val="-7015"/>
            <a:alphaOff val="0"/>
          </a:schemeClr>
        </a:solidFill>
        <a:ln w="19050" cap="flat" cmpd="sng" algn="ctr">
          <a:solidFill>
            <a:schemeClr val="accent2">
              <a:tint val="40000"/>
              <a:alpha val="90000"/>
              <a:hueOff val="6734718"/>
              <a:satOff val="-62232"/>
              <a:lumOff val="-7015"/>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159980" tIns="304800" rIns="159980" bIns="304800" numCol="1" spcCol="1270" anchor="ctr" anchorCtr="0">
          <a:noAutofit/>
        </a:bodyPr>
        <a:lstStyle/>
        <a:p>
          <a:pPr marL="0" lvl="0" indent="0" algn="l" defTabSz="1066800">
            <a:lnSpc>
              <a:spcPct val="90000"/>
            </a:lnSpc>
            <a:spcBef>
              <a:spcPct val="0"/>
            </a:spcBef>
            <a:spcAft>
              <a:spcPct val="35000"/>
            </a:spcAft>
            <a:buNone/>
          </a:pPr>
          <a:r>
            <a:rPr lang="en-US" sz="2400" kern="1200"/>
            <a:t>"ping 192.168.xx.xxx" fill in the x's with their </a:t>
          </a:r>
          <a:r>
            <a:rPr lang="en-US" sz="2400" kern="1200" err="1"/>
            <a:t>ip</a:t>
          </a:r>
          <a:r>
            <a:rPr lang="en-US" sz="2400" kern="1200"/>
            <a:t> information</a:t>
          </a:r>
        </a:p>
        <a:p>
          <a:pPr marL="0" lvl="0" indent="0" algn="l" defTabSz="1066800" rtl="0">
            <a:lnSpc>
              <a:spcPct val="90000"/>
            </a:lnSpc>
            <a:spcBef>
              <a:spcPct val="0"/>
            </a:spcBef>
            <a:spcAft>
              <a:spcPct val="35000"/>
            </a:spcAft>
            <a:buNone/>
          </a:pPr>
          <a:r>
            <a:rPr lang="en-US" sz="2400" kern="1200">
              <a:latin typeface="Aptos Display" panose="020F0302020204030204"/>
            </a:rPr>
            <a:t>What do you notice</a:t>
          </a:r>
          <a:endParaRPr lang="en-US" sz="2400" kern="1200"/>
        </a:p>
      </dsp:txBody>
      <dsp:txXfrm>
        <a:off x="2628900" y="1962"/>
        <a:ext cx="7886700" cy="1722595"/>
      </dsp:txXfrm>
    </dsp:sp>
  </dsp:spTree>
</dsp:drawing>
</file>

<file path=ppt/diagrams/drawing17.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65D41206-064E-46D6-8B2E-7D7793CC8D86}">
      <dsp:nvSpPr>
        <dsp:cNvPr id="0" name=""/>
        <dsp:cNvSpPr/>
      </dsp:nvSpPr>
      <dsp:spPr>
        <a:xfrm>
          <a:off x="683" y="532081"/>
          <a:ext cx="2397692" cy="152253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FAD4691-AB8C-4B4F-A8AC-49C02BDA9FE9}">
      <dsp:nvSpPr>
        <dsp:cNvPr id="0" name=""/>
        <dsp:cNvSpPr/>
      </dsp:nvSpPr>
      <dsp:spPr>
        <a:xfrm>
          <a:off x="267093" y="785171"/>
          <a:ext cx="2397692" cy="152253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rtl="0">
            <a:lnSpc>
              <a:spcPct val="90000"/>
            </a:lnSpc>
            <a:spcBef>
              <a:spcPct val="0"/>
            </a:spcBef>
            <a:spcAft>
              <a:spcPct val="35000"/>
            </a:spcAft>
            <a:buNone/>
          </a:pPr>
          <a:r>
            <a:rPr lang="en-US" sz="1800" kern="1200"/>
            <a:t>Everyone will have the same username/</a:t>
          </a:r>
          <a:r>
            <a:rPr lang="en-US" sz="1800" kern="1200">
              <a:latin typeface="Aptos Display" panose="020F0302020204030204"/>
            </a:rPr>
            <a:t>password as the sheet we gave out earlier</a:t>
          </a:r>
          <a:endParaRPr lang="en-US" sz="1800" kern="1200"/>
        </a:p>
      </dsp:txBody>
      <dsp:txXfrm>
        <a:off x="311686" y="829764"/>
        <a:ext cx="2308506" cy="1433348"/>
      </dsp:txXfrm>
    </dsp:sp>
    <dsp:sp modelId="{2AAEA673-61BA-4369-9137-CD77893F57C9}">
      <dsp:nvSpPr>
        <dsp:cNvPr id="0" name=""/>
        <dsp:cNvSpPr/>
      </dsp:nvSpPr>
      <dsp:spPr>
        <a:xfrm>
          <a:off x="2931196" y="532081"/>
          <a:ext cx="2397692" cy="1522534"/>
        </a:xfrm>
        <a:prstGeom prst="roundRect">
          <a:avLst>
            <a:gd name="adj" fmla="val 10000"/>
          </a:avLst>
        </a:prstGeom>
        <a:solidFill>
          <a:schemeClr val="dk2">
            <a:hueOff val="0"/>
            <a:satOff val="0"/>
            <a:lumOff val="0"/>
            <a:alphaOff val="0"/>
          </a:schemeClr>
        </a:solidFill>
        <a:ln w="19050" cap="flat" cmpd="sng" algn="ctr">
          <a:solidFill>
            <a:schemeClr val="lt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5754F7F6-96D6-4845-8EF9-AB0589A3990E}">
      <dsp:nvSpPr>
        <dsp:cNvPr id="0" name=""/>
        <dsp:cNvSpPr/>
      </dsp:nvSpPr>
      <dsp:spPr>
        <a:xfrm>
          <a:off x="3197606" y="785171"/>
          <a:ext cx="2397692" cy="1522534"/>
        </a:xfrm>
        <a:prstGeom prst="roundRect">
          <a:avLst>
            <a:gd name="adj" fmla="val 10000"/>
          </a:avLst>
        </a:prstGeom>
        <a:solidFill>
          <a:schemeClr val="lt2">
            <a:alpha val="90000"/>
            <a:hueOff val="0"/>
            <a:satOff val="0"/>
            <a:lumOff val="0"/>
            <a:alphaOff val="0"/>
          </a:schemeClr>
        </a:solidFill>
        <a:ln w="19050" cap="flat" cmpd="sng" algn="ctr">
          <a:solidFill>
            <a:schemeClr val="dk2">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68580" tIns="68580" rIns="68580" bIns="68580" numCol="1" spcCol="1270" anchor="ctr" anchorCtr="0">
          <a:noAutofit/>
        </a:bodyPr>
        <a:lstStyle/>
        <a:p>
          <a:pPr marL="0" lvl="0" indent="0" algn="ctr" defTabSz="800100">
            <a:lnSpc>
              <a:spcPct val="90000"/>
            </a:lnSpc>
            <a:spcBef>
              <a:spcPct val="0"/>
            </a:spcBef>
            <a:spcAft>
              <a:spcPct val="35000"/>
            </a:spcAft>
            <a:buNone/>
          </a:pPr>
          <a:r>
            <a:rPr lang="en-US" sz="1800" kern="1200"/>
            <a:t>The table shows your hostname to put in next to your name</a:t>
          </a:r>
        </a:p>
      </dsp:txBody>
      <dsp:txXfrm>
        <a:off x="3242199" y="829764"/>
        <a:ext cx="2308506" cy="1433348"/>
      </dsp:txXfrm>
    </dsp:sp>
  </dsp:spTree>
</dsp:drawing>
</file>

<file path=ppt/diagrams/drawing18.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0521058-E4C5-4342-9388-78331E9417ED}">
      <dsp:nvSpPr>
        <dsp:cNvPr id="0" name=""/>
        <dsp:cNvSpPr/>
      </dsp:nvSpPr>
      <dsp:spPr>
        <a:xfrm>
          <a:off x="0" y="2196600"/>
          <a:ext cx="1132724" cy="1441207"/>
        </a:xfrm>
        <a:prstGeom prst="rect">
          <a:avLst/>
        </a:prstGeom>
        <a:gradFill rotWithShape="0">
          <a:gsLst>
            <a:gs pos="0">
              <a:schemeClr val="accent5">
                <a:hueOff val="0"/>
                <a:satOff val="0"/>
                <a:lumOff val="0"/>
                <a:alphaOff val="0"/>
                <a:satMod val="103000"/>
                <a:lumMod val="102000"/>
                <a:tint val="94000"/>
              </a:schemeClr>
            </a:gs>
            <a:gs pos="50000">
              <a:schemeClr val="accent5">
                <a:hueOff val="0"/>
                <a:satOff val="0"/>
                <a:lumOff val="0"/>
                <a:alphaOff val="0"/>
                <a:satMod val="110000"/>
                <a:lumMod val="100000"/>
                <a:shade val="100000"/>
              </a:schemeClr>
            </a:gs>
            <a:gs pos="100000">
              <a:schemeClr val="accent5">
                <a:hueOff val="0"/>
                <a:satOff val="0"/>
                <a:lumOff val="0"/>
                <a:alphaOff val="0"/>
                <a:lumMod val="99000"/>
                <a:satMod val="120000"/>
                <a:shade val="78000"/>
              </a:schemeClr>
            </a:gs>
          </a:gsLst>
          <a:lin ang="5400000" scaled="0"/>
        </a:gradFill>
        <a:ln w="12700" cap="flat" cmpd="sng" algn="ctr">
          <a:solidFill>
            <a:schemeClr val="accent5">
              <a:hueOff val="0"/>
              <a:satOff val="0"/>
              <a:lumOff val="0"/>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0559" tIns="99568" rIns="80559" bIns="99568" numCol="1" spcCol="1270" anchor="ctr" anchorCtr="0">
          <a:noAutofit/>
        </a:bodyPr>
        <a:lstStyle/>
        <a:p>
          <a:pPr marL="0" lvl="0" indent="0" algn="ctr" defTabSz="622300">
            <a:lnSpc>
              <a:spcPct val="90000"/>
            </a:lnSpc>
            <a:spcBef>
              <a:spcPct val="0"/>
            </a:spcBef>
            <a:spcAft>
              <a:spcPct val="35000"/>
            </a:spcAft>
            <a:buNone/>
            <a:defRPr b="1"/>
          </a:pPr>
          <a:r>
            <a:rPr lang="en-US" sz="1400" kern="1200"/>
            <a:t>Get a group member's IP and "traceroute &lt;insert their IP&gt;</a:t>
          </a:r>
        </a:p>
      </dsp:txBody>
      <dsp:txXfrm>
        <a:off x="0" y="2196600"/>
        <a:ext cx="1132724" cy="1441207"/>
      </dsp:txXfrm>
    </dsp:sp>
    <dsp:sp modelId="{DDAC4C26-5A7C-421E-BE6A-A2725A8681E5}">
      <dsp:nvSpPr>
        <dsp:cNvPr id="0" name=""/>
        <dsp:cNvSpPr/>
      </dsp:nvSpPr>
      <dsp:spPr>
        <a:xfrm>
          <a:off x="1132724" y="2196600"/>
          <a:ext cx="3398173" cy="1441207"/>
        </a:xfrm>
        <a:prstGeom prst="rect">
          <a:avLst/>
        </a:prstGeom>
        <a:solidFill>
          <a:schemeClr val="accent5">
            <a:tint val="40000"/>
            <a:alpha val="90000"/>
            <a:hueOff val="0"/>
            <a:satOff val="0"/>
            <a:lumOff val="0"/>
            <a:alphaOff val="0"/>
          </a:schemeClr>
        </a:solidFill>
        <a:ln w="12700" cap="flat" cmpd="sng" algn="ctr">
          <a:solidFill>
            <a:schemeClr val="accent5">
              <a:tint val="40000"/>
              <a:alpha val="90000"/>
              <a:hueOff val="0"/>
              <a:satOff val="0"/>
              <a:lumOff val="0"/>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931" tIns="177800" rIns="68931" bIns="177800" numCol="1" spcCol="1270" anchor="ctr" anchorCtr="0">
          <a:noAutofit/>
        </a:bodyPr>
        <a:lstStyle/>
        <a:p>
          <a:pPr marL="0" lvl="0" indent="0" algn="l" defTabSz="622300">
            <a:lnSpc>
              <a:spcPct val="90000"/>
            </a:lnSpc>
            <a:spcBef>
              <a:spcPct val="0"/>
            </a:spcBef>
            <a:spcAft>
              <a:spcPct val="35000"/>
            </a:spcAft>
            <a:buNone/>
          </a:pPr>
          <a:r>
            <a:rPr lang="en-US" sz="1400" kern="1200"/>
            <a:t>What do you notice?</a:t>
          </a:r>
        </a:p>
      </dsp:txBody>
      <dsp:txXfrm>
        <a:off x="1132724" y="2196600"/>
        <a:ext cx="3398173" cy="1441207"/>
      </dsp:txXfrm>
    </dsp:sp>
    <dsp:sp modelId="{D1DE5671-CED3-429C-8DA1-78517E1BDC82}">
      <dsp:nvSpPr>
        <dsp:cNvPr id="0" name=""/>
        <dsp:cNvSpPr/>
      </dsp:nvSpPr>
      <dsp:spPr>
        <a:xfrm rot="10800000">
          <a:off x="0" y="1641"/>
          <a:ext cx="1132724" cy="2216577"/>
        </a:xfrm>
        <a:prstGeom prst="upArrowCallout">
          <a:avLst>
            <a:gd name="adj1" fmla="val 5000"/>
            <a:gd name="adj2" fmla="val 10000"/>
            <a:gd name="adj3" fmla="val 15000"/>
            <a:gd name="adj4" fmla="val 64977"/>
          </a:avLst>
        </a:prstGeom>
        <a:gradFill rotWithShape="0">
          <a:gsLst>
            <a:gs pos="0">
              <a:schemeClr val="accent5">
                <a:hueOff val="-12152150"/>
                <a:satOff val="-826"/>
                <a:lumOff val="1961"/>
                <a:alphaOff val="0"/>
                <a:satMod val="103000"/>
                <a:lumMod val="102000"/>
                <a:tint val="94000"/>
              </a:schemeClr>
            </a:gs>
            <a:gs pos="50000">
              <a:schemeClr val="accent5">
                <a:hueOff val="-12152150"/>
                <a:satOff val="-826"/>
                <a:lumOff val="1961"/>
                <a:alphaOff val="0"/>
                <a:satMod val="110000"/>
                <a:lumMod val="100000"/>
                <a:shade val="100000"/>
              </a:schemeClr>
            </a:gs>
            <a:gs pos="100000">
              <a:schemeClr val="accent5">
                <a:hueOff val="-12152150"/>
                <a:satOff val="-826"/>
                <a:lumOff val="1961"/>
                <a:alphaOff val="0"/>
                <a:lumMod val="99000"/>
                <a:satMod val="120000"/>
                <a:shade val="78000"/>
              </a:schemeClr>
            </a:gs>
          </a:gsLst>
          <a:lin ang="5400000" scaled="0"/>
        </a:gradFill>
        <a:ln w="12700" cap="flat" cmpd="sng" algn="ctr">
          <a:solidFill>
            <a:schemeClr val="accent5">
              <a:hueOff val="-12152150"/>
              <a:satOff val="-826"/>
              <a:lumOff val="1961"/>
              <a:alphaOff val="0"/>
            </a:schemeClr>
          </a:solidFill>
          <a:prstDash val="solid"/>
          <a:miter lim="800000"/>
        </a:ln>
        <a:effectLst>
          <a:outerShdw blurRad="57150" dist="19050" dir="5400000" algn="ctr" rotWithShape="0">
            <a:srgbClr val="000000">
              <a:alpha val="63000"/>
            </a:srgbClr>
          </a:outerShdw>
        </a:effectLst>
      </dsp:spPr>
      <dsp:style>
        <a:lnRef idx="1">
          <a:scrgbClr r="0" g="0" b="0"/>
        </a:lnRef>
        <a:fillRef idx="3">
          <a:scrgbClr r="0" g="0" b="0"/>
        </a:fillRef>
        <a:effectRef idx="3">
          <a:scrgbClr r="0" g="0" b="0"/>
        </a:effectRef>
        <a:fontRef idx="minor">
          <a:schemeClr val="lt1"/>
        </a:fontRef>
      </dsp:style>
      <dsp:txBody>
        <a:bodyPr spcFirstLastPara="0" vert="horz" wrap="square" lIns="80559" tIns="99568" rIns="80559" bIns="99568" numCol="1" spcCol="1270" anchor="ctr" anchorCtr="0">
          <a:noAutofit/>
        </a:bodyPr>
        <a:lstStyle/>
        <a:p>
          <a:pPr marL="0" lvl="0" indent="0" algn="ctr" defTabSz="622300">
            <a:lnSpc>
              <a:spcPct val="90000"/>
            </a:lnSpc>
            <a:spcBef>
              <a:spcPct val="0"/>
            </a:spcBef>
            <a:spcAft>
              <a:spcPct val="35000"/>
            </a:spcAft>
            <a:buNone/>
            <a:defRPr b="1"/>
          </a:pPr>
          <a:r>
            <a:rPr lang="en-US" sz="1400" kern="1200"/>
            <a:t>Find someone in your group and try to ping their new IP</a:t>
          </a:r>
        </a:p>
      </dsp:txBody>
      <dsp:txXfrm rot="-10800000">
        <a:off x="0" y="1641"/>
        <a:ext cx="1132724" cy="1440775"/>
      </dsp:txXfrm>
    </dsp:sp>
    <dsp:sp modelId="{8EA61E42-CC3E-49F9-918E-E3DA2B152B0D}">
      <dsp:nvSpPr>
        <dsp:cNvPr id="0" name=""/>
        <dsp:cNvSpPr/>
      </dsp:nvSpPr>
      <dsp:spPr>
        <a:xfrm>
          <a:off x="1132724" y="1641"/>
          <a:ext cx="3398173" cy="1440775"/>
        </a:xfrm>
        <a:prstGeom prst="rect">
          <a:avLst/>
        </a:prstGeom>
        <a:solidFill>
          <a:schemeClr val="accent5">
            <a:tint val="40000"/>
            <a:alpha val="90000"/>
            <a:hueOff val="-11944666"/>
            <a:satOff val="2667"/>
            <a:lumOff val="401"/>
            <a:alphaOff val="0"/>
          </a:schemeClr>
        </a:solidFill>
        <a:ln w="12700" cap="flat" cmpd="sng" algn="ctr">
          <a:solidFill>
            <a:schemeClr val="accent5">
              <a:tint val="40000"/>
              <a:alpha val="90000"/>
              <a:hueOff val="-11944666"/>
              <a:satOff val="2667"/>
              <a:lumOff val="401"/>
              <a:alphaOff val="0"/>
            </a:schemeClr>
          </a:solidFill>
          <a:prstDash val="solid"/>
          <a:miter lim="800000"/>
        </a:ln>
        <a:effectLst/>
      </dsp:spPr>
      <dsp:style>
        <a:lnRef idx="1">
          <a:scrgbClr r="0" g="0" b="0"/>
        </a:lnRef>
        <a:fillRef idx="1">
          <a:scrgbClr r="0" g="0" b="0"/>
        </a:fillRef>
        <a:effectRef idx="2">
          <a:scrgbClr r="0" g="0" b="0"/>
        </a:effectRef>
        <a:fontRef idx="minor"/>
      </dsp:style>
      <dsp:txBody>
        <a:bodyPr spcFirstLastPara="0" vert="horz" wrap="square" lIns="68931" tIns="177800" rIns="68931" bIns="177800" numCol="1" spcCol="1270" anchor="ctr" anchorCtr="0">
          <a:noAutofit/>
        </a:bodyPr>
        <a:lstStyle/>
        <a:p>
          <a:pPr marL="0" lvl="0" indent="0" algn="l" defTabSz="622300" rtl="0">
            <a:lnSpc>
              <a:spcPct val="90000"/>
            </a:lnSpc>
            <a:spcBef>
              <a:spcPct val="0"/>
            </a:spcBef>
            <a:spcAft>
              <a:spcPct val="35000"/>
            </a:spcAft>
            <a:buNone/>
          </a:pPr>
          <a:r>
            <a:rPr lang="en-US" sz="1400" kern="1200"/>
            <a:t>"ping 192.168.xx.xxx" </a:t>
          </a:r>
          <a:br>
            <a:rPr lang="en-US" sz="1400" kern="1200"/>
          </a:br>
          <a:endParaRPr lang="en-US" sz="1400" kern="1200">
            <a:latin typeface="Aptos Display" panose="020F0302020204030204"/>
          </a:endParaRPr>
        </a:p>
        <a:p>
          <a:pPr marL="0" lvl="0" indent="0" algn="l" defTabSz="622300">
            <a:lnSpc>
              <a:spcPct val="90000"/>
            </a:lnSpc>
            <a:spcBef>
              <a:spcPct val="0"/>
            </a:spcBef>
            <a:spcAft>
              <a:spcPct val="35000"/>
            </a:spcAft>
            <a:buNone/>
          </a:pPr>
          <a:r>
            <a:rPr lang="en-US" sz="1400" kern="1200"/>
            <a:t>What </a:t>
          </a:r>
          <a:r>
            <a:rPr lang="en-US" sz="1400" kern="1200">
              <a:latin typeface="Aptos Display" panose="020F0302020204030204"/>
            </a:rPr>
            <a:t>happened?</a:t>
          </a:r>
          <a:endParaRPr lang="en-US" sz="1400" kern="1200"/>
        </a:p>
      </dsp:txBody>
      <dsp:txXfrm>
        <a:off x="1132724" y="1641"/>
        <a:ext cx="3398173" cy="1440775"/>
      </dsp:txXfrm>
    </dsp:sp>
  </dsp:spTree>
</dsp:drawing>
</file>

<file path=ppt/diagrams/drawing19.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DBDE665-7745-48B9-B958-5D488592BC32}">
      <dsp:nvSpPr>
        <dsp:cNvPr id="0" name=""/>
        <dsp:cNvSpPr/>
      </dsp:nvSpPr>
      <dsp:spPr>
        <a:xfrm>
          <a:off x="0" y="1805"/>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75A01BA-9147-4D6B-A905-C774FCCE16AC}">
      <dsp:nvSpPr>
        <dsp:cNvPr id="0" name=""/>
        <dsp:cNvSpPr/>
      </dsp:nvSpPr>
      <dsp:spPr>
        <a:xfrm>
          <a:off x="276881" y="207750"/>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1"/>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DD4E973F-348B-46BD-B2BD-40F623483003}">
      <dsp:nvSpPr>
        <dsp:cNvPr id="0" name=""/>
        <dsp:cNvSpPr/>
      </dsp:nvSpPr>
      <dsp:spPr>
        <a:xfrm>
          <a:off x="1057183" y="1805"/>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IP is the post office, port is the specific mailbox</a:t>
          </a:r>
        </a:p>
      </dsp:txBody>
      <dsp:txXfrm>
        <a:off x="1057183" y="1805"/>
        <a:ext cx="9458416" cy="915310"/>
      </dsp:txXfrm>
    </dsp:sp>
    <dsp:sp modelId="{B97E264B-9DA4-41FF-95CB-1CBC382E7506}">
      <dsp:nvSpPr>
        <dsp:cNvPr id="0" name=""/>
        <dsp:cNvSpPr/>
      </dsp:nvSpPr>
      <dsp:spPr>
        <a:xfrm>
          <a:off x="0" y="1145944"/>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A3CB300D-6C45-41FE-AEFB-058918C1B2B8}">
      <dsp:nvSpPr>
        <dsp:cNvPr id="0" name=""/>
        <dsp:cNvSpPr/>
      </dsp:nvSpPr>
      <dsp:spPr>
        <a:xfrm>
          <a:off x="276881" y="1351889"/>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2"/>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9610F766-80C9-4E4F-B060-98DC3AEEC9A4}">
      <dsp:nvSpPr>
        <dsp:cNvPr id="0" name=""/>
        <dsp:cNvSpPr/>
      </dsp:nvSpPr>
      <dsp:spPr>
        <a:xfrm>
          <a:off x="1057183" y="1145944"/>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Hosts specific computer program</a:t>
          </a:r>
        </a:p>
      </dsp:txBody>
      <dsp:txXfrm>
        <a:off x="1057183" y="1145944"/>
        <a:ext cx="9458416" cy="915310"/>
      </dsp:txXfrm>
    </dsp:sp>
    <dsp:sp modelId="{52CD1C79-3112-4F52-B851-EAE4B5AAC731}">
      <dsp:nvSpPr>
        <dsp:cNvPr id="0" name=""/>
        <dsp:cNvSpPr/>
      </dsp:nvSpPr>
      <dsp:spPr>
        <a:xfrm>
          <a:off x="0" y="2290082"/>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469AAA3E-9E7B-4320-BC7C-449CDD4F73FA}">
      <dsp:nvSpPr>
        <dsp:cNvPr id="0" name=""/>
        <dsp:cNvSpPr/>
      </dsp:nvSpPr>
      <dsp:spPr>
        <a:xfrm>
          <a:off x="276881" y="2496027"/>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3"/>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8C99A03A-C361-417D-8705-5FC855330F04}">
      <dsp:nvSpPr>
        <dsp:cNvPr id="0" name=""/>
        <dsp:cNvSpPr/>
      </dsp:nvSpPr>
      <dsp:spPr>
        <a:xfrm>
          <a:off x="1057183" y="2290082"/>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Common ports; 433, 80, 22</a:t>
          </a:r>
        </a:p>
      </dsp:txBody>
      <dsp:txXfrm>
        <a:off x="1057183" y="2290082"/>
        <a:ext cx="9458416" cy="915310"/>
      </dsp:txXfrm>
    </dsp:sp>
    <dsp:sp modelId="{80C759DF-2B49-4EB7-BF38-3882B878C2EB}">
      <dsp:nvSpPr>
        <dsp:cNvPr id="0" name=""/>
        <dsp:cNvSpPr/>
      </dsp:nvSpPr>
      <dsp:spPr>
        <a:xfrm>
          <a:off x="0" y="3434221"/>
          <a:ext cx="10515600" cy="915310"/>
        </a:xfrm>
        <a:prstGeom prst="roundRect">
          <a:avLst>
            <a:gd name="adj" fmla="val 10000"/>
          </a:avLst>
        </a:prstGeom>
        <a:solidFill>
          <a:schemeClr val="accent1">
            <a:tint val="40000"/>
            <a:hueOff val="0"/>
            <a:satOff val="0"/>
            <a:lumOff val="0"/>
            <a:alphaOff val="0"/>
          </a:schemeClr>
        </a:solidFill>
        <a:ln>
          <a:noFill/>
        </a:ln>
        <a:effectLst/>
      </dsp:spPr>
      <dsp:style>
        <a:lnRef idx="0">
          <a:scrgbClr r="0" g="0" b="0"/>
        </a:lnRef>
        <a:fillRef idx="1">
          <a:scrgbClr r="0" g="0" b="0"/>
        </a:fillRef>
        <a:effectRef idx="0">
          <a:scrgbClr r="0" g="0" b="0"/>
        </a:effectRef>
        <a:fontRef idx="minor"/>
      </dsp:style>
    </dsp:sp>
    <dsp:sp modelId="{5DF2BDEF-C9F8-4946-8EAD-027AC8673C19}">
      <dsp:nvSpPr>
        <dsp:cNvPr id="0" name=""/>
        <dsp:cNvSpPr/>
      </dsp:nvSpPr>
      <dsp:spPr>
        <a:xfrm>
          <a:off x="276881" y="3640166"/>
          <a:ext cx="503420" cy="503420"/>
        </a:xfrm>
        <a:prstGeom prst="rect">
          <a:avLst/>
        </a:prstGeom>
        <a:blipFill>
          <a:blip xmlns:r="http://schemas.openxmlformats.org/officeDocument/2006/relationships">
            <a:extLst>
              <a:ext uri="{28A0092B-C50C-407E-A947-70E740481C1C}">
                <a14:useLocalDpi xmlns:a14="http://schemas.microsoft.com/office/drawing/2010/main" val="0"/>
              </a:ext>
              <a:ext uri="{96DAC541-7B7A-43D3-8B79-37D633B846F1}">
                <asvg:svgBlip xmlns:asvg="http://schemas.microsoft.com/office/drawing/2016/SVG/main" r:embed="rId4"/>
              </a:ext>
            </a:extLst>
          </a:blip>
          <a:stretch>
            <a:fillRect/>
          </a:stretch>
        </a:blip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sp>
    <dsp:sp modelId="{A0BC0528-3042-41DF-B7E9-8779CB9BD546}">
      <dsp:nvSpPr>
        <dsp:cNvPr id="0" name=""/>
        <dsp:cNvSpPr/>
      </dsp:nvSpPr>
      <dsp:spPr>
        <a:xfrm>
          <a:off x="1057183" y="3434221"/>
          <a:ext cx="9458416" cy="915310"/>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96870" tIns="96870" rIns="96870" bIns="96870" numCol="1" spcCol="1270" anchor="ctr" anchorCtr="0">
          <a:noAutofit/>
        </a:bodyPr>
        <a:lstStyle/>
        <a:p>
          <a:pPr marL="0" lvl="0" indent="0" algn="l" defTabSz="977900">
            <a:lnSpc>
              <a:spcPct val="100000"/>
            </a:lnSpc>
            <a:spcBef>
              <a:spcPct val="0"/>
            </a:spcBef>
            <a:spcAft>
              <a:spcPct val="35000"/>
            </a:spcAft>
            <a:buNone/>
          </a:pPr>
          <a:r>
            <a:rPr lang="en-US" sz="2200" kern="1200"/>
            <a:t>Socket connection: Both IP and port connected from sender/receiver</a:t>
          </a:r>
        </a:p>
      </dsp:txBody>
      <dsp:txXfrm>
        <a:off x="1057183" y="3434221"/>
        <a:ext cx="9458416" cy="915310"/>
      </dsp:txXfrm>
    </dsp:sp>
  </dsp:spTree>
</dsp:drawing>
</file>

<file path=ppt/diagrams/drawing20.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3DA7FAC7-3EC7-4EBC-BAE0-AB94F08989D8}">
      <dsp:nvSpPr>
        <dsp:cNvPr id="0" name=""/>
        <dsp:cNvSpPr/>
      </dsp:nvSpPr>
      <dsp:spPr>
        <a:xfrm>
          <a:off x="0" y="0"/>
          <a:ext cx="4481576" cy="77801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t>In Module 1, your VM asked a DHCP server for an address. </a:t>
          </a:r>
          <a:endParaRPr lang="en-US" sz="2000" kern="1200">
            <a:latin typeface="Aptos Display" panose="020F0302020204030204"/>
          </a:endParaRPr>
        </a:p>
      </dsp:txBody>
      <dsp:txXfrm>
        <a:off x="22787" y="22787"/>
        <a:ext cx="3551009" cy="732441"/>
      </dsp:txXfrm>
    </dsp:sp>
    <dsp:sp modelId="{AECEDBA0-DCE7-4ADC-8B8D-86A0B13FDABE}">
      <dsp:nvSpPr>
        <dsp:cNvPr id="0" name=""/>
        <dsp:cNvSpPr/>
      </dsp:nvSpPr>
      <dsp:spPr>
        <a:xfrm>
          <a:off x="334663" y="886073"/>
          <a:ext cx="4481576" cy="77801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t>Now, </a:t>
          </a:r>
          <a:r>
            <a:rPr lang="en-US" sz="2000" kern="1200" err="1"/>
            <a:t>OPNsense</a:t>
          </a:r>
          <a:r>
            <a:rPr lang="en-US" sz="2000" kern="1200"/>
            <a:t> </a:t>
          </a:r>
          <a:r>
            <a:rPr lang="en-US" sz="2000" kern="1200" err="1"/>
            <a:t>is</a:t>
          </a:r>
          <a:r>
            <a:rPr lang="en-US" sz="2000" kern="1200"/>
            <a:t> that server for your VLAN.</a:t>
          </a:r>
        </a:p>
      </dsp:txBody>
      <dsp:txXfrm>
        <a:off x="357450" y="908860"/>
        <a:ext cx="3595628" cy="732441"/>
      </dsp:txXfrm>
    </dsp:sp>
    <dsp:sp modelId="{F51F33AC-A238-4BF2-B9DE-7C5EC9C73D19}">
      <dsp:nvSpPr>
        <dsp:cNvPr id="0" name=""/>
        <dsp:cNvSpPr/>
      </dsp:nvSpPr>
      <dsp:spPr>
        <a:xfrm>
          <a:off x="669326" y="1772147"/>
          <a:ext cx="4481576" cy="77801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t>You define </a:t>
          </a:r>
          <a:r>
            <a:rPr lang="en-US" sz="2000" kern="1200">
              <a:latin typeface="Aptos Display" panose="020F0302020204030204"/>
            </a:rPr>
            <a:t>DHCP ranges</a:t>
          </a:r>
        </a:p>
      </dsp:txBody>
      <dsp:txXfrm>
        <a:off x="692113" y="1794934"/>
        <a:ext cx="3595628" cy="732441"/>
      </dsp:txXfrm>
    </dsp:sp>
    <dsp:sp modelId="{F844158A-3117-40CF-9FE1-8059CCED71A3}">
      <dsp:nvSpPr>
        <dsp:cNvPr id="0" name=""/>
        <dsp:cNvSpPr/>
      </dsp:nvSpPr>
      <dsp:spPr>
        <a:xfrm>
          <a:off x="1003989" y="2658220"/>
          <a:ext cx="4481576" cy="77801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rtl="0">
            <a:lnSpc>
              <a:spcPct val="90000"/>
            </a:lnSpc>
            <a:spcBef>
              <a:spcPct val="0"/>
            </a:spcBef>
            <a:spcAft>
              <a:spcPct val="35000"/>
            </a:spcAft>
            <a:buNone/>
          </a:pPr>
          <a:r>
            <a:rPr lang="en-US" sz="2000" kern="1200">
              <a:latin typeface="Aptos Display" panose="020F0302020204030204"/>
            </a:rPr>
            <a:t>Your LAN clients get these IPs</a:t>
          </a:r>
          <a:endParaRPr lang="en-US" sz="2000" kern="1200"/>
        </a:p>
      </dsp:txBody>
      <dsp:txXfrm>
        <a:off x="1026776" y="2681007"/>
        <a:ext cx="3595628" cy="732441"/>
      </dsp:txXfrm>
    </dsp:sp>
    <dsp:sp modelId="{741A4449-A50C-414C-A3BC-B06A870A8546}">
      <dsp:nvSpPr>
        <dsp:cNvPr id="0" name=""/>
        <dsp:cNvSpPr/>
      </dsp:nvSpPr>
      <dsp:spPr>
        <a:xfrm>
          <a:off x="1338652" y="3544294"/>
          <a:ext cx="4481576" cy="778015"/>
        </a:xfrm>
        <a:prstGeom prst="roundRect">
          <a:avLst>
            <a:gd name="adj" fmla="val 10000"/>
          </a:avLst>
        </a:prstGeom>
        <a:solidFill>
          <a:schemeClr val="accent1">
            <a:hueOff val="0"/>
            <a:satOff val="0"/>
            <a:lumOff val="0"/>
            <a:alphaOff val="0"/>
          </a:schemeClr>
        </a:solidFill>
        <a:ln w="1905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76200" tIns="76200" rIns="76200" bIns="76200" numCol="1" spcCol="1270" anchor="ctr" anchorCtr="0">
          <a:noAutofit/>
        </a:bodyPr>
        <a:lstStyle/>
        <a:p>
          <a:pPr marL="0" lvl="0" indent="0" algn="l" defTabSz="889000">
            <a:lnSpc>
              <a:spcPct val="90000"/>
            </a:lnSpc>
            <a:spcBef>
              <a:spcPct val="0"/>
            </a:spcBef>
            <a:spcAft>
              <a:spcPct val="35000"/>
            </a:spcAft>
            <a:buNone/>
          </a:pPr>
          <a:r>
            <a:rPr lang="en-US" sz="2000" kern="1200">
              <a:latin typeface="Aptos Display" panose="020F0302020204030204"/>
            </a:rPr>
            <a:t>What</a:t>
          </a:r>
          <a:r>
            <a:rPr lang="en-US" sz="2000" kern="1200"/>
            <a:t> range makes a good DHCP pool</a:t>
          </a:r>
          <a:r>
            <a:rPr lang="en-US" sz="2000" kern="1200">
              <a:latin typeface="Aptos Display" panose="020F0302020204030204"/>
            </a:rPr>
            <a:t>?</a:t>
          </a:r>
          <a:endParaRPr lang="en-US" sz="2000" kern="1200"/>
        </a:p>
      </dsp:txBody>
      <dsp:txXfrm>
        <a:off x="1361439" y="3567081"/>
        <a:ext cx="3595628" cy="732441"/>
      </dsp:txXfrm>
    </dsp:sp>
    <dsp:sp modelId="{0B955691-2813-4BB8-87EC-29AB60BC45F4}">
      <dsp:nvSpPr>
        <dsp:cNvPr id="0" name=""/>
        <dsp:cNvSpPr/>
      </dsp:nvSpPr>
      <dsp:spPr>
        <a:xfrm>
          <a:off x="3975866" y="568383"/>
          <a:ext cx="505710" cy="505710"/>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089651" y="568383"/>
        <a:ext cx="278140" cy="380547"/>
      </dsp:txXfrm>
    </dsp:sp>
    <dsp:sp modelId="{E056D49A-19E1-4D53-AE7E-4CBF4495D932}">
      <dsp:nvSpPr>
        <dsp:cNvPr id="0" name=""/>
        <dsp:cNvSpPr/>
      </dsp:nvSpPr>
      <dsp:spPr>
        <a:xfrm>
          <a:off x="4310529" y="1454457"/>
          <a:ext cx="505710" cy="505710"/>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424314" y="1454457"/>
        <a:ext cx="278140" cy="380547"/>
      </dsp:txXfrm>
    </dsp:sp>
    <dsp:sp modelId="{5EA40D71-DD63-468E-AF28-A9547146E01C}">
      <dsp:nvSpPr>
        <dsp:cNvPr id="0" name=""/>
        <dsp:cNvSpPr/>
      </dsp:nvSpPr>
      <dsp:spPr>
        <a:xfrm>
          <a:off x="4645192" y="2327563"/>
          <a:ext cx="505710" cy="505710"/>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4758977" y="2327563"/>
        <a:ext cx="278140" cy="380547"/>
      </dsp:txXfrm>
    </dsp:sp>
    <dsp:sp modelId="{986588FA-9E22-4A55-BD48-34D1FA15CE86}">
      <dsp:nvSpPr>
        <dsp:cNvPr id="0" name=""/>
        <dsp:cNvSpPr/>
      </dsp:nvSpPr>
      <dsp:spPr>
        <a:xfrm>
          <a:off x="4979855" y="3222282"/>
          <a:ext cx="505710" cy="505710"/>
        </a:xfrm>
        <a:prstGeom prst="downArrow">
          <a:avLst>
            <a:gd name="adj1" fmla="val 55000"/>
            <a:gd name="adj2" fmla="val 45000"/>
          </a:avLst>
        </a:prstGeom>
        <a:solidFill>
          <a:schemeClr val="accent1">
            <a:alpha val="90000"/>
            <a:tint val="40000"/>
            <a:hueOff val="0"/>
            <a:satOff val="0"/>
            <a:lumOff val="0"/>
            <a:alphaOff val="0"/>
          </a:schemeClr>
        </a:solidFill>
        <a:ln w="19050" cap="flat" cmpd="sng" algn="ctr">
          <a:solidFill>
            <a:schemeClr val="accent1">
              <a:alpha val="90000"/>
              <a:tint val="40000"/>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dsp:style>
      <dsp:txBody>
        <a:bodyPr spcFirstLastPara="0" vert="horz" wrap="square" lIns="27940" tIns="27940" rIns="27940" bIns="27940" numCol="1" spcCol="1270" anchor="ctr" anchorCtr="0">
          <a:noAutofit/>
        </a:bodyPr>
        <a:lstStyle/>
        <a:p>
          <a:pPr marL="0" lvl="0" indent="0" algn="ctr" defTabSz="977900">
            <a:lnSpc>
              <a:spcPct val="90000"/>
            </a:lnSpc>
            <a:spcBef>
              <a:spcPct val="0"/>
            </a:spcBef>
            <a:spcAft>
              <a:spcPct val="35000"/>
            </a:spcAft>
            <a:buNone/>
          </a:pPr>
          <a:endParaRPr lang="en-US" sz="2200" kern="1200"/>
        </a:p>
      </dsp:txBody>
      <dsp:txXfrm>
        <a:off x="5093640" y="3222282"/>
        <a:ext cx="278140" cy="380547"/>
      </dsp:txXfrm>
    </dsp:sp>
  </dsp:spTree>
</dsp:drawing>
</file>

<file path=ppt/diagrams/layout1.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2.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5/8/layout/process4">
  <dgm:title val=""/>
  <dgm:desc val=""/>
  <dgm:catLst>
    <dgm:cat type="process" pri="16000"/>
    <dgm:cat type="list" pri="20000"/>
  </dgm:catLst>
  <dgm:sampData>
    <dgm:dataModel>
      <dgm:ptLst>
        <dgm:pt modelId="0" type="doc"/>
        <dgm:pt modelId="1">
          <dgm:prSet phldr="1"/>
        </dgm:pt>
        <dgm:pt modelId="11">
          <dgm:prSet phldr="1"/>
        </dgm:pt>
        <dgm:pt modelId="12">
          <dgm:prSet phldr="1"/>
        </dgm:pt>
        <dgm:pt modelId="2">
          <dgm:prSet phldr="1"/>
        </dgm:pt>
        <dgm:pt modelId="21">
          <dgm:prSet phldr="1"/>
        </dgm:pt>
        <dgm:pt modelId="22">
          <dgm:prSet phldr="1"/>
        </dgm:pt>
        <dgm:pt modelId="3">
          <dgm:prSet phldr="1"/>
        </dgm:pt>
        <dgm:pt modelId="31">
          <dgm:prSet phldr="1"/>
        </dgm:pt>
        <dgm:pt modelId="32">
          <dgm:prSet phldr="1"/>
        </dgm:pt>
      </dgm:ptLst>
      <dgm:cxnLst>
        <dgm:cxn modelId="4" srcId="0" destId="1" srcOrd="0" destOrd="0"/>
        <dgm:cxn modelId="5" srcId="0" destId="2" srcOrd="1" destOrd="0"/>
        <dgm:cxn modelId="6" srcId="0" destId="3" srcOrd="2" destOrd="0"/>
        <dgm:cxn modelId="13" srcId="1" destId="11" srcOrd="0" destOrd="0"/>
        <dgm:cxn modelId="14" srcId="1" destId="12" srcOrd="1" destOrd="0"/>
        <dgm:cxn modelId="23" srcId="2" destId="21" srcOrd="0" destOrd="0"/>
        <dgm:cxn modelId="24" srcId="2" destId="22" srcOrd="1" destOrd="0"/>
        <dgm:cxn modelId="33" srcId="3" destId="31" srcOrd="0" destOrd="0"/>
        <dgm:cxn modelId="34" srcId="3" destId="32" srcOrd="1"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65"/>
      <dgm:constr type="primFontSz" for="des" forName="parentTextArrow" refType="primFontSz" refFor="des" refForName="parentTextBox" op="equ"/>
      <dgm:constr type="primFontSz" for="des" forName="childTextArrow" val="65"/>
      <dgm:constr type="primFontSz" for="des" forName="childTextBox" refType="primFontSz" refFor="des" refForName="childTex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hoose name="Name4">
              <dgm:if name="Name5" axis="ch" ptType="node" func="cnt" op="gte" val="1">
                <dgm:constrLst>
                  <dgm:constr type="w" for="ch" forName="parentTextBox" refType="w"/>
                  <dgm:constr type="h" for="ch" forName="parentTextBox" refType="h" fact="0.54"/>
                  <dgm:constr type="t" for="ch" forName="parentTextBox"/>
                  <dgm:constr type="w" for="ch" forName="entireBox" refType="w"/>
                  <dgm:constr type="h" for="ch" forName="entireBox" refType="h"/>
                  <dgm:constr type="w" for="ch" forName="descendantBox" refType="w"/>
                  <dgm:constr type="b" for="ch" forName="descendantBox" refType="h" fact="0.98"/>
                  <dgm:constr type="h" for="ch" forName="descendantBox" refType="h" fact="0.46"/>
                </dgm:constrLst>
              </dgm:if>
              <dgm:else name="Name6">
                <dgm:constrLst>
                  <dgm:constr type="w" for="ch" forName="parentTextBox" refType="w"/>
                  <dgm:constr type="h" for="ch" forName="parentTextBox" refType="h"/>
                </dgm:constrLst>
              </dgm:else>
            </dgm:choose>
            <dgm:ruleLst/>
            <dgm:layoutNode name="parentTextBox">
              <dgm:alg type="tx"/>
              <dgm:choose name="Name7">
                <dgm:if name="Name8" axis="ch" ptType="node" func="cnt" op="gte" val="1">
                  <dgm:shape xmlns:r="http://schemas.openxmlformats.org/officeDocument/2006/relationships" type="rect" r:blip="" zOrderOff="1" hideGeom="1">
                    <dgm:adjLst/>
                  </dgm:shape>
                </dgm:if>
                <dgm:else name="Name9">
                  <dgm:shape xmlns:r="http://schemas.openxmlformats.org/officeDocument/2006/relationships" type="rect" r:blip="">
                    <dgm:adjLst/>
                  </dgm:shape>
                </dgm:else>
              </dgm:choose>
              <dgm:presOf axis="self"/>
              <dgm:constrLst/>
              <dgm:ruleLst>
                <dgm:rule type="primFontSz" val="5" fact="NaN" max="NaN"/>
              </dgm:ruleLst>
            </dgm:layoutNode>
            <dgm:choose name="Name10">
              <dgm:if name="Name11" axis="ch" ptType="node" func="cnt" op="gte" val="1">
                <dgm:layoutNode name="entireBox">
                  <dgm:alg type="sp"/>
                  <dgm:shape xmlns:r="http://schemas.openxmlformats.org/officeDocument/2006/relationships" type="rect" r:blip="">
                    <dgm:adjLst/>
                  </dgm:shape>
                  <dgm:presOf axis="self"/>
                  <dgm:constrLst/>
                  <dgm:ruleLst/>
                </dgm:layoutNode>
                <dgm:layoutNode name="descendantBox" styleLbl="fgAccFollowNode1">
                  <dgm:choose name="Name12">
                    <dgm:if name="Name13" func="var" arg="dir" op="equ" val="norm">
                      <dgm:alg type="lin"/>
                    </dgm:if>
                    <dgm:else name="Name14">
                      <dgm:alg type="lin">
                        <dgm:param type="linDir" val="fromR"/>
                      </dgm:alg>
                    </dgm:else>
                  </dgm:choose>
                  <dgm:shape xmlns:r="http://schemas.openxmlformats.org/officeDocument/2006/relationships" r:blip="">
                    <dgm:adjLst/>
                  </dgm:shape>
                  <dgm:presOf/>
                  <dgm:constrLst>
                    <dgm:constr type="w" for="ch" forName="childTextBox" refType="w"/>
                    <dgm:constr type="h" for="ch" forName="childTextBox" refType="h"/>
                  </dgm:constrLst>
                  <dgm:ruleLst/>
                  <dgm:forEach name="Name15" axis="ch" ptType="node">
                    <dgm:layoutNode name="childTextBox"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16"/>
            </dgm:choose>
          </dgm:layoutNode>
        </dgm:if>
        <dgm:else name="Name17">
          <dgm:layoutNode name="arrowAndChildren">
            <dgm:alg type="composite"/>
            <dgm:shape xmlns:r="http://schemas.openxmlformats.org/officeDocument/2006/relationships" r:blip="">
              <dgm:adjLst/>
            </dgm:shape>
            <dgm:presOf/>
            <dgm:choose name="Name18">
              <dgm:if name="Name19" axis="ch" ptType="node" func="cnt" op="gte" val="1">
                <dgm:constrLst>
                  <dgm:constr type="w" for="ch" forName="parentTextArrow" refType="w"/>
                  <dgm:constr type="t" for="ch" forName="parentTextArrow"/>
                  <dgm:constr type="h" for="ch" forName="parentTextArrow" refType="h" fact="0.351"/>
                  <dgm:constr type="w" for="ch" forName="arrow" refType="w"/>
                  <dgm:constr type="h" for="ch" forName="arrow" refType="h"/>
                  <dgm:constr type="w" for="ch" forName="descendantArrow" refType="w"/>
                  <dgm:constr type="b" for="ch" forName="descendantArrow" refType="h" fact="0.65"/>
                  <dgm:constr type="h" for="ch" forName="descendantArrow" refType="h" fact="0.299"/>
                </dgm:constrLst>
              </dgm:if>
              <dgm:else name="Name20">
                <dgm:constrLst>
                  <dgm:constr type="w" for="ch" forName="parentTextArrow" refType="w"/>
                  <dgm:constr type="h" for="ch" forName="parentTextArrow" refType="h"/>
                </dgm:constrLst>
              </dgm:else>
            </dgm:choose>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ruleLst>
                <dgm:rule type="primFontSz" val="5" fact="NaN" max="NaN"/>
              </dgm:ruleLst>
            </dgm:layoutNode>
            <dgm:choose name="Name24">
              <dgm:if name="Name25" axis="ch" ptType="node" func="cnt" op="gte" val="1">
                <dgm:layoutNode name="arrow">
                  <dgm:alg type="sp"/>
                  <dgm:shape xmlns:r="http://schemas.openxmlformats.org/officeDocument/2006/relationships" rot="180" type="upArrowCallout" r:blip="">
                    <dgm:adjLst/>
                  </dgm:shape>
                  <dgm:presOf axis="self"/>
                  <dgm:constrLst/>
                  <dgm:ruleLst/>
                </dgm:layoutNode>
                <dgm:layoutNode name="descendantArrow">
                  <dgm:choose name="Name26">
                    <dgm:if name="Name27" func="var" arg="dir" op="equ" val="norm">
                      <dgm:alg type="lin"/>
                    </dgm:if>
                    <dgm:else name="Name28">
                      <dgm:alg type="lin">
                        <dgm:param type="linDir" val="fromR"/>
                      </dgm:alg>
                    </dgm:else>
                  </dgm:choose>
                  <dgm:shape xmlns:r="http://schemas.openxmlformats.org/officeDocument/2006/relationships" r:blip="">
                    <dgm:adjLst/>
                  </dgm:shape>
                  <dgm:presOf/>
                  <dgm:constrLst>
                    <dgm:constr type="w" for="ch" forName="childTextArrow" refType="w"/>
                    <dgm:constr type="h" for="ch" forName="childTextArrow" refType="h"/>
                  </dgm:constrLst>
                  <dgm:ruleLst/>
                  <dgm:forEach name="Name29" axis="ch" ptType="node">
                    <dgm:layoutNode name="childTextArrow" styleLbl="fgAccFollowNode1">
                      <dgm:varLst>
                        <dgm:bulletEnabled val="1"/>
                      </dgm:varLst>
                      <dgm:alg type="tx"/>
                      <dgm:shape xmlns:r="http://schemas.openxmlformats.org/officeDocument/2006/relationships" type="rect" r:blip="">
                        <dgm:adjLst/>
                      </dgm:shape>
                      <dgm:presOf axis="desOrSelf" ptType="node"/>
                      <dgm:constrLst>
                        <dgm:constr type="tMarg" refType="primFontSz" fact="0.1"/>
                        <dgm:constr type="bMarg" refType="primFontSz" fact="0.1"/>
                      </dgm:constrLst>
                      <dgm:ruleLst>
                        <dgm:rule type="primFontSz" val="5" fact="NaN" max="NaN"/>
                      </dgm:ruleLst>
                    </dgm:layoutNode>
                  </dgm:forEach>
                </dgm:layoutNode>
              </dgm:if>
              <dgm:else name="Name30"/>
            </dgm:choos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18/2/layout/IconCircleList">
  <dgm:title val="Icon Circle List"/>
  <dgm:desc val="Use to show non-sequential or grouped chunks of information accompanied by related visuals. Circular shapes can hold an icon or small picture and corresponding text box shows Level 1 text. Works best for icons or small pictures with medium-length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alg type="sp"/>
    <dgm:shape xmlns:r="http://schemas.openxmlformats.org/officeDocument/2006/relationships" r:blip="">
      <dgm:adjLst/>
    </dgm:shape>
    <dgm:presOf/>
    <dgm:choose name="Name0">
      <dgm:if name="Name1" axis="ch" ptType="node" func="cnt" op="lte" val="3">
        <dgm:constrLst>
          <dgm:constr type="w" for="ch" forName="container" refType="w"/>
          <dgm:constr type="h" for="ch" forName="container" refType="h" fact="0.4"/>
        </dgm:constrLst>
      </dgm:if>
      <dgm:else name="Name2">
        <dgm:constrLst>
          <dgm:constr type="w" for="ch" forName="container" refType="w"/>
          <dgm:constr type="h" for="ch" forName="container" refType="h"/>
        </dgm:constrLst>
      </dgm:else>
    </dgm:choose>
    <dgm:ruleLst>
      <dgm:rule type="h" for="ch" forName="container" val="INF" fact="NaN" max="NaN"/>
    </dgm:ruleLst>
    <dgm:layoutNode name="container">
      <dgm:varLst>
        <dgm:dir/>
        <dgm:resizeHandles val="exact"/>
      </dgm:varLst>
      <dgm:choose name="Name3">
        <dgm:if name="Name4" axis="self" func="var" arg="dir" op="equ" val="norm">
          <dgm:alg type="snake">
            <dgm:param type="grDir" val="tL"/>
            <dgm:param type="flowDir" val="row"/>
            <dgm:param type="contDir" val="sameDir"/>
          </dgm:alg>
        </dgm:if>
        <dgm:else name="Name5">
          <dgm:alg type="snake">
            <dgm:param type="grDir" val="tR"/>
            <dgm:param type="flowDir" val="row"/>
            <dgm:param type="contDir" val="sameDir"/>
          </dgm:alg>
        </dgm:else>
      </dgm:choose>
      <dgm:shape xmlns:r="http://schemas.openxmlformats.org/officeDocument/2006/relationships" r:blip="">
        <dgm:adjLst/>
      </dgm:shape>
      <dgm:presOf/>
      <dgm:constrLst>
        <dgm:constr type="w" for="ch" forName="compNode" refType="w"/>
        <dgm:constr type="h" for="ch" forName="compNode" refType="w" fact="0.28"/>
        <dgm:constr type="w" for="ch" forName="sibTrans" refType="w" refFor="ch" refForName="compNode" fact="0.115"/>
        <dgm:constr type="sp" refType="h" op="equ" fact="0.17"/>
        <dgm:constr type="primFontSz" for="des" ptType="node" op="equ" val="24"/>
        <dgm:constr type="h" for="des" forName="compNode" op="equ"/>
        <dgm:constr type="h" for="des" forName="iconBgRect" op="equ"/>
      </dgm:constrLst>
      <dgm:ruleLst>
        <dgm:rule type="w" for="ch" forName="compNode" val="60" fact="NaN" max="NaN"/>
      </dgm:ruleLst>
      <dgm:forEach name="Name6" axis="ch" ptType="node">
        <dgm:layoutNode name="compNode">
          <dgm:alg type="composite"/>
          <dgm:shape xmlns:r="http://schemas.openxmlformats.org/officeDocument/2006/relationships" r:blip="">
            <dgm:adjLst/>
          </dgm:shape>
          <dgm:presOf axis="self"/>
          <dgm:constrLst>
            <dgm:constr type="w" for="ch" forName="iconBgRect" refType="w" fact="0.28"/>
            <dgm:constr type="h" for="ch" forName="iconBgRect" refType="w" refFor="ch" refForName="iconBgRect"/>
            <dgm:constr type="t" for="ch" forName="iconBgRect"/>
            <dgm:constr type="l" for="ch" forName="iconBgRect"/>
            <dgm:constr type="w" for="ch" forName="iconRect" refType="w" refFor="ch" refForName="iconBgRect" fact="0.58"/>
            <dgm:constr type="h" for="ch" forName="iconRect" refType="w" refFor="ch" refForName="iconRect"/>
            <dgm:constr type="ctrX" for="ch" forName="iconRect" refType="ctrX" refFor="ch" refForName="iconBgRect"/>
            <dgm:constr type="ctrY" for="ch" forName="iconRect" refType="ctrY" refFor="ch" refForName="iconBgRect"/>
            <dgm:constr type="w" for="ch" forName="spaceRect" refType="w" fact="0.06"/>
            <dgm:constr type="h" for="ch" forName="spaceRect" refType="h" refFor="ch" refForName="iconBgRect"/>
            <dgm:constr type="t" for="ch" forName="spaceRect" refType="t" refFor="ch" refForName="iconBgRect"/>
            <dgm:constr type="l" for="ch" forName="spaceRect" refType="r" refFor="ch" refForName="iconBgRect"/>
            <dgm:constr type="h" for="ch" forName="textRect" refType="h" refFor="ch" refForName="iconBgRect"/>
            <dgm:constr type="t" for="ch" forName="textRect" refType="t" refFor="ch" refForName="iconBgRect"/>
            <dgm:constr type="l" for="ch" forName="textRect" refType="r" refFor="ch" refForName="spaceRect"/>
          </dgm:constrLst>
          <dgm:ruleLst/>
          <dgm:layoutNode name="iconBgRect" styleLbl="bgShp">
            <dgm:alg type="sp"/>
            <dgm:shape xmlns:r="http://schemas.openxmlformats.org/officeDocument/2006/relationships" type="ellipse" r:blip="">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textRect" styleLbl="revTx">
            <dgm:varLst>
              <dgm:chMax val="1"/>
              <dgm:chPref val="1"/>
            </dgm:varLst>
            <dgm:choose name="Name7">
              <dgm:if name="Name8" func="var" arg="dir" op="equ" val="norm">
                <dgm:alg type="tx">
                  <dgm:param type="txAnchorVert" val="mid"/>
                  <dgm:param type="parTxLTRAlign" val="l"/>
                  <dgm:param type="shpTxLTRAlignCh" val="l"/>
                  <dgm:param type="parTxRTLAlign" val="l"/>
                  <dgm:param type="shpTxRTLAlignCh" val="l"/>
                </dgm:alg>
              </dgm:if>
              <dgm:else name="Name9">
                <dgm:alg type="tx">
                  <dgm:param type="txAnchorVert" val="mid"/>
                  <dgm:param type="parTxLTRAlign" val="r"/>
                  <dgm:param type="shpTxLTRAlignCh" val="r"/>
                  <dgm:param type="parTxRTLAlign" val="r"/>
                  <dgm:param type="shpTxRTLAlignCh" val="r"/>
                </dgm:alg>
              </dgm:else>
            </dgm:choose>
            <dgm:shape xmlns:r="http://schemas.openxmlformats.org/officeDocument/2006/relationships" type="rect" r:blip="">
              <dgm:adjLst/>
            </dgm:shape>
            <dgm:presOf axis="self" ptType="node"/>
            <dgm:constrLst>
              <dgm:constr type="lMarg"/>
              <dgm:constr type="rMarg"/>
              <dgm:constr type="tMarg"/>
              <dgm:constr type="bMarg"/>
            </dgm:constrLst>
            <dgm:ruleLst>
              <dgm:rule type="primFontSz" val="11" fact="NaN" max="NaN"/>
            </dgm:ruleLst>
          </dgm:layoutNode>
        </dgm:layoutNode>
        <dgm:forEach name="Name10" axis="followSib" ptType="sibTrans" cnt="1">
          <dgm:layoutNode name="sibTrans">
            <dgm:alg type="sp"/>
            <dgm:shape xmlns:r="http://schemas.openxmlformats.org/officeDocument/2006/relationships" type="rect" r:blip="" hideGeom="1">
              <dgm:adjLst/>
            </dgm:shape>
            <dgm:presOf axis="self"/>
            <dgm:constrLst/>
            <dgm:ruleLst/>
          </dgm:layoutNode>
        </dgm:forEach>
      </dgm:forEach>
    </dgm:layoutNode>
  </dgm:layoutNode>
  <dgm:extLst>
    <a:ext uri="{68A01E43-0DF5-4B5B-8FA6-DAF915123BFB}">
      <dgm1612:lstStyle xmlns:dgm1612="http://schemas.microsoft.com/office/drawing/2016/12/diagram">
        <a:lvl1pPr>
          <a:lnSpc>
            <a:spcPct val="100000"/>
          </a:lnSpc>
        </a:lvl1pPr>
      </dgm1612:lstStyle>
    </a:ext>
  </dgm:extLst>
</dgm:layoutDef>
</file>

<file path=ppt/diagrams/layout5.xml><?xml version="1.0" encoding="utf-8"?>
<dgm:layoutDef xmlns:dgm="http://schemas.openxmlformats.org/drawingml/2006/diagram" xmlns:a="http://schemas.openxmlformats.org/drawingml/2006/main" uniqueId="urn:microsoft.com/office/officeart/2005/8/layout/cycle8">
  <dgm:title val=""/>
  <dgm:desc val=""/>
  <dgm:catLst>
    <dgm:cat type="cycle" pri="7000"/>
  </dgm:catLst>
  <dgm:sampData useDef="1">
    <dgm:dataModel>
      <dgm:ptLst/>
      <dgm:bg/>
      <dgm:whole/>
    </dgm:dataModel>
  </dgm:sampData>
  <dgm:styleData useDef="1">
    <dgm:dataModel>
      <dgm:ptLst/>
      <dgm:bg/>
      <dgm:whole/>
    </dgm:dataModel>
  </dgm:styleData>
  <dgm:clrData>
    <dgm:dataModel>
      <dgm:ptLst>
        <dgm:pt modelId="0" type="doc"/>
        <dgm:pt modelId="1"/>
        <dgm:pt modelId="2"/>
        <dgm:pt modelId="3"/>
        <dgm:pt modelId="4"/>
        <dgm:pt modelId="5"/>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clrData>
  <dgm:layoutNode name="compositeShape">
    <dgm:varLst>
      <dgm:chMax val="7"/>
      <dgm:dir/>
      <dgm:resizeHandles val="exact"/>
    </dgm:varLst>
    <dgm:alg type="composite">
      <dgm:param type="horzAlign" val="ctr"/>
      <dgm:param type="vertAlign" val="mid"/>
      <dgm:param type="ar" val="1"/>
    </dgm:alg>
    <dgm:shape xmlns:r="http://schemas.openxmlformats.org/officeDocument/2006/relationships" r:blip="">
      <dgm:adjLst/>
    </dgm:shape>
    <dgm:presOf/>
    <dgm:choose name="Name0">
      <dgm:if name="Name1" axis="ch" ptType="node" func="cnt" op="equ" val="1">
        <dgm:constrLst>
          <dgm:constr type="l" for="ch" forName="wedge1" refType="w" fact="0.08"/>
          <dgm:constr type="t" for="ch" forName="wedge1" refType="w" fact="0.08"/>
          <dgm:constr type="w" for="ch" forName="wedge1" refType="w" fact="0.84"/>
          <dgm:constr type="h" for="ch" forName="wedge1" refType="h" fact="0.84"/>
          <dgm:constr type="l" for="ch" forName="dummy1a" refType="w" fact="0.5"/>
          <dgm:constr type="t" for="ch" forName="dummy1a" refType="h" fact="0.08"/>
          <dgm:constr type="l" for="ch" forName="dummy1b" refType="w" fact="0.5"/>
          <dgm:constr type="t" for="ch" forName="dummy1b" refType="h" fact="0.08"/>
          <dgm:constr type="l" for="ch" forName="wedge1Tx" refType="w" fact="0.22"/>
          <dgm:constr type="t" for="ch" forName="wedge1Tx" refType="h" fact="0.22"/>
          <dgm:constr type="w" for="ch" forName="wedge1Tx" refType="w" fact="0.56"/>
          <dgm:constr type="h" for="ch" forName="wedge1Tx" refType="h" fact="0.56"/>
          <dgm:constr type="h" for="ch" forName="arrowWedge1single" refType="w" fact="0.08"/>
          <dgm:constr type="diam" for="ch" forName="arrowWedge1single" refType="w" fact="0.84"/>
          <dgm:constr type="l" for="ch" forName="arrowWedge1single" refType="w" fact="0.5"/>
          <dgm:constr type="t" for="ch" forName="arrowWedge1single" refType="w" fact="0.5"/>
          <dgm:constr type="primFontSz" for="ch" ptType="node" op="equ"/>
        </dgm:constrLst>
      </dgm:if>
      <dgm:if name="Name2" axis="ch" ptType="node" func="cnt" op="equ" val="2">
        <dgm:constrLst>
          <dgm:constr type="l" for="ch" forName="wedge1" refType="w" fact="0.1"/>
          <dgm:constr type="t" for="ch" forName="wedge1" refType="w" fact="0.08"/>
          <dgm:constr type="w" for="ch" forName="wedge1" refType="w" fact="0.84"/>
          <dgm:constr type="h" for="ch" forName="wedge1" refType="h" fact="0.84"/>
          <dgm:constr type="l" for="ch" forName="dummy1a" refType="w" fact="0.52"/>
          <dgm:constr type="t" for="ch" forName="dummy1a" refType="h" fact="0.08"/>
          <dgm:constr type="l" for="ch" forName="dummy1b" refType="w" fact="0.52"/>
          <dgm:constr type="t" for="ch" forName="dummy1b" refType="h" fact="0.92"/>
          <dgm:constr type="l" for="ch" forName="wedge1Tx" refType="w" fact="0.559"/>
          <dgm:constr type="t" for="ch" forName="wedge1Tx" refType="h" fact="0.3"/>
          <dgm:constr type="w" for="ch" forName="wedge1Tx" refType="w" fact="0.3"/>
          <dgm:constr type="h" for="ch" forName="wedge1Tx" refType="h" fact="0.4"/>
          <dgm:constr type="l" for="ch" forName="wedge2" refType="w" fact="0.06"/>
          <dgm:constr type="t" for="ch" forName="wedge2" refType="w" fact="0.08"/>
          <dgm:constr type="w" for="ch" forName="wedge2" refType="w" fact="0.84"/>
          <dgm:constr type="h" for="ch" forName="wedge2" refType="h" fact="0.84"/>
          <dgm:constr type="l" for="ch" forName="dummy2a" refType="w" fact="0.48"/>
          <dgm:constr type="t" for="ch" forName="dummy2a" refType="h" fact="0.92"/>
          <dgm:constr type="l" for="ch" forName="dummy2b" refType="w" fact="0.48"/>
          <dgm:constr type="t" for="ch" forName="dummy2b" refType="h" fact="0.08"/>
          <dgm:constr type="r" for="ch" forName="wedge2Tx" refType="w" fact="0.441"/>
          <dgm:constr type="t" for="ch" forName="wedge2Tx" refType="h" fact="0.3"/>
          <dgm:constr type="w" for="ch" forName="wedge2Tx" refType="w" fact="0.3"/>
          <dgm:constr type="h" for="ch" forName="wedge2Tx" refType="h" fact="0.4"/>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primFontSz" for="ch" ptType="node" op="equ"/>
        </dgm:constrLst>
      </dgm:if>
      <dgm:if name="Name3" axis="ch" ptType="node" func="cnt" op="equ" val="3">
        <dgm:constrLst>
          <dgm:constr type="l" for="ch" forName="wedge1" refType="w" fact="0.0973"/>
          <dgm:constr type="t" for="ch" forName="wedge1" refType="w" fact="0.07"/>
          <dgm:constr type="w" for="ch" forName="wedge1" refType="w" fact="0.84"/>
          <dgm:constr type="h" for="ch" forName="wedge1" refType="h" fact="0.84"/>
          <dgm:constr type="l" for="ch" forName="dummy1a" refType="w" fact="0.5173"/>
          <dgm:constr type="t" for="ch" forName="dummy1a" refType="h" fact="0.07"/>
          <dgm:constr type="l" for="ch" forName="dummy1b" refType="w" fact="0.8811"/>
          <dgm:constr type="t" for="ch" forName="dummy1b" refType="h" fact="0.7"/>
          <dgm:constr type="l" for="ch" forName="wedge1Tx" refType="w" fact="0.54"/>
          <dgm:constr type="t" for="ch" forName="wedge1Tx" refType="h" fact="0.248"/>
          <dgm:constr type="w" for="ch" forName="wedge1Tx" refType="w" fact="0.3"/>
          <dgm:constr type="h" for="ch" forName="wedge1Tx" refType="h" fact="0.25"/>
          <dgm:constr type="l" for="ch" forName="wedge2" refType="w" fact="0.08"/>
          <dgm:constr type="t" for="ch" forName="wedge2" refType="w" fact="0.1"/>
          <dgm:constr type="w" for="ch" forName="wedge2" refType="w" fact="0.84"/>
          <dgm:constr type="h" for="ch" forName="wedge2" refType="h" fact="0.84"/>
          <dgm:constr type="l" for="ch" forName="dummy2a" refType="w" fact="0.8637"/>
          <dgm:constr type="t" for="ch" forName="dummy2a" refType="h" fact="0.73"/>
          <dgm:constr type="l" for="ch" forName="dummy2b" refType="w" fact="0.1363"/>
          <dgm:constr type="t" for="ch" forName="dummy2b" refType="h" fact="0.73"/>
          <dgm:constr type="l" for="ch" forName="wedge2Tx" refType="w" fact="0.28"/>
          <dgm:constr type="t" for="ch" forName="wedge2Tx" refType="h" fact="0.645"/>
          <dgm:constr type="w" for="ch" forName="wedge2Tx" refType="w" fact="0.45"/>
          <dgm:constr type="h" for="ch" forName="wedge2Tx" refType="h" fact="0.22"/>
          <dgm:constr type="l" for="ch" forName="wedge3" refType="w" fact="0.0627"/>
          <dgm:constr type="t" for="ch" forName="wedge3" refType="w" fact="0.07"/>
          <dgm:constr type="w" for="ch" forName="wedge3" refType="w" fact="0.84"/>
          <dgm:constr type="h" for="ch" forName="wedge3" refType="h" fact="0.84"/>
          <dgm:constr type="l" for="ch" forName="dummy3a" refType="w" fact="0.1189"/>
          <dgm:constr type="t" for="ch" forName="dummy3a" refType="h" fact="0.7"/>
          <dgm:constr type="l" for="ch" forName="dummy3b" refType="w" fact="0.4827"/>
          <dgm:constr type="t" for="ch" forName="dummy3b" refType="h" fact="0.07"/>
          <dgm:constr type="r" for="ch" forName="wedge3Tx" refType="w" fact="0.46"/>
          <dgm:constr type="t" for="ch" forName="wedge3Tx" refType="h" fact="0.248"/>
          <dgm:constr type="w" for="ch" forName="wedge3Tx" refType="w" fact="0.3"/>
          <dgm:constr type="h" for="ch" forName="wedge3Tx" refType="h" fact="0.25"/>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primFontSz" for="ch" ptType="node" op="equ"/>
        </dgm:constrLst>
      </dgm:if>
      <dgm:if name="Name4" axis="ch" ptType="node" func="cnt" op="equ" val="4">
        <dgm:constrLst>
          <dgm:constr type="l" for="ch" forName="wedge1" refType="w" fact="0.0941"/>
          <dgm:constr type="t" for="ch" forName="wedge1" refType="w" fact="0.0659"/>
          <dgm:constr type="w" for="ch" forName="wedge1" refType="w" fact="0.84"/>
          <dgm:constr type="h" for="ch" forName="wedge1" refType="h" fact="0.84"/>
          <dgm:constr type="l" for="ch" forName="dummy1a" refType="w" fact="0.5141"/>
          <dgm:constr type="t" for="ch" forName="dummy1a" refType="h" fact="0.0659"/>
          <dgm:constr type="l" for="ch" forName="dummy1b" refType="w" fact="0.9341"/>
          <dgm:constr type="t" for="ch" forName="dummy1b" refType="h" fact="0.4859"/>
          <dgm:constr type="l" for="ch" forName="wedge1Tx" refType="w" fact="0.54"/>
          <dgm:constr type="t" for="ch" forName="wedge1Tx" refType="h" fact="0.24"/>
          <dgm:constr type="w" for="ch" forName="wedge1Tx" refType="w" fact="0.31"/>
          <dgm:constr type="h" for="ch" forName="wedge1Tx" refType="h" fact="0.23"/>
          <dgm:constr type="l" for="ch" forName="wedge2" refType="w" fact="0.0941"/>
          <dgm:constr type="t" for="ch" forName="wedge2" refType="w" fact="0.0941"/>
          <dgm:constr type="w" for="ch" forName="wedge2" refType="w" fact="0.84"/>
          <dgm:constr type="h" for="ch" forName="wedge2" refType="h" fact="0.84"/>
          <dgm:constr type="l" for="ch" forName="dummy2a" refType="w" fact="0.9341"/>
          <dgm:constr type="t" for="ch" forName="dummy2a" refType="h" fact="0.5141"/>
          <dgm:constr type="l" for="ch" forName="dummy2b" refType="w" fact="0.5141"/>
          <dgm:constr type="t" for="ch" forName="dummy2b" refType="h" fact="0.9341"/>
          <dgm:constr type="l" for="ch" forName="wedge2Tx" refType="w" fact="0.54"/>
          <dgm:constr type="t" for="ch" forName="wedge2Tx" refType="h" fact="0.53"/>
          <dgm:constr type="w" for="ch" forName="wedge2Tx" refType="w" fact="0.31"/>
          <dgm:constr type="h" for="ch" forName="wedge2Tx" refType="h" fact="0.23"/>
          <dgm:constr type="l" for="ch" forName="wedge3" refType="w" fact="0.0659"/>
          <dgm:constr type="t" for="ch" forName="wedge3" refType="w" fact="0.0941"/>
          <dgm:constr type="w" for="ch" forName="wedge3" refType="w" fact="0.84"/>
          <dgm:constr type="h" for="ch" forName="wedge3" refType="h" fact="0.84"/>
          <dgm:constr type="l" for="ch" forName="dummy3a" refType="w" fact="0.4859"/>
          <dgm:constr type="t" for="ch" forName="dummy3a" refType="h" fact="0.9341"/>
          <dgm:constr type="l" for="ch" forName="dummy3b" refType="w" fact="0.0659"/>
          <dgm:constr type="t" for="ch" forName="dummy3b" refType="h" fact="0.5141"/>
          <dgm:constr type="r" for="ch" forName="wedge3Tx" refType="w" fact="0.46"/>
          <dgm:constr type="t" for="ch" forName="wedge3Tx" refType="h" fact="0.53"/>
          <dgm:constr type="w" for="ch" forName="wedge3Tx" refType="w" fact="0.31"/>
          <dgm:constr type="h" for="ch" forName="wedge3Tx" refType="h" fact="0.23"/>
          <dgm:constr type="l" for="ch" forName="wedge4" refType="w" fact="0.0659"/>
          <dgm:constr type="t" for="ch" forName="wedge4" refType="h" fact="0.0659"/>
          <dgm:constr type="w" for="ch" forName="wedge4" refType="w" fact="0.84"/>
          <dgm:constr type="h" for="ch" forName="wedge4" refType="h" fact="0.84"/>
          <dgm:constr type="l" for="ch" forName="dummy4a" refType="w" fact="0.0659"/>
          <dgm:constr type="t" for="ch" forName="dummy4a" refType="h" fact="0.4859"/>
          <dgm:constr type="l" for="ch" forName="dummy4b" refType="w" fact="0.4859"/>
          <dgm:constr type="t" for="ch" forName="dummy4b" refType="h" fact="0.0659"/>
          <dgm:constr type="r" for="ch" forName="wedge4Tx" refType="w" fact="0.46"/>
          <dgm:constr type="t" for="ch" forName="wedge4Tx" refType="h" fact="0.24"/>
          <dgm:constr type="w" for="ch" forName="wedge4Tx" refType="w" fact="0.31"/>
          <dgm:constr type="h" for="ch" forName="wedge4Tx" refType="h" fact="0.23"/>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primFontSz" for="ch" ptType="node" op="equ"/>
        </dgm:constrLst>
      </dgm:if>
      <dgm:if name="Name5" axis="ch" ptType="node" func="cnt" op="equ" val="5">
        <dgm:constrLst>
          <dgm:constr type="l" for="ch" forName="wedge1" refType="w" fact="0.0918"/>
          <dgm:constr type="t" for="ch" forName="wedge1" refType="w" fact="0.0638"/>
          <dgm:constr type="w" for="ch" forName="wedge1" refType="w" fact="0.84"/>
          <dgm:constr type="h" for="ch" forName="wedge1" refType="h" fact="0.84"/>
          <dgm:constr type="l" for="ch" forName="dummy1a" refType="w" fact="0.5118"/>
          <dgm:constr type="t" for="ch" forName="dummy1a" refType="h" fact="0.0638"/>
          <dgm:constr type="l" for="ch" forName="dummy1b" refType="w" fact="0.9112"/>
          <dgm:constr type="t" for="ch" forName="dummy1b" refType="h" fact="0.354"/>
          <dgm:constr type="l" for="ch" forName="wedge1Tx" refType="w" fact="0.53"/>
          <dgm:constr type="t" for="ch" forName="wedge1Tx" refType="h" fact="0.205"/>
          <dgm:constr type="w" for="ch" forName="wedge1Tx" refType="w" fact="0.27"/>
          <dgm:constr type="h" for="ch" forName="wedge1Tx" refType="h" fact="0.18"/>
          <dgm:constr type="l" for="ch" forName="wedge2" refType="w" fact="0.099"/>
          <dgm:constr type="t" for="ch" forName="wedge2" refType="w" fact="0.0862"/>
          <dgm:constr type="w" for="ch" forName="wedge2" refType="w" fact="0.84"/>
          <dgm:constr type="h" for="ch" forName="wedge2" refType="h" fact="0.84"/>
          <dgm:constr type="l" for="ch" forName="dummy2a" refType="w" fact="0.9185"/>
          <dgm:constr type="t" for="ch" forName="dummy2a" refType="h" fact="0.3764"/>
          <dgm:constr type="l" for="ch" forName="dummy2b" refType="w" fact="0.7659"/>
          <dgm:constr type="t" for="ch" forName="dummy2b" refType="h" fact="0.846"/>
          <dgm:constr type="l" for="ch" forName="wedge2Tx" refType="w" fact="0.64"/>
          <dgm:constr type="t" for="ch" forName="wedge2Tx" refType="h" fact="0.47"/>
          <dgm:constr type="w" for="ch" forName="wedge2Tx" refType="w" fact="0.25"/>
          <dgm:constr type="h" for="ch" forName="wedge2Tx" refType="h" fact="0.2"/>
          <dgm:constr type="l" for="ch" forName="wedge3" refType="w" fact="0.08"/>
          <dgm:constr type="t" for="ch" forName="wedge3" refType="w" fact="0.1"/>
          <dgm:constr type="w" for="ch" forName="wedge3" refType="w" fact="0.84"/>
          <dgm:constr type="h" for="ch" forName="wedge3" refType="h" fact="0.84"/>
          <dgm:constr type="l" for="ch" forName="dummy3a" refType="w" fact="0.7469"/>
          <dgm:constr type="t" for="ch" forName="dummy3a" refType="h" fact="0.8598"/>
          <dgm:constr type="l" for="ch" forName="dummy3b" refType="w" fact="0.2531"/>
          <dgm:constr type="t" for="ch" forName="dummy3b" refType="h" fact="0.8598"/>
          <dgm:constr type="l" for="ch" forName="wedge3Tx" refType="w" fact="0.38"/>
          <dgm:constr type="t" for="ch" forName="wedge3Tx" refType="h" fact="0.69"/>
          <dgm:constr type="w" for="ch" forName="wedge3Tx" refType="w" fact="0.24"/>
          <dgm:constr type="h" for="ch" forName="wedge3Tx" refType="h" fact="0.22"/>
          <dgm:constr type="l" for="ch" forName="wedge4" refType="w" fact="0.061"/>
          <dgm:constr type="t" for="ch" forName="wedge4" refType="h" fact="0.0862"/>
          <dgm:constr type="w" for="ch" forName="wedge4" refType="w" fact="0.84"/>
          <dgm:constr type="h" for="ch" forName="wedge4" refType="h" fact="0.84"/>
          <dgm:constr type="l" for="ch" forName="dummy4a" refType="w" fact="0.2341"/>
          <dgm:constr type="t" for="ch" forName="dummy4a" refType="h" fact="0.846"/>
          <dgm:constr type="l" for="ch" forName="dummy4b" refType="w" fact="0.0815"/>
          <dgm:constr type="t" for="ch" forName="dummy4b" refType="h" fact="0.3764"/>
          <dgm:constr type="r" for="ch" forName="wedge4Tx" refType="w" fact="0.36"/>
          <dgm:constr type="t" for="ch" forName="wedge4Tx" refType="h" fact="0.47"/>
          <dgm:constr type="w" for="ch" forName="wedge4Tx" refType="w" fact="0.25"/>
          <dgm:constr type="h" for="ch" forName="wedge4Tx" refType="h" fact="0.2"/>
          <dgm:constr type="l" for="ch" forName="wedge5" refType="w" fact="0.0682"/>
          <dgm:constr type="t" for="ch" forName="wedge5" refType="h" fact="0.0638"/>
          <dgm:constr type="w" for="ch" forName="wedge5" refType="w" fact="0.84"/>
          <dgm:constr type="h" for="ch" forName="wedge5" refType="h" fact="0.84"/>
          <dgm:constr type="l" for="ch" forName="dummy5a" refType="w" fact="0.0888"/>
          <dgm:constr type="t" for="ch" forName="dummy5a" refType="h" fact="0.354"/>
          <dgm:constr type="l" for="ch" forName="dummy5b" refType="w" fact="0.4882"/>
          <dgm:constr type="t" for="ch" forName="dummy5b" refType="h" fact="0.0638"/>
          <dgm:constr type="r" for="ch" forName="wedge5Tx" refType="w" fact="0.47"/>
          <dgm:constr type="t" for="ch" forName="wedge5Tx" refType="h" fact="0.205"/>
          <dgm:constr type="w" for="ch" forName="wedge5Tx" refType="w" fact="0.27"/>
          <dgm:constr type="h" for="ch" forName="wedge5Tx" refType="h" fact="0.18"/>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primFontSz" for="ch" ptType="node" op="equ"/>
        </dgm:constrLst>
      </dgm:if>
      <dgm:if name="Name6" axis="ch" ptType="node" func="cnt" op="equ" val="6">
        <dgm:constrLst>
          <dgm:constr type="l" for="ch" forName="wedge1" refType="w" fact="0.09"/>
          <dgm:constr type="t" for="ch" forName="wedge1" refType="w" fact="0.0627"/>
          <dgm:constr type="w" for="ch" forName="wedge1" refType="w" fact="0.84"/>
          <dgm:constr type="h" for="ch" forName="wedge1" refType="h" fact="0.84"/>
          <dgm:constr type="l" for="ch" forName="dummy1a" refType="w" fact="0.51"/>
          <dgm:constr type="t" for="ch" forName="dummy1a" refType="h" fact="0.0627"/>
          <dgm:constr type="l" for="ch" forName="dummy1b" refType="w" fact="0.8737"/>
          <dgm:constr type="t" for="ch" forName="dummy1b" refType="h" fact="0.2727"/>
          <dgm:constr type="l" for="ch" forName="wedge1Tx" refType="w" fact="0.53"/>
          <dgm:constr type="t" for="ch" forName="wedge1Tx" refType="h" fact="0.17"/>
          <dgm:constr type="w" for="ch" forName="wedge1Tx" refType="w" fact="0.22"/>
          <dgm:constr type="h" for="ch" forName="wedge1Tx" refType="h" fact="0.17"/>
          <dgm:constr type="l" for="ch" forName="wedge2" refType="w" fact="0.1"/>
          <dgm:constr type="t" for="ch" forName="wedge2" refType="w" fact="0.08"/>
          <dgm:constr type="w" for="ch" forName="wedge2" refType="w" fact="0.84"/>
          <dgm:constr type="h" for="ch" forName="wedge2" refType="h" fact="0.84"/>
          <dgm:constr type="l" for="ch" forName="dummy2a" refType="w" fact="0.8837"/>
          <dgm:constr type="t" for="ch" forName="dummy2a" refType="h" fact="0.29"/>
          <dgm:constr type="l" for="ch" forName="dummy2b" refType="w" fact="0.8837"/>
          <dgm:constr type="t" for="ch" forName="dummy2b" refType="h" fact="0.71"/>
          <dgm:constr type="l" for="ch" forName="wedge2Tx" refType="w" fact="0.67"/>
          <dgm:constr type="t" for="ch" forName="wedge2Tx" refType="h" fact="0.42"/>
          <dgm:constr type="w" for="ch" forName="wedge2Tx" refType="w" fact="0.23"/>
          <dgm:constr type="h" for="ch" forName="wedge2Tx" refType="h" fact="0.165"/>
          <dgm:constr type="l" for="ch" forName="wedge3" refType="w" fact="0.09"/>
          <dgm:constr type="t" for="ch" forName="wedge3" refType="w" fact="0.0973"/>
          <dgm:constr type="w" for="ch" forName="wedge3" refType="w" fact="0.84"/>
          <dgm:constr type="h" for="ch" forName="wedge3" refType="h" fact="0.84"/>
          <dgm:constr type="l" for="ch" forName="dummy3a" refType="w" fact="0.8737"/>
          <dgm:constr type="t" for="ch" forName="dummy3a" refType="h" fact="0.7273"/>
          <dgm:constr type="l" for="ch" forName="dummy3b" refType="w" fact="0.51"/>
          <dgm:constr type="t" for="ch" forName="dummy3b" refType="h" fact="0.9373"/>
          <dgm:constr type="l" for="ch" forName="wedge3Tx" refType="w" fact="0.53"/>
          <dgm:constr type="t" for="ch" forName="wedge3Tx" refType="h" fact="0.665"/>
          <dgm:constr type="w" for="ch" forName="wedge3Tx" refType="w" fact="0.22"/>
          <dgm:constr type="h" for="ch" forName="wedge3Tx" refType="h" fact="0.17"/>
          <dgm:constr type="l" for="ch" forName="wedge4" refType="w" fact="0.07"/>
          <dgm:constr type="t" for="ch" forName="wedge4" refType="h" fact="0.0973"/>
          <dgm:constr type="w" for="ch" forName="wedge4" refType="w" fact="0.84"/>
          <dgm:constr type="h" for="ch" forName="wedge4" refType="h" fact="0.84"/>
          <dgm:constr type="l" for="ch" forName="dummy4a" refType="w" fact="0.49"/>
          <dgm:constr type="t" for="ch" forName="dummy4a" refType="h" fact="0.9373"/>
          <dgm:constr type="l" for="ch" forName="dummy4b" refType="w" fact="0.1263"/>
          <dgm:constr type="t" for="ch" forName="dummy4b" refType="h" fact="0.7273"/>
          <dgm:constr type="r" for="ch" forName="wedge4Tx" refType="w" fact="0.47"/>
          <dgm:constr type="t" for="ch" forName="wedge4Tx" refType="h" fact="0.665"/>
          <dgm:constr type="w" for="ch" forName="wedge4Tx" refType="w" fact="0.22"/>
          <dgm:constr type="h" for="ch" forName="wedge4Tx" refType="h" fact="0.17"/>
          <dgm:constr type="l" for="ch" forName="wedge5" refType="w" fact="0.06"/>
          <dgm:constr type="t" for="ch" forName="wedge5" refType="h" fact="0.08"/>
          <dgm:constr type="w" for="ch" forName="wedge5" refType="w" fact="0.84"/>
          <dgm:constr type="h" for="ch" forName="wedge5" refType="h" fact="0.84"/>
          <dgm:constr type="l" for="ch" forName="dummy5a" refType="w" fact="0.1163"/>
          <dgm:constr type="t" for="ch" forName="dummy5a" refType="h" fact="0.71"/>
          <dgm:constr type="l" for="ch" forName="dummy5b" refType="w" fact="0.1163"/>
          <dgm:constr type="t" for="ch" forName="dummy5b" refType="h" fact="0.29"/>
          <dgm:constr type="r" for="ch" forName="wedge5Tx" refType="w" fact="0.33"/>
          <dgm:constr type="t" for="ch" forName="wedge5Tx" refType="h" fact="0.42"/>
          <dgm:constr type="w" for="ch" forName="wedge5Tx" refType="w" fact="0.23"/>
          <dgm:constr type="h" for="ch" forName="wedge5Tx" refType="h" fact="0.165"/>
          <dgm:constr type="l" for="ch" forName="wedge6" refType="w" fact="0.07"/>
          <dgm:constr type="t" for="ch" forName="wedge6" refType="h" fact="0.0627"/>
          <dgm:constr type="w" for="ch" forName="wedge6" refType="w" fact="0.84"/>
          <dgm:constr type="h" for="ch" forName="wedge6" refType="h" fact="0.84"/>
          <dgm:constr type="l" for="ch" forName="dummy6a" refType="w" fact="0.1263"/>
          <dgm:constr type="t" for="ch" forName="dummy6a" refType="h" fact="0.2727"/>
          <dgm:constr type="l" for="ch" forName="dummy6b" refType="w" fact="0.49"/>
          <dgm:constr type="t" for="ch" forName="dummy6b" refType="h" fact="0.0627"/>
          <dgm:constr type="r" for="ch" forName="wedge6Tx" refType="w" fact="0.47"/>
          <dgm:constr type="t" for="ch" forName="wedge6Tx" refType="h" fact="0.17"/>
          <dgm:constr type="w" for="ch" forName="wedge6Tx" refType="w" fact="0.22"/>
          <dgm:constr type="h" for="ch" forName="wedge6Tx" refType="h" fact="0.17"/>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primFontSz" for="ch" ptType="node" op="equ"/>
        </dgm:constrLst>
      </dgm:if>
      <dgm:else name="Name7">
        <dgm:constrLst>
          <dgm:constr type="l" for="ch" forName="wedge1" refType="w" fact="0.0887"/>
          <dgm:constr type="t" for="ch" forName="wedge1" refType="w" fact="0.062"/>
          <dgm:constr type="w" for="ch" forName="wedge1" refType="w" fact="0.84"/>
          <dgm:constr type="h" for="ch" forName="wedge1" refType="h" fact="0.84"/>
          <dgm:constr type="l" for="ch" forName="dummy1a" refType="w" fact="0.5087"/>
          <dgm:constr type="t" for="ch" forName="dummy1a" refType="h" fact="0.062"/>
          <dgm:constr type="l" for="ch" forName="dummy1b" refType="w" fact="0.837"/>
          <dgm:constr type="t" for="ch" forName="dummy1b" refType="h" fact="0.2201"/>
          <dgm:constr type="l" for="ch" forName="wedge1Tx" refType="w" fact="0.53"/>
          <dgm:constr type="t" for="ch" forName="wedge1Tx" refType="h" fact="0.14"/>
          <dgm:constr type="w" for="ch" forName="wedge1Tx" refType="w" fact="0.2"/>
          <dgm:constr type="h" for="ch" forName="wedge1Tx" refType="h" fact="0.16"/>
          <dgm:constr type="l" for="ch" forName="wedge2" refType="w" fact="0.0995"/>
          <dgm:constr type="t" for="ch" forName="wedge2" refType="w" fact="0.0755"/>
          <dgm:constr type="w" for="ch" forName="wedge2" refType="w" fact="0.84"/>
          <dgm:constr type="h" for="ch" forName="wedge2" refType="h" fact="0.84"/>
          <dgm:constr type="l" for="ch" forName="dummy2a" refType="w" fact="0.8479"/>
          <dgm:constr type="t" for="ch" forName="dummy2a" refType="h" fact="0.2337"/>
          <dgm:constr type="l" for="ch" forName="dummy2b" refType="w" fact="0.929"/>
          <dgm:constr type="t" for="ch" forName="dummy2b" refType="h" fact="0.589"/>
          <dgm:constr type="l" for="ch" forName="wedge2Tx" refType="w" fact="0.67"/>
          <dgm:constr type="t" for="ch" forName="wedge2Tx" refType="h" fact="0.38"/>
          <dgm:constr type="w" for="ch" forName="wedge2Tx" refType="w" fact="0.23"/>
          <dgm:constr type="h" for="ch" forName="wedge2Tx" refType="h" fact="0.14"/>
          <dgm:constr type="l" for="ch" forName="wedge3" refType="w" fact="0.0956"/>
          <dgm:constr type="t" for="ch" forName="wedge3" refType="w" fact="0.0925"/>
          <dgm:constr type="w" for="ch" forName="wedge3" refType="w" fact="0.84"/>
          <dgm:constr type="h" for="ch" forName="wedge3" refType="h" fact="0.84"/>
          <dgm:constr type="l" for="ch" forName="dummy3a" refType="w" fact="0.9251"/>
          <dgm:constr type="t" for="ch" forName="dummy3a" refType="h" fact="0.6059"/>
          <dgm:constr type="l" for="ch" forName="dummy3b" refType="w" fact="0.6979"/>
          <dgm:constr type="t" for="ch" forName="dummy3b" refType="h" fact="0.8909"/>
          <dgm:constr type="l" for="ch" forName="wedge3Tx" refType="w" fact="0.635"/>
          <dgm:constr type="t" for="ch" forName="wedge3Tx" refType="h" fact="0.59"/>
          <dgm:constr type="w" for="ch" forName="wedge3Tx" refType="w" fact="0.2"/>
          <dgm:constr type="h" for="ch" forName="wedge3Tx" refType="h" fact="0.155"/>
          <dgm:constr type="l" for="ch" forName="wedge4" refType="w" fact="0.08"/>
          <dgm:constr type="t" for="ch" forName="wedge4" refType="h" fact="0.1"/>
          <dgm:constr type="w" for="ch" forName="wedge4" refType="w" fact="0.84"/>
          <dgm:constr type="h" for="ch" forName="wedge4" refType="h" fact="0.84"/>
          <dgm:constr type="l" for="ch" forName="dummy4a" refType="w" fact="0.6822"/>
          <dgm:constr type="t" for="ch" forName="dummy4a" refType="h" fact="0.8984"/>
          <dgm:constr type="l" for="ch" forName="dummy4b" refType="w" fact="0.3178"/>
          <dgm:constr type="t" for="ch" forName="dummy4b" refType="h" fact="0.8984"/>
          <dgm:constr type="l" for="ch" forName="wedge4Tx" refType="w" fact="0.4025"/>
          <dgm:constr type="t" for="ch" forName="wedge4Tx" refType="h" fact="0.76"/>
          <dgm:constr type="w" for="ch" forName="wedge4Tx" refType="w" fact="0.195"/>
          <dgm:constr type="h" for="ch" forName="wedge4Tx" refType="h" fact="0.14"/>
          <dgm:constr type="l" for="ch" forName="wedge5" refType="w" fact="0.0644"/>
          <dgm:constr type="t" for="ch" forName="wedge5" refType="h" fact="0.0925"/>
          <dgm:constr type="w" for="ch" forName="wedge5" refType="w" fact="0.84"/>
          <dgm:constr type="h" for="ch" forName="wedge5" refType="h" fact="0.84"/>
          <dgm:constr type="l" for="ch" forName="dummy5a" refType="w" fact="0.3021"/>
          <dgm:constr type="t" for="ch" forName="dummy5a" refType="h" fact="0.8909"/>
          <dgm:constr type="l" for="ch" forName="dummy5b" refType="w" fact="0.0749"/>
          <dgm:constr type="t" for="ch" forName="dummy5b" refType="h" fact="0.6059"/>
          <dgm:constr type="r" for="ch" forName="wedge5Tx" refType="w" fact="0.365"/>
          <dgm:constr type="t" for="ch" forName="wedge5Tx" refType="h" fact="0.59"/>
          <dgm:constr type="w" for="ch" forName="wedge5Tx" refType="w" fact="0.2"/>
          <dgm:constr type="h" for="ch" forName="wedge5Tx" refType="h" fact="0.155"/>
          <dgm:constr type="l" for="ch" forName="wedge6" refType="w" fact="0.0605"/>
          <dgm:constr type="t" for="ch" forName="wedge6" refType="h" fact="0.0755"/>
          <dgm:constr type="w" for="ch" forName="wedge6" refType="w" fact="0.84"/>
          <dgm:constr type="h" for="ch" forName="wedge6" refType="h" fact="0.84"/>
          <dgm:constr type="l" for="ch" forName="dummy6a" refType="w" fact="0.071"/>
          <dgm:constr type="t" for="ch" forName="dummy6a" refType="h" fact="0.589"/>
          <dgm:constr type="l" for="ch" forName="dummy6b" refType="w" fact="0.1521"/>
          <dgm:constr type="t" for="ch" forName="dummy6b" refType="h" fact="0.2337"/>
          <dgm:constr type="r" for="ch" forName="wedge6Tx" refType="w" fact="0.33"/>
          <dgm:constr type="t" for="ch" forName="wedge6Tx" refType="h" fact="0.38"/>
          <dgm:constr type="w" for="ch" forName="wedge6Tx" refType="w" fact="0.23"/>
          <dgm:constr type="h" for="ch" forName="wedge6Tx" refType="h" fact="0.14"/>
          <dgm:constr type="l" for="ch" forName="wedge7" refType="w" fact="0.0713"/>
          <dgm:constr type="t" for="ch" forName="wedge7" refType="h" fact="0.062"/>
          <dgm:constr type="w" for="ch" forName="wedge7" refType="w" fact="0.84"/>
          <dgm:constr type="h" for="ch" forName="wedge7" refType="h" fact="0.84"/>
          <dgm:constr type="l" for="ch" forName="dummy7a" refType="w" fact="0.163"/>
          <dgm:constr type="t" for="ch" forName="dummy7a" refType="h" fact="0.2201"/>
          <dgm:constr type="l" for="ch" forName="dummy7b" refType="w" fact="0.4913"/>
          <dgm:constr type="t" for="ch" forName="dummy7b" refType="h" fact="0.062"/>
          <dgm:constr type="r" for="ch" forName="wedge7Tx" refType="w" fact="0.47"/>
          <dgm:constr type="t" for="ch" forName="wedge7Tx" refType="h" fact="0.14"/>
          <dgm:constr type="w" for="ch" forName="wedge7Tx" refType="w" fact="0.2"/>
          <dgm:constr type="h" for="ch" forName="wedge7Tx" refType="h" fact="0.16"/>
          <dgm:constr type="h" for="ch" forName="arrowWedge1" refType="w" fact="0.08"/>
          <dgm:constr type="diam" for="ch" forName="arrowWedge1" refType="w" fact="0.84"/>
          <dgm:constr type="l" for="ch" forName="arrowWedge1" refType="w" fact="0.5"/>
          <dgm:constr type="t" for="ch" forName="arrowWedge1" refType="w" fact="0.5"/>
          <dgm:constr type="h" for="ch" forName="arrowWedge2" refType="w" fact="0.08"/>
          <dgm:constr type="diam" for="ch" forName="arrowWedge2" refType="w" fact="0.84"/>
          <dgm:constr type="l" for="ch" forName="arrowWedge2" refType="w" fact="0.5"/>
          <dgm:constr type="t" for="ch" forName="arrowWedge2" refType="w" fact="0.5"/>
          <dgm:constr type="h" for="ch" forName="arrowWedge3" refType="w" fact="0.08"/>
          <dgm:constr type="diam" for="ch" forName="arrowWedge3" refType="w" fact="0.84"/>
          <dgm:constr type="l" for="ch" forName="arrowWedge3" refType="w" fact="0.5"/>
          <dgm:constr type="t" for="ch" forName="arrowWedge3" refType="w" fact="0.5"/>
          <dgm:constr type="h" for="ch" forName="arrowWedge4" refType="w" fact="0.08"/>
          <dgm:constr type="diam" for="ch" forName="arrowWedge4" refType="w" fact="0.84"/>
          <dgm:constr type="l" for="ch" forName="arrowWedge4" refType="w" fact="0.5"/>
          <dgm:constr type="t" for="ch" forName="arrowWedge4" refType="w" fact="0.5"/>
          <dgm:constr type="h" for="ch" forName="arrowWedge5" refType="w" fact="0.08"/>
          <dgm:constr type="diam" for="ch" forName="arrowWedge5" refType="w" fact="0.84"/>
          <dgm:constr type="l" for="ch" forName="arrowWedge5" refType="w" fact="0.5"/>
          <dgm:constr type="t" for="ch" forName="arrowWedge5" refType="w" fact="0.5"/>
          <dgm:constr type="h" for="ch" forName="arrowWedge6" refType="w" fact="0.08"/>
          <dgm:constr type="diam" for="ch" forName="arrowWedge6" refType="w" fact="0.84"/>
          <dgm:constr type="l" for="ch" forName="arrowWedge6" refType="w" fact="0.5"/>
          <dgm:constr type="t" for="ch" forName="arrowWedge6" refType="w" fact="0.5"/>
          <dgm:constr type="h" for="ch" forName="arrowWedge7" refType="w" fact="0.08"/>
          <dgm:constr type="diam" for="ch" forName="arrowWedge7" refType="w" fact="0.84"/>
          <dgm:constr type="l" for="ch" forName="arrowWedge7" refType="w" fact="0.5"/>
          <dgm:constr type="t" for="ch" forName="arrowWedge7" refType="w" fact="0.5"/>
          <dgm:constr type="primFontSz" for="ch" ptType="node" op="equ"/>
        </dgm:constrLst>
      </dgm:else>
    </dgm:choose>
    <dgm:ruleLst/>
    <dgm:choose name="Name8">
      <dgm:if name="Name9" axis="ch" ptType="node" func="cnt" op="gte" val="1">
        <dgm:layoutNode name="wedge1">
          <dgm:alg type="sp"/>
          <dgm:choose name="Name10">
            <dgm:if name="Name11" axis="ch" ptType="node" func="cnt" op="equ" val="1">
              <dgm:shape xmlns:r="http://schemas.openxmlformats.org/officeDocument/2006/relationships" type="ellipse" r:blip="">
                <dgm:adjLst/>
              </dgm:shape>
            </dgm:if>
            <dgm:if name="Name12" axis="ch" ptType="node" func="cnt" op="equ" val="2">
              <dgm:shape xmlns:r="http://schemas.openxmlformats.org/officeDocument/2006/relationships" type="pie" r:blip="">
                <dgm:adjLst>
                  <dgm:adj idx="1" val="270"/>
                  <dgm:adj idx="2" val="90"/>
                </dgm:adjLst>
              </dgm:shape>
            </dgm:if>
            <dgm:if name="Name13" axis="ch" ptType="node" func="cnt" op="equ" val="3">
              <dgm:shape xmlns:r="http://schemas.openxmlformats.org/officeDocument/2006/relationships" type="pie" r:blip="">
                <dgm:adjLst>
                  <dgm:adj idx="1" val="270"/>
                  <dgm:adj idx="2" val="30"/>
                </dgm:adjLst>
              </dgm:shape>
            </dgm:if>
            <dgm:if name="Name14" axis="ch" ptType="node" func="cnt" op="equ" val="4">
              <dgm:shape xmlns:r="http://schemas.openxmlformats.org/officeDocument/2006/relationships" type="pie" r:blip="">
                <dgm:adjLst>
                  <dgm:adj idx="1" val="270"/>
                  <dgm:adj idx="2" val="0"/>
                </dgm:adjLst>
              </dgm:shape>
            </dgm:if>
            <dgm:if name="Name15" axis="ch" ptType="node" func="cnt" op="equ" val="5">
              <dgm:shape xmlns:r="http://schemas.openxmlformats.org/officeDocument/2006/relationships" type="pie" r:blip="">
                <dgm:adjLst>
                  <dgm:adj idx="1" val="270"/>
                  <dgm:adj idx="2" val="342"/>
                </dgm:adjLst>
              </dgm:shape>
            </dgm:if>
            <dgm:if name="Name16" axis="ch" ptType="node" func="cnt" op="equ" val="6">
              <dgm:shape xmlns:r="http://schemas.openxmlformats.org/officeDocument/2006/relationships" type="pie" r:blip="">
                <dgm:adjLst>
                  <dgm:adj idx="1" val="270"/>
                  <dgm:adj idx="2" val="330"/>
                </dgm:adjLst>
              </dgm:shape>
            </dgm:if>
            <dgm:else name="Name17">
              <dgm:shape xmlns:r="http://schemas.openxmlformats.org/officeDocument/2006/relationships" type="pie" r:blip="">
                <dgm:adjLst>
                  <dgm:adj idx="1" val="270"/>
                  <dgm:adj idx="2" val="321.4286"/>
                </dgm:adjLst>
              </dgm:shape>
            </dgm:else>
          </dgm:choose>
          <dgm:choose name="Name18">
            <dgm:if name="Name19" func="var" arg="dir" op="equ" val="norm">
              <dgm:presOf axis="ch desOrSelf" ptType="node node" st="1 1" cnt="1 0"/>
            </dgm:if>
            <dgm:else name="Name20">
              <dgm:choose name="Name21">
                <dgm:if name="Name22" axis="ch" ptType="node" func="cnt" op="equ" val="1">
                  <dgm:presOf axis="ch desOrSelf" ptType="node node" st="1 1" cnt="1 0"/>
                </dgm:if>
                <dgm:if name="Name23" axis="ch" ptType="node" func="cnt" op="equ" val="2">
                  <dgm:presOf axis="ch desOrSelf" ptType="node node" st="2 1" cnt="1 0"/>
                </dgm:if>
                <dgm:if name="Name24" axis="ch" ptType="node" func="cnt" op="equ" val="3">
                  <dgm:presOf axis="ch desOrSelf" ptType="node node" st="3 1" cnt="1 0"/>
                </dgm:if>
                <dgm:if name="Name25" axis="ch" ptType="node" func="cnt" op="equ" val="4">
                  <dgm:presOf axis="ch desOrSelf" ptType="node node" st="4 1" cnt="1 0"/>
                </dgm:if>
                <dgm:if name="Name26" axis="ch" ptType="node" func="cnt" op="equ" val="5">
                  <dgm:presOf axis="ch desOrSelf" ptType="node node" st="5 1" cnt="1 0"/>
                </dgm:if>
                <dgm:if name="Name27" axis="ch" ptType="node" func="cnt" op="equ" val="6">
                  <dgm:presOf axis="ch desOrSelf" ptType="node node" st="6 1" cnt="1 0"/>
                </dgm:if>
                <dgm:else name="Name28">
                  <dgm:presOf axis="ch desOrSelf" ptType="node node" st="7 1" cnt="1 0"/>
                </dgm:else>
              </dgm:choose>
            </dgm:else>
          </dgm:choose>
          <dgm:constrLst/>
          <dgm:ruleLst/>
        </dgm:layoutNode>
        <dgm:layoutNode name="dummy1a" moveWith="wedge1">
          <dgm:alg type="sp"/>
          <dgm:shape xmlns:r="http://schemas.openxmlformats.org/officeDocument/2006/relationships" r:blip="">
            <dgm:adjLst/>
          </dgm:shape>
          <dgm:presOf/>
          <dgm:constrLst>
            <dgm:constr type="w" val="1"/>
            <dgm:constr type="h" val="1"/>
          </dgm:constrLst>
          <dgm:ruleLst/>
        </dgm:layoutNode>
        <dgm:layoutNode name="dummy1b" moveWith="wedge1">
          <dgm:alg type="sp"/>
          <dgm:shape xmlns:r="http://schemas.openxmlformats.org/officeDocument/2006/relationships" r:blip="">
            <dgm:adjLst/>
          </dgm:shape>
          <dgm:presOf/>
          <dgm:constrLst>
            <dgm:constr type="w" val="1"/>
            <dgm:constr type="h" val="1"/>
          </dgm:constrLst>
          <dgm:ruleLst/>
        </dgm:layoutNode>
        <dgm:layoutNode name="wedge1Tx" moveWith="wedge1">
          <dgm:varLst>
            <dgm:chMax val="0"/>
            <dgm:chPref val="0"/>
            <dgm:bulletEnabled val="1"/>
          </dgm:varLst>
          <dgm:alg type="tx"/>
          <dgm:shape xmlns:r="http://schemas.openxmlformats.org/officeDocument/2006/relationships" type="rect" r:blip="" hideGeom="1">
            <dgm:adjLst/>
          </dgm:shape>
          <dgm:choose name="Name29">
            <dgm:if name="Name30" func="var" arg="dir" op="equ" val="norm">
              <dgm:presOf axis="ch desOrSelf" ptType="node node" st="1 1" cnt="1 0"/>
            </dgm:if>
            <dgm:else name="Name31">
              <dgm:choose name="Name32">
                <dgm:if name="Name33" axis="ch" ptType="node" func="cnt" op="equ" val="1">
                  <dgm:presOf axis="ch desOrSelf" ptType="node node" st="1 1" cnt="1 0"/>
                </dgm:if>
                <dgm:if name="Name34" axis="ch" ptType="node" func="cnt" op="equ" val="2">
                  <dgm:presOf axis="ch desOrSelf" ptType="node node" st="2 1" cnt="1 0"/>
                </dgm:if>
                <dgm:if name="Name35" axis="ch" ptType="node" func="cnt" op="equ" val="3">
                  <dgm:presOf axis="ch desOrSelf" ptType="node node" st="3 1" cnt="1 0"/>
                </dgm:if>
                <dgm:if name="Name36" axis="ch" ptType="node" func="cnt" op="equ" val="4">
                  <dgm:presOf axis="ch desOrSelf" ptType="node node" st="4 1" cnt="1 0"/>
                </dgm:if>
                <dgm:if name="Name37" axis="ch" ptType="node" func="cnt" op="equ" val="5">
                  <dgm:presOf axis="ch desOrSelf" ptType="node node" st="5 1" cnt="1 0"/>
                </dgm:if>
                <dgm:if name="Name38" axis="ch" ptType="node" func="cnt" op="equ" val="6">
                  <dgm:presOf axis="ch desOrSelf" ptType="node node" st="6 1" cnt="1 0"/>
                </dgm:if>
                <dgm:else name="Name39">
                  <dgm:presOf axis="ch desOrSelf" ptType="node node" st="7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40"/>
    </dgm:choose>
    <dgm:choose name="Name41">
      <dgm:if name="Name42" axis="ch" ptType="node" func="cnt" op="gte" val="2">
        <dgm:layoutNode name="wedge2">
          <dgm:alg type="sp"/>
          <dgm:choose name="Name43">
            <dgm:if name="Name44" axis="ch" ptType="node" func="cnt" op="equ" val="2">
              <dgm:shape xmlns:r="http://schemas.openxmlformats.org/officeDocument/2006/relationships" type="pie" r:blip="">
                <dgm:adjLst>
                  <dgm:adj idx="1" val="90"/>
                  <dgm:adj idx="2" val="270"/>
                </dgm:adjLst>
              </dgm:shape>
            </dgm:if>
            <dgm:if name="Name45" axis="ch" ptType="node" func="cnt" op="equ" val="3">
              <dgm:shape xmlns:r="http://schemas.openxmlformats.org/officeDocument/2006/relationships" type="pie" r:blip="">
                <dgm:adjLst>
                  <dgm:adj idx="1" val="30"/>
                  <dgm:adj idx="2" val="150"/>
                </dgm:adjLst>
              </dgm:shape>
            </dgm:if>
            <dgm:if name="Name46" axis="ch" ptType="node" func="cnt" op="equ" val="4">
              <dgm:shape xmlns:r="http://schemas.openxmlformats.org/officeDocument/2006/relationships" type="pie" r:blip="">
                <dgm:adjLst>
                  <dgm:adj idx="1" val="0"/>
                  <dgm:adj idx="2" val="90"/>
                </dgm:adjLst>
              </dgm:shape>
            </dgm:if>
            <dgm:if name="Name47" axis="ch" ptType="node" func="cnt" op="equ" val="5">
              <dgm:shape xmlns:r="http://schemas.openxmlformats.org/officeDocument/2006/relationships" type="pie" r:blip="">
                <dgm:adjLst>
                  <dgm:adj idx="1" val="342"/>
                  <dgm:adj idx="2" val="54"/>
                </dgm:adjLst>
              </dgm:shape>
            </dgm:if>
            <dgm:if name="Name48" axis="ch" ptType="node" func="cnt" op="equ" val="6">
              <dgm:shape xmlns:r="http://schemas.openxmlformats.org/officeDocument/2006/relationships" type="pie" r:blip="">
                <dgm:adjLst>
                  <dgm:adj idx="1" val="330"/>
                  <dgm:adj idx="2" val="30"/>
                </dgm:adjLst>
              </dgm:shape>
            </dgm:if>
            <dgm:else name="Name49">
              <dgm:shape xmlns:r="http://schemas.openxmlformats.org/officeDocument/2006/relationships" type="pie" r:blip="">
                <dgm:adjLst>
                  <dgm:adj idx="1" val="321.4286"/>
                  <dgm:adj idx="2" val="12.85714"/>
                </dgm:adjLst>
              </dgm:shape>
            </dgm:else>
          </dgm:choose>
          <dgm:choose name="Name50">
            <dgm:if name="Name51" func="var" arg="dir" op="equ" val="norm">
              <dgm:presOf axis="ch desOrSelf" ptType="node node" st="2 1" cnt="1 0"/>
            </dgm:if>
            <dgm:else name="Name52">
              <dgm:choose name="Name53">
                <dgm:if name="Name54" axis="ch" ptType="node" func="cnt" op="equ" val="2">
                  <dgm:presOf axis="ch desOrSelf" ptType="node node" st="1 1" cnt="1 0"/>
                </dgm:if>
                <dgm:if name="Name55" axis="ch" ptType="node" func="cnt" op="equ" val="3">
                  <dgm:presOf axis="ch desOrSelf" ptType="node node" st="2 1" cnt="1 0"/>
                </dgm:if>
                <dgm:if name="Name56" axis="ch" ptType="node" func="cnt" op="equ" val="4">
                  <dgm:presOf axis="ch desOrSelf" ptType="node node" st="3 1" cnt="1 0"/>
                </dgm:if>
                <dgm:if name="Name57" axis="ch" ptType="node" func="cnt" op="equ" val="5">
                  <dgm:presOf axis="ch desOrSelf" ptType="node node" st="4 1" cnt="1 0"/>
                </dgm:if>
                <dgm:if name="Name58" axis="ch" ptType="node" func="cnt" op="equ" val="6">
                  <dgm:presOf axis="ch desOrSelf" ptType="node node" st="5 1" cnt="1 0"/>
                </dgm:if>
                <dgm:else name="Name59">
                  <dgm:presOf axis="ch desOrSelf" ptType="node node" st="6 1" cnt="1 0"/>
                </dgm:else>
              </dgm:choose>
            </dgm:else>
          </dgm:choose>
          <dgm:constrLst/>
          <dgm:ruleLst/>
        </dgm:layoutNode>
        <dgm:layoutNode name="dummy2a" moveWith="wedge2">
          <dgm:alg type="sp"/>
          <dgm:shape xmlns:r="http://schemas.openxmlformats.org/officeDocument/2006/relationships" r:blip="">
            <dgm:adjLst/>
          </dgm:shape>
          <dgm:presOf/>
          <dgm:constrLst>
            <dgm:constr type="w" val="1"/>
            <dgm:constr type="h" val="1"/>
          </dgm:constrLst>
          <dgm:ruleLst/>
        </dgm:layoutNode>
        <dgm:layoutNode name="dummy2b" moveWith="wedge2">
          <dgm:alg type="sp"/>
          <dgm:shape xmlns:r="http://schemas.openxmlformats.org/officeDocument/2006/relationships" r:blip="">
            <dgm:adjLst/>
          </dgm:shape>
          <dgm:presOf/>
          <dgm:constrLst>
            <dgm:constr type="w" val="1"/>
            <dgm:constr type="h" val="1"/>
          </dgm:constrLst>
          <dgm:ruleLst/>
        </dgm:layoutNode>
        <dgm:layoutNode name="wedge2Tx" moveWith="wedge2">
          <dgm:varLst>
            <dgm:chMax val="0"/>
            <dgm:chPref val="0"/>
            <dgm:bulletEnabled val="1"/>
          </dgm:varLst>
          <dgm:alg type="tx"/>
          <dgm:shape xmlns:r="http://schemas.openxmlformats.org/officeDocument/2006/relationships" type="rect" r:blip="" hideGeom="1">
            <dgm:adjLst/>
          </dgm:shape>
          <dgm:choose name="Name60">
            <dgm:if name="Name61" func="var" arg="dir" op="equ" val="norm">
              <dgm:presOf axis="ch desOrSelf" ptType="node node" st="2 1" cnt="1 0"/>
            </dgm:if>
            <dgm:else name="Name62">
              <dgm:choose name="Name63">
                <dgm:if name="Name64" axis="ch" ptType="node" func="cnt" op="equ" val="2">
                  <dgm:presOf axis="ch desOrSelf" ptType="node node" st="1 1" cnt="1 0"/>
                </dgm:if>
                <dgm:if name="Name65" axis="ch" ptType="node" func="cnt" op="equ" val="3">
                  <dgm:presOf axis="ch desOrSelf" ptType="node node" st="2 1" cnt="1 0"/>
                </dgm:if>
                <dgm:if name="Name66" axis="ch" ptType="node" func="cnt" op="equ" val="4">
                  <dgm:presOf axis="ch desOrSelf" ptType="node node" st="3 1" cnt="1 0"/>
                </dgm:if>
                <dgm:if name="Name67" axis="ch" ptType="node" func="cnt" op="equ" val="5">
                  <dgm:presOf axis="ch desOrSelf" ptType="node node" st="4 1" cnt="1 0"/>
                </dgm:if>
                <dgm:if name="Name68" axis="ch" ptType="node" func="cnt" op="equ" val="6">
                  <dgm:presOf axis="ch desOrSelf" ptType="node node" st="5 1" cnt="1 0"/>
                </dgm:if>
                <dgm:else name="Name69">
                  <dgm:presOf axis="ch desOrSelf" ptType="node node" st="6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70"/>
    </dgm:choose>
    <dgm:choose name="Name71">
      <dgm:if name="Name72" axis="ch" ptType="node" func="cnt" op="gte" val="3">
        <dgm:layoutNode name="wedge3">
          <dgm:alg type="sp"/>
          <dgm:choose name="Name73">
            <dgm:if name="Name74" axis="ch" ptType="node" func="cnt" op="equ" val="3">
              <dgm:shape xmlns:r="http://schemas.openxmlformats.org/officeDocument/2006/relationships" type="pie" r:blip="">
                <dgm:adjLst>
                  <dgm:adj idx="1" val="150"/>
                  <dgm:adj idx="2" val="270"/>
                </dgm:adjLst>
              </dgm:shape>
            </dgm:if>
            <dgm:if name="Name75" axis="ch" ptType="node" func="cnt" op="equ" val="4">
              <dgm:shape xmlns:r="http://schemas.openxmlformats.org/officeDocument/2006/relationships" type="pie" r:blip="">
                <dgm:adjLst>
                  <dgm:adj idx="1" val="90"/>
                  <dgm:adj idx="2" val="180"/>
                </dgm:adjLst>
              </dgm:shape>
            </dgm:if>
            <dgm:if name="Name76" axis="ch" ptType="node" func="cnt" op="equ" val="5">
              <dgm:shape xmlns:r="http://schemas.openxmlformats.org/officeDocument/2006/relationships" type="pie" r:blip="">
                <dgm:adjLst>
                  <dgm:adj idx="1" val="54"/>
                  <dgm:adj idx="2" val="126"/>
                </dgm:adjLst>
              </dgm:shape>
            </dgm:if>
            <dgm:if name="Name77" axis="ch" ptType="node" func="cnt" op="equ" val="6">
              <dgm:shape xmlns:r="http://schemas.openxmlformats.org/officeDocument/2006/relationships" type="pie" r:blip="">
                <dgm:adjLst>
                  <dgm:adj idx="1" val="30"/>
                  <dgm:adj idx="2" val="90"/>
                </dgm:adjLst>
              </dgm:shape>
            </dgm:if>
            <dgm:else name="Name78">
              <dgm:shape xmlns:r="http://schemas.openxmlformats.org/officeDocument/2006/relationships" type="pie" r:blip="">
                <dgm:adjLst>
                  <dgm:adj idx="1" val="12.85714"/>
                  <dgm:adj idx="2" val="64.28571"/>
                </dgm:adjLst>
              </dgm:shape>
            </dgm:else>
          </dgm:choose>
          <dgm:choose name="Name79">
            <dgm:if name="Name80" func="var" arg="dir" op="equ" val="norm">
              <dgm:presOf axis="ch desOrSelf" ptType="node node" st="3 1" cnt="1 0"/>
            </dgm:if>
            <dgm:else name="Name81">
              <dgm:choose name="Name82">
                <dgm:if name="Name83" axis="ch" ptType="node" func="cnt" op="equ" val="3">
                  <dgm:presOf axis="ch desOrSelf" ptType="node node" st="1 1" cnt="1 0"/>
                </dgm:if>
                <dgm:if name="Name84" axis="ch" ptType="node" func="cnt" op="equ" val="4">
                  <dgm:presOf axis="ch desOrSelf" ptType="node node" st="2 1" cnt="1 0"/>
                </dgm:if>
                <dgm:if name="Name85" axis="ch" ptType="node" func="cnt" op="equ" val="5">
                  <dgm:presOf axis="ch desOrSelf" ptType="node node" st="3 1" cnt="1 0"/>
                </dgm:if>
                <dgm:if name="Name86" axis="ch" ptType="node" func="cnt" op="equ" val="6">
                  <dgm:presOf axis="ch desOrSelf" ptType="node node" st="4 1" cnt="1 0"/>
                </dgm:if>
                <dgm:else name="Name87">
                  <dgm:presOf axis="ch desOrSelf" ptType="node node" st="5 1" cnt="1 0"/>
                </dgm:else>
              </dgm:choose>
            </dgm:else>
          </dgm:choose>
          <dgm:constrLst/>
          <dgm:ruleLst/>
        </dgm:layoutNode>
        <dgm:layoutNode name="dummy3a" moveWith="wedge3">
          <dgm:alg type="sp"/>
          <dgm:shape xmlns:r="http://schemas.openxmlformats.org/officeDocument/2006/relationships" r:blip="">
            <dgm:adjLst/>
          </dgm:shape>
          <dgm:presOf/>
          <dgm:constrLst>
            <dgm:constr type="w" val="1"/>
            <dgm:constr type="h" val="1"/>
          </dgm:constrLst>
          <dgm:ruleLst/>
        </dgm:layoutNode>
        <dgm:layoutNode name="dummy3b" moveWith="wedge3">
          <dgm:alg type="sp"/>
          <dgm:shape xmlns:r="http://schemas.openxmlformats.org/officeDocument/2006/relationships" r:blip="">
            <dgm:adjLst/>
          </dgm:shape>
          <dgm:presOf/>
          <dgm:constrLst>
            <dgm:constr type="w" val="1"/>
            <dgm:constr type="h" val="1"/>
          </dgm:constrLst>
          <dgm:ruleLst/>
        </dgm:layoutNode>
        <dgm:layoutNode name="wedge3Tx" moveWith="wedge3">
          <dgm:varLst>
            <dgm:chMax val="0"/>
            <dgm:chPref val="0"/>
            <dgm:bulletEnabled val="1"/>
          </dgm:varLst>
          <dgm:alg type="tx"/>
          <dgm:shape xmlns:r="http://schemas.openxmlformats.org/officeDocument/2006/relationships" type="rect" r:blip="" hideGeom="1">
            <dgm:adjLst/>
          </dgm:shape>
          <dgm:choose name="Name88">
            <dgm:if name="Name89" func="var" arg="dir" op="equ" val="norm">
              <dgm:presOf axis="ch desOrSelf" ptType="node node" st="3 1" cnt="1 0"/>
            </dgm:if>
            <dgm:else name="Name90">
              <dgm:choose name="Name91">
                <dgm:if name="Name92" axis="ch" ptType="node" func="cnt" op="equ" val="3">
                  <dgm:presOf axis="ch desOrSelf" ptType="node node" st="1 1" cnt="1 0"/>
                </dgm:if>
                <dgm:if name="Name93" axis="ch" ptType="node" func="cnt" op="equ" val="4">
                  <dgm:presOf axis="ch desOrSelf" ptType="node node" st="2 1" cnt="1 0"/>
                </dgm:if>
                <dgm:if name="Name94" axis="ch" ptType="node" func="cnt" op="equ" val="5">
                  <dgm:presOf axis="ch desOrSelf" ptType="node node" st="3 1" cnt="1 0"/>
                </dgm:if>
                <dgm:if name="Name95" axis="ch" ptType="node" func="cnt" op="equ" val="6">
                  <dgm:presOf axis="ch desOrSelf" ptType="node node" st="4 1" cnt="1 0"/>
                </dgm:if>
                <dgm:else name="Name96">
                  <dgm:presOf axis="ch desOrSelf" ptType="node node" st="5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97"/>
    </dgm:choose>
    <dgm:choose name="Name98">
      <dgm:if name="Name99" axis="ch" ptType="node" func="cnt" op="gte" val="4">
        <dgm:layoutNode name="wedge4">
          <dgm:alg type="sp"/>
          <dgm:choose name="Name100">
            <dgm:if name="Name101" axis="ch" ptType="node" func="cnt" op="equ" val="4">
              <dgm:shape xmlns:r="http://schemas.openxmlformats.org/officeDocument/2006/relationships" type="pie" r:blip="">
                <dgm:adjLst>
                  <dgm:adj idx="1" val="180"/>
                  <dgm:adj idx="2" val="270"/>
                </dgm:adjLst>
              </dgm:shape>
            </dgm:if>
            <dgm:if name="Name102" axis="ch" ptType="node" func="cnt" op="equ" val="5">
              <dgm:shape xmlns:r="http://schemas.openxmlformats.org/officeDocument/2006/relationships" type="pie" r:blip="">
                <dgm:adjLst>
                  <dgm:adj idx="1" val="126"/>
                  <dgm:adj idx="2" val="198"/>
                </dgm:adjLst>
              </dgm:shape>
            </dgm:if>
            <dgm:if name="Name103" axis="ch" ptType="node" func="cnt" op="equ" val="6">
              <dgm:shape xmlns:r="http://schemas.openxmlformats.org/officeDocument/2006/relationships" type="pie" r:blip="">
                <dgm:adjLst>
                  <dgm:adj idx="1" val="90"/>
                  <dgm:adj idx="2" val="150"/>
                </dgm:adjLst>
              </dgm:shape>
            </dgm:if>
            <dgm:else name="Name104">
              <dgm:shape xmlns:r="http://schemas.openxmlformats.org/officeDocument/2006/relationships" type="pie" r:blip="">
                <dgm:adjLst>
                  <dgm:adj idx="1" val="64.2871"/>
                  <dgm:adj idx="2" val="115.7143"/>
                </dgm:adjLst>
              </dgm:shape>
            </dgm:else>
          </dgm:choose>
          <dgm:choose name="Name105">
            <dgm:if name="Name106" func="var" arg="dir" op="equ" val="norm">
              <dgm:presOf axis="ch desOrSelf" ptType="node node" st="4 1" cnt="1 0"/>
            </dgm:if>
            <dgm:else name="Name107">
              <dgm:choose name="Name108">
                <dgm:if name="Name109" axis="ch" ptType="node" func="cnt" op="equ" val="4">
                  <dgm:presOf axis="ch desOrSelf" ptType="node node" st="1 1" cnt="1 0"/>
                </dgm:if>
                <dgm:if name="Name110" axis="ch" ptType="node" func="cnt" op="equ" val="5">
                  <dgm:presOf axis="ch desOrSelf" ptType="node node" st="2 1" cnt="1 0"/>
                </dgm:if>
                <dgm:if name="Name111" axis="ch" ptType="node" func="cnt" op="equ" val="6">
                  <dgm:presOf axis="ch desOrSelf" ptType="node node" st="3 1" cnt="1 0"/>
                </dgm:if>
                <dgm:else name="Name112">
                  <dgm:presOf axis="ch desOrSelf" ptType="node node" st="4 1" cnt="1 0"/>
                </dgm:else>
              </dgm:choose>
            </dgm:else>
          </dgm:choose>
          <dgm:constrLst/>
          <dgm:ruleLst/>
        </dgm:layoutNode>
        <dgm:layoutNode name="dummy4a" moveWith="wedge4">
          <dgm:alg type="sp"/>
          <dgm:shape xmlns:r="http://schemas.openxmlformats.org/officeDocument/2006/relationships" r:blip="">
            <dgm:adjLst/>
          </dgm:shape>
          <dgm:presOf/>
          <dgm:constrLst>
            <dgm:constr type="w" val="1"/>
            <dgm:constr type="h" val="1"/>
          </dgm:constrLst>
          <dgm:ruleLst/>
        </dgm:layoutNode>
        <dgm:layoutNode name="dummy4b" moveWith="wedge4">
          <dgm:alg type="sp"/>
          <dgm:shape xmlns:r="http://schemas.openxmlformats.org/officeDocument/2006/relationships" r:blip="">
            <dgm:adjLst/>
          </dgm:shape>
          <dgm:presOf/>
          <dgm:constrLst>
            <dgm:constr type="w" val="1"/>
            <dgm:constr type="h" val="1"/>
          </dgm:constrLst>
          <dgm:ruleLst/>
        </dgm:layoutNode>
        <dgm:layoutNode name="wedge4Tx" moveWith="wedge4">
          <dgm:varLst>
            <dgm:chMax val="0"/>
            <dgm:chPref val="0"/>
            <dgm:bulletEnabled val="1"/>
          </dgm:varLst>
          <dgm:alg type="tx"/>
          <dgm:shape xmlns:r="http://schemas.openxmlformats.org/officeDocument/2006/relationships" type="rect" r:blip="" hideGeom="1">
            <dgm:adjLst/>
          </dgm:shape>
          <dgm:choose name="Name113">
            <dgm:if name="Name114" func="var" arg="dir" op="equ" val="norm">
              <dgm:presOf axis="ch desOrSelf" ptType="node node" st="4 1" cnt="1 0"/>
            </dgm:if>
            <dgm:else name="Name115">
              <dgm:choose name="Name116">
                <dgm:if name="Name117" axis="ch" ptType="node" func="cnt" op="equ" val="4">
                  <dgm:presOf axis="ch desOrSelf" ptType="node node" st="1 1" cnt="1 0"/>
                </dgm:if>
                <dgm:if name="Name118" axis="ch" ptType="node" func="cnt" op="equ" val="5">
                  <dgm:presOf axis="ch desOrSelf" ptType="node node" st="2 1" cnt="1 0"/>
                </dgm:if>
                <dgm:if name="Name119" axis="ch" ptType="node" func="cnt" op="equ" val="6">
                  <dgm:presOf axis="ch desOrSelf" ptType="node node" st="3 1" cnt="1 0"/>
                </dgm:if>
                <dgm:else name="Name120">
                  <dgm:presOf axis="ch desOrSelf" ptType="node node" st="4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21"/>
    </dgm:choose>
    <dgm:choose name="Name122">
      <dgm:if name="Name123" axis="ch" ptType="node" func="cnt" op="gte" val="5">
        <dgm:layoutNode name="wedge5">
          <dgm:alg type="sp"/>
          <dgm:choose name="Name124">
            <dgm:if name="Name125" axis="ch" ptType="node" func="cnt" op="equ" val="5">
              <dgm:shape xmlns:r="http://schemas.openxmlformats.org/officeDocument/2006/relationships" type="pie" r:blip="">
                <dgm:adjLst>
                  <dgm:adj idx="1" val="198"/>
                  <dgm:adj idx="2" val="270"/>
                </dgm:adjLst>
              </dgm:shape>
            </dgm:if>
            <dgm:if name="Name126" axis="ch" ptType="node" func="cnt" op="equ" val="6">
              <dgm:shape xmlns:r="http://schemas.openxmlformats.org/officeDocument/2006/relationships" type="pie" r:blip="">
                <dgm:adjLst>
                  <dgm:adj idx="1" val="150"/>
                  <dgm:adj idx="2" val="210"/>
                </dgm:adjLst>
              </dgm:shape>
            </dgm:if>
            <dgm:else name="Name127">
              <dgm:shape xmlns:r="http://schemas.openxmlformats.org/officeDocument/2006/relationships" type="pie" r:blip="">
                <dgm:adjLst>
                  <dgm:adj idx="1" val="115.7143"/>
                  <dgm:adj idx="2" val="167.1429"/>
                </dgm:adjLst>
              </dgm:shape>
            </dgm:else>
          </dgm:choose>
          <dgm:choose name="Name128">
            <dgm:if name="Name129" func="var" arg="dir" op="equ" val="norm">
              <dgm:presOf axis="ch desOrSelf" ptType="node node" st="5 1" cnt="1 0"/>
            </dgm:if>
            <dgm:else name="Name130">
              <dgm:choose name="Name131">
                <dgm:if name="Name132" axis="ch" ptType="node" func="cnt" op="equ" val="5">
                  <dgm:presOf axis="ch desOrSelf" ptType="node node" st="1 1" cnt="1 0"/>
                </dgm:if>
                <dgm:if name="Name133" axis="ch" ptType="node" func="cnt" op="equ" val="6">
                  <dgm:presOf axis="ch desOrSelf" ptType="node node" st="2 1" cnt="1 0"/>
                </dgm:if>
                <dgm:else name="Name134">
                  <dgm:presOf axis="ch desOrSelf" ptType="node node" st="3 1" cnt="1 0"/>
                </dgm:else>
              </dgm:choose>
            </dgm:else>
          </dgm:choose>
          <dgm:constrLst/>
          <dgm:ruleLst/>
        </dgm:layoutNode>
        <dgm:layoutNode name="dummy5a" moveWith="wedge5">
          <dgm:alg type="sp"/>
          <dgm:shape xmlns:r="http://schemas.openxmlformats.org/officeDocument/2006/relationships" r:blip="">
            <dgm:adjLst/>
          </dgm:shape>
          <dgm:presOf/>
          <dgm:constrLst>
            <dgm:constr type="w" val="1"/>
            <dgm:constr type="h" val="1"/>
          </dgm:constrLst>
          <dgm:ruleLst/>
        </dgm:layoutNode>
        <dgm:layoutNode name="dummy5b" moveWith="wedge5">
          <dgm:alg type="sp"/>
          <dgm:shape xmlns:r="http://schemas.openxmlformats.org/officeDocument/2006/relationships" r:blip="">
            <dgm:adjLst/>
          </dgm:shape>
          <dgm:presOf/>
          <dgm:constrLst>
            <dgm:constr type="w" val="1"/>
            <dgm:constr type="h" val="1"/>
          </dgm:constrLst>
          <dgm:ruleLst/>
        </dgm:layoutNode>
        <dgm:layoutNode name="wedge5Tx" moveWith="wedge5">
          <dgm:varLst>
            <dgm:chMax val="0"/>
            <dgm:chPref val="0"/>
            <dgm:bulletEnabled val="1"/>
          </dgm:varLst>
          <dgm:alg type="tx"/>
          <dgm:shape xmlns:r="http://schemas.openxmlformats.org/officeDocument/2006/relationships" type="rect" r:blip="" hideGeom="1">
            <dgm:adjLst/>
          </dgm:shape>
          <dgm:choose name="Name135">
            <dgm:if name="Name136" func="var" arg="dir" op="equ" val="norm">
              <dgm:presOf axis="ch desOrSelf" ptType="node node" st="5 1" cnt="1 0"/>
            </dgm:if>
            <dgm:else name="Name137">
              <dgm:choose name="Name138">
                <dgm:if name="Name139" axis="ch" ptType="node" func="cnt" op="equ" val="5">
                  <dgm:presOf axis="ch desOrSelf" ptType="node node" st="1 1" cnt="1 0"/>
                </dgm:if>
                <dgm:if name="Name140" axis="ch" ptType="node" func="cnt" op="equ" val="6">
                  <dgm:presOf axis="ch desOrSelf" ptType="node node" st="2 1" cnt="1 0"/>
                </dgm:if>
                <dgm:else name="Name141">
                  <dgm:presOf axis="ch desOrSelf" ptType="node node" st="3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42"/>
    </dgm:choose>
    <dgm:choose name="Name143">
      <dgm:if name="Name144" axis="ch" ptType="node" func="cnt" op="gte" val="6">
        <dgm:layoutNode name="wedge6">
          <dgm:alg type="sp"/>
          <dgm:choose name="Name145">
            <dgm:if name="Name146" axis="ch" ptType="node" func="cnt" op="equ" val="6">
              <dgm:shape xmlns:r="http://schemas.openxmlformats.org/officeDocument/2006/relationships" type="pie" r:blip="">
                <dgm:adjLst>
                  <dgm:adj idx="1" val="210"/>
                  <dgm:adj idx="2" val="270"/>
                </dgm:adjLst>
              </dgm:shape>
            </dgm:if>
            <dgm:else name="Name147">
              <dgm:shape xmlns:r="http://schemas.openxmlformats.org/officeDocument/2006/relationships" type="pie" r:blip="">
                <dgm:adjLst>
                  <dgm:adj idx="1" val="167.1429"/>
                  <dgm:adj idx="2" val="218.5714"/>
                </dgm:adjLst>
              </dgm:shape>
            </dgm:else>
          </dgm:choose>
          <dgm:choose name="Name148">
            <dgm:if name="Name149" func="var" arg="dir" op="equ" val="norm">
              <dgm:presOf axis="ch desOrSelf" ptType="node node" st="6 1" cnt="1 0"/>
            </dgm:if>
            <dgm:else name="Name150">
              <dgm:choose name="Name151">
                <dgm:if name="Name152" axis="ch" ptType="node" func="cnt" op="equ" val="6">
                  <dgm:presOf axis="ch desOrSelf" ptType="node node" st="1 1" cnt="1 0"/>
                </dgm:if>
                <dgm:else name="Name153">
                  <dgm:presOf axis="ch desOrSelf" ptType="node node" st="2 1" cnt="1 0"/>
                </dgm:else>
              </dgm:choose>
            </dgm:else>
          </dgm:choose>
          <dgm:constrLst/>
          <dgm:ruleLst/>
        </dgm:layoutNode>
        <dgm:layoutNode name="dummy6a" moveWith="wedge6">
          <dgm:alg type="sp"/>
          <dgm:shape xmlns:r="http://schemas.openxmlformats.org/officeDocument/2006/relationships" r:blip="">
            <dgm:adjLst/>
          </dgm:shape>
          <dgm:presOf/>
          <dgm:constrLst>
            <dgm:constr type="w" val="1"/>
            <dgm:constr type="h" val="1"/>
          </dgm:constrLst>
          <dgm:ruleLst/>
        </dgm:layoutNode>
        <dgm:layoutNode name="dummy6b" moveWith="wedge6">
          <dgm:alg type="sp"/>
          <dgm:shape xmlns:r="http://schemas.openxmlformats.org/officeDocument/2006/relationships" r:blip="">
            <dgm:adjLst/>
          </dgm:shape>
          <dgm:presOf/>
          <dgm:constrLst>
            <dgm:constr type="w" val="1"/>
            <dgm:constr type="h" val="1"/>
          </dgm:constrLst>
          <dgm:ruleLst/>
        </dgm:layoutNode>
        <dgm:layoutNode name="wedge6Tx" moveWith="wedge6">
          <dgm:varLst>
            <dgm:chMax val="0"/>
            <dgm:chPref val="0"/>
            <dgm:bulletEnabled val="1"/>
          </dgm:varLst>
          <dgm:alg type="tx"/>
          <dgm:shape xmlns:r="http://schemas.openxmlformats.org/officeDocument/2006/relationships" type="rect" r:blip="" hideGeom="1">
            <dgm:adjLst/>
          </dgm:shape>
          <dgm:choose name="Name154">
            <dgm:if name="Name155" func="var" arg="dir" op="equ" val="norm">
              <dgm:presOf axis="ch desOrSelf" ptType="node node" st="6 1" cnt="1 0"/>
            </dgm:if>
            <dgm:else name="Name156">
              <dgm:choose name="Name157">
                <dgm:if name="Name158" axis="ch" ptType="node" func="cnt" op="equ" val="6">
                  <dgm:presOf axis="ch desOrSelf" ptType="node node" st="1 1" cnt="1 0"/>
                </dgm:if>
                <dgm:else name="Name159">
                  <dgm:presOf axis="ch desOrSelf" ptType="node node" st="2 1" cnt="1 0"/>
                </dgm:else>
              </dgm:choose>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0"/>
    </dgm:choose>
    <dgm:choose name="Name161">
      <dgm:if name="Name162" axis="ch" ptType="node" func="cnt" op="gte" val="7">
        <dgm:layoutNode name="wedge7">
          <dgm:alg type="sp"/>
          <dgm:shape xmlns:r="http://schemas.openxmlformats.org/officeDocument/2006/relationships" type="pie" r:blip="">
            <dgm:adjLst>
              <dgm:adj idx="1" val="218.5714"/>
              <dgm:adj idx="2" val="270"/>
            </dgm:adjLst>
          </dgm:shape>
          <dgm:choose name="Name163">
            <dgm:if name="Name164" func="var" arg="dir" op="equ" val="norm">
              <dgm:presOf axis="ch desOrSelf" ptType="node node" st="7 1" cnt="1 0"/>
            </dgm:if>
            <dgm:else name="Name165">
              <dgm:presOf axis="ch desOrSelf" ptType="node node" st="1 1" cnt="1 0"/>
            </dgm:else>
          </dgm:choose>
          <dgm:constrLst/>
          <dgm:ruleLst/>
        </dgm:layoutNode>
        <dgm:layoutNode name="dummy7a" moveWith="wedge7">
          <dgm:alg type="sp"/>
          <dgm:shape xmlns:r="http://schemas.openxmlformats.org/officeDocument/2006/relationships" r:blip="">
            <dgm:adjLst/>
          </dgm:shape>
          <dgm:presOf/>
          <dgm:constrLst>
            <dgm:constr type="w" val="1"/>
            <dgm:constr type="h" val="1"/>
          </dgm:constrLst>
          <dgm:ruleLst/>
        </dgm:layoutNode>
        <dgm:layoutNode name="dummy7b" moveWith="wedge7">
          <dgm:alg type="sp"/>
          <dgm:shape xmlns:r="http://schemas.openxmlformats.org/officeDocument/2006/relationships" r:blip="">
            <dgm:adjLst/>
          </dgm:shape>
          <dgm:presOf/>
          <dgm:constrLst>
            <dgm:constr type="w" val="1"/>
            <dgm:constr type="h" val="1"/>
          </dgm:constrLst>
          <dgm:ruleLst/>
        </dgm:layoutNode>
        <dgm:layoutNode name="wedge7Tx" moveWith="wedge7">
          <dgm:varLst>
            <dgm:chMax val="0"/>
            <dgm:chPref val="0"/>
            <dgm:bulletEnabled val="1"/>
          </dgm:varLst>
          <dgm:alg type="tx"/>
          <dgm:shape xmlns:r="http://schemas.openxmlformats.org/officeDocument/2006/relationships" type="rect" r:blip="" hideGeom="1">
            <dgm:adjLst/>
          </dgm:shape>
          <dgm:choose name="Name166">
            <dgm:if name="Name167" func="var" arg="dir" op="equ" val="norm">
              <dgm:presOf axis="ch desOrSelf" ptType="node node" st="7 1" cnt="1 0"/>
            </dgm:if>
            <dgm:else name="Name168">
              <dgm:presOf axis="ch desOrSelf" ptType="node node" st="1 1" cnt="1 0"/>
            </dgm:else>
          </dgm:choose>
          <dgm:constrLst>
            <dgm:constr type="tMarg" refType="primFontSz" fact="0.1"/>
            <dgm:constr type="bMarg" refType="primFontSz" fact="0.1"/>
            <dgm:constr type="lMarg" refType="primFontSz" fact="0.1"/>
            <dgm:constr type="rMarg" refType="primFontSz" fact="0.1"/>
            <dgm:constr type="primFontSz" val="65"/>
          </dgm:constrLst>
          <dgm:ruleLst>
            <dgm:rule type="primFontSz" val="5" fact="NaN" max="NaN"/>
          </dgm:ruleLst>
        </dgm:layoutNode>
      </dgm:if>
      <dgm:else name="Name169"/>
    </dgm:choose>
    <dgm:choose name="Name170">
      <dgm:if name="Name171" axis="ch" ptType="node" func="cnt" op="equ" val="1">
        <dgm:forEach name="Name172" axis="ch" ptType="sibTrans" hideLastTrans="0" cnt="1">
          <dgm:layoutNode name="arrowWedge1single" styleLbl="fgSibTrans2D1">
            <dgm:choose name="Name173">
              <dgm:if name="Name174" func="var" arg="dir" op="equ" val="norm">
                <dgm:alg type="conn">
                  <dgm:param type="connRout" val="longCurve"/>
                  <dgm:param type="srcNode" val="dummy1a"/>
                  <dgm:param type="dstNode" val="dummy1b"/>
                  <dgm:param type="begPts" val="tL"/>
                  <dgm:param type="endPts" val="tR"/>
                  <dgm:param type="begSty" val="arr"/>
                  <dgm:param type="endSty" val="noArr"/>
                </dgm:alg>
              </dgm:if>
              <dgm:else name="Name175">
                <dgm:alg type="conn">
                  <dgm:param type="connRout" val="longCurve"/>
                  <dgm:param type="srcNode" val="dummy1a"/>
                  <dgm:param type="dstNode" val="dummy1b"/>
                  <dgm:param type="begPts" val="tL"/>
                  <dgm:param type="endPts" val="tR"/>
                  <dgm:param type="begSty" val="noArr"/>
                  <dgm:param type="endSty" val="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if name="Name176" axis="ch" ptType="node" func="cnt" op="gte" val="2">
        <dgm:forEach name="Name177" axis="ch" ptType="sibTrans" hideLastTrans="0" cnt="1">
          <dgm:layoutNode name="arrowWedge1" styleLbl="fgSibTrans2D1">
            <dgm:choose name="Name178">
              <dgm:if name="Name179" func="var" arg="dir" op="equ" val="norm">
                <dgm:alg type="conn">
                  <dgm:param type="connRout" val="curve"/>
                  <dgm:param type="srcNode" val="dummy1a"/>
                  <dgm:param type="dstNode" val="dummy1b"/>
                  <dgm:param type="begPts" val="tL"/>
                  <dgm:param type="endPts" val="tL"/>
                  <dgm:param type="begSty" val="noArr"/>
                  <dgm:param type="endSty" val="arr"/>
                </dgm:alg>
              </dgm:if>
              <dgm:else name="Name180">
                <dgm:alg type="conn">
                  <dgm:param type="connRout" val="curve"/>
                  <dgm:param type="srcNode" val="dummy1a"/>
                  <dgm:param type="dstNode" val="dummy1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if>
      <dgm:else name="Name181"/>
    </dgm:choose>
    <dgm:forEach name="Name182" axis="ch" ptType="sibTrans" hideLastTrans="0" st="2" cnt="1">
      <dgm:layoutNode name="arrowWedge2" styleLbl="fgSibTrans2D1">
        <dgm:choose name="Name183">
          <dgm:if name="Name184" func="var" arg="dir" op="equ" val="norm">
            <dgm:alg type="conn">
              <dgm:param type="connRout" val="curve"/>
              <dgm:param type="srcNode" val="dummy2a"/>
              <dgm:param type="dstNode" val="dummy2b"/>
              <dgm:param type="begPts" val="tL"/>
              <dgm:param type="endPts" val="tL"/>
              <dgm:param type="begSty" val="noArr"/>
              <dgm:param type="endSty" val="arr"/>
            </dgm:alg>
          </dgm:if>
          <dgm:else name="Name185">
            <dgm:alg type="conn">
              <dgm:param type="connRout" val="curve"/>
              <dgm:param type="srcNode" val="dummy2a"/>
              <dgm:param type="dstNode" val="dummy2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86" axis="ch" ptType="sibTrans" hideLastTrans="0" st="3" cnt="1">
      <dgm:layoutNode name="arrowWedge3" styleLbl="fgSibTrans2D1">
        <dgm:choose name="Name187">
          <dgm:if name="Name188" func="var" arg="dir" op="equ" val="norm">
            <dgm:alg type="conn">
              <dgm:param type="connRout" val="curve"/>
              <dgm:param type="srcNode" val="dummy3a"/>
              <dgm:param type="dstNode" val="dummy3b"/>
              <dgm:param type="begPts" val="tL"/>
              <dgm:param type="endPts" val="tL"/>
              <dgm:param type="begSty" val="noArr"/>
              <dgm:param type="endSty" val="arr"/>
            </dgm:alg>
          </dgm:if>
          <dgm:else name="Name189">
            <dgm:alg type="conn">
              <dgm:param type="connRout" val="curve"/>
              <dgm:param type="srcNode" val="dummy3a"/>
              <dgm:param type="dstNode" val="dummy3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0" axis="ch" ptType="sibTrans" hideLastTrans="0" st="4" cnt="1">
      <dgm:layoutNode name="arrowWedge4" styleLbl="fgSibTrans2D1">
        <dgm:choose name="Name191">
          <dgm:if name="Name192" func="var" arg="dir" op="equ" val="norm">
            <dgm:alg type="conn">
              <dgm:param type="connRout" val="curve"/>
              <dgm:param type="srcNode" val="dummy4a"/>
              <dgm:param type="dstNode" val="dummy4b"/>
              <dgm:param type="begPts" val="tL"/>
              <dgm:param type="endPts" val="tL"/>
              <dgm:param type="begSty" val="noArr"/>
              <dgm:param type="endSty" val="arr"/>
            </dgm:alg>
          </dgm:if>
          <dgm:else name="Name193">
            <dgm:alg type="conn">
              <dgm:param type="connRout" val="curve"/>
              <dgm:param type="srcNode" val="dummy4a"/>
              <dgm:param type="dstNode" val="dummy4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4" axis="ch" ptType="sibTrans" hideLastTrans="0" st="5" cnt="1">
      <dgm:layoutNode name="arrowWedge5" styleLbl="fgSibTrans2D1">
        <dgm:choose name="Name195">
          <dgm:if name="Name196" func="var" arg="dir" op="equ" val="norm">
            <dgm:alg type="conn">
              <dgm:param type="connRout" val="curve"/>
              <dgm:param type="srcNode" val="dummy5a"/>
              <dgm:param type="dstNode" val="dummy5b"/>
              <dgm:param type="begPts" val="tL"/>
              <dgm:param type="endPts" val="tL"/>
              <dgm:param type="begSty" val="noArr"/>
              <dgm:param type="endSty" val="arr"/>
            </dgm:alg>
          </dgm:if>
          <dgm:else name="Name197">
            <dgm:alg type="conn">
              <dgm:param type="connRout" val="curve"/>
              <dgm:param type="srcNode" val="dummy5a"/>
              <dgm:param type="dstNode" val="dummy5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198" axis="ch" ptType="sibTrans" hideLastTrans="0" st="6" cnt="1">
      <dgm:layoutNode name="arrowWedge6" styleLbl="fgSibTrans2D1">
        <dgm:choose name="Name199">
          <dgm:if name="Name200" func="var" arg="dir" op="equ" val="norm">
            <dgm:alg type="conn">
              <dgm:param type="connRout" val="curve"/>
              <dgm:param type="srcNode" val="dummy6a"/>
              <dgm:param type="dstNode" val="dummy6b"/>
              <dgm:param type="begPts" val="tL"/>
              <dgm:param type="endPts" val="tL"/>
              <dgm:param type="begSty" val="noArr"/>
              <dgm:param type="endSty" val="arr"/>
            </dgm:alg>
          </dgm:if>
          <dgm:else name="Name201">
            <dgm:alg type="conn">
              <dgm:param type="connRout" val="curve"/>
              <dgm:param type="srcNode" val="dummy6a"/>
              <dgm:param type="dstNode" val="dummy6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forEach name="Name202" axis="ch" ptType="sibTrans" hideLastTrans="0" st="7" cnt="1">
      <dgm:layoutNode name="arrowWedge7" styleLbl="fgSibTrans2D1">
        <dgm:choose name="Name203">
          <dgm:if name="Name204" func="var" arg="dir" op="equ" val="norm">
            <dgm:alg type="conn">
              <dgm:param type="connRout" val="curve"/>
              <dgm:param type="srcNode" val="dummy7a"/>
              <dgm:param type="dstNode" val="dummy7b"/>
              <dgm:param type="begPts" val="tL"/>
              <dgm:param type="endPts" val="tL"/>
              <dgm:param type="begSty" val="noArr"/>
              <dgm:param type="endSty" val="arr"/>
            </dgm:alg>
          </dgm:if>
          <dgm:else name="Name205">
            <dgm:alg type="conn">
              <dgm:param type="connRout" val="curve"/>
              <dgm:param type="srcNode" val="dummy7a"/>
              <dgm:param type="dstNode" val="dummy7b"/>
              <dgm:param type="begPts" val="tL"/>
              <dgm:param type="endPts" val="tL"/>
              <dgm:param type="begSty" val="arr"/>
              <dgm:param type="endSty" val="noArr"/>
            </dgm:alg>
          </dgm:else>
        </dgm:choose>
        <dgm:shape xmlns:r="http://schemas.openxmlformats.org/officeDocument/2006/relationships" type="conn" r:blip="">
          <dgm:adjLst/>
        </dgm:shape>
        <dgm:presOf/>
        <dgm:constrLst>
          <dgm:constr type="w" val="1"/>
          <dgm:constr type="begPad"/>
          <dgm:constr type="endPad"/>
        </dgm:constrLst>
        <dgm:ruleLst/>
      </dgm:layoutNode>
    </dgm:forEach>
  </dgm:layoutNode>
</dgm:layoutDef>
</file>

<file path=ppt/diagrams/layout6.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7.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8.xml><?xml version="1.0" encoding="utf-8"?>
<dgm:layoutDef xmlns:dgm="http://schemas.openxmlformats.org/drawingml/2006/diagram" xmlns:a="http://schemas.openxmlformats.org/drawingml/2006/main" uniqueId="urn:microsoft.com/office/officeart/2005/8/layout/default">
  <dgm:title val=""/>
  <dgm:desc val=""/>
  <dgm:catLst>
    <dgm:cat type="list" pri="4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6" srcId="0" destId="1" srcOrd="0" destOrd="0"/>
        <dgm:cxn modelId="7" srcId="0" destId="2" srcOrd="1" destOrd="0"/>
        <dgm:cxn modelId="8" srcId="0" destId="3" srcOrd="2" destOrd="0"/>
        <dgm:cxn modelId="9" srcId="0" destId="4" srcOrd="3" destOrd="0"/>
        <dgm:cxn modelId="10"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 modelId="5"/>
        <dgm:pt modelId="6"/>
      </dgm:ptLst>
      <dgm:cxnLst>
        <dgm:cxn modelId="7" srcId="0" destId="1" srcOrd="0" destOrd="0"/>
        <dgm:cxn modelId="8" srcId="0" destId="2" srcOrd="1" destOrd="0"/>
        <dgm:cxn modelId="9" srcId="0" destId="3" srcOrd="2" destOrd="0"/>
        <dgm:cxn modelId="10" srcId="0" destId="4" srcOrd="3" destOrd="0"/>
        <dgm:cxn modelId="11" srcId="0" destId="5" srcOrd="4" destOrd="0"/>
        <dgm:cxn modelId="12" srcId="0" destId="6" srcOrd="5" destOrd="0"/>
      </dgm:cxnLst>
      <dgm:bg/>
      <dgm:whole/>
    </dgm:dataModel>
  </dgm:clrData>
  <dgm:layoutNode name="diagram">
    <dgm:varLst>
      <dgm:dir/>
      <dgm:resizeHandles val="exact"/>
    </dgm:varLst>
    <dgm:choose name="Name0">
      <dgm:if name="Name1" func="var" arg="dir" op="equ" val="norm">
        <dgm:alg type="snake">
          <dgm:param type="grDir" val="tL"/>
          <dgm:param type="flowDir" val="row"/>
          <dgm:param type="contDir" val="sameDir"/>
          <dgm:param type="off" val="ctr"/>
        </dgm:alg>
      </dgm:if>
      <dgm:else name="Name2">
        <dgm:alg type="snake">
          <dgm:param type="grDir" val="tR"/>
          <dgm:param type="flowDir" val="row"/>
          <dgm:param type="contDir" val="sameDir"/>
          <dgm:param type="off" val="ctr"/>
        </dgm:alg>
      </dgm:else>
    </dgm:choose>
    <dgm:shape xmlns:r="http://schemas.openxmlformats.org/officeDocument/2006/relationships" r:blip="">
      <dgm:adjLst/>
    </dgm:shape>
    <dgm:presOf/>
    <dgm:constrLst>
      <dgm:constr type="w" for="ch" forName="node" refType="w"/>
      <dgm:constr type="h" for="ch" forName="node" refType="w" refFor="ch" refForName="node" fact="0.6"/>
      <dgm:constr type="w" for="ch" forName="sibTrans" refType="w" refFor="ch" refForName="node" fact="0.1"/>
      <dgm:constr type="sp" refType="w" refFor="ch" refForName="sibTrans"/>
      <dgm:constr type="primFontSz" for="ch" forName="node" op="equ" val="65"/>
    </dgm:constrLst>
    <dgm:ruleLst/>
    <dgm:forEach name="Name3" axis="ch" ptType="node">
      <dgm:layoutNode name="node">
        <dgm:varLst>
          <dgm:bulletEnabled val="1"/>
        </dgm:varLst>
        <dgm:alg type="tx"/>
        <dgm:shape xmlns:r="http://schemas.openxmlformats.org/officeDocument/2006/relationships" type="rect" r:blip="">
          <dgm:adjLst/>
        </dgm:shape>
        <dgm:presOf axis="desOrSelf" ptType="node"/>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forEach name="Name4" axis="followSib" ptType="sibTrans" cnt="1">
        <dgm:layoutNode name="sibTrans">
          <dgm:alg type="sp"/>
          <dgm:shape xmlns:r="http://schemas.openxmlformats.org/officeDocument/2006/relationships" r:blip="">
            <dgm:adjLst/>
          </dgm:shape>
          <dgm:presOf/>
          <dgm:constrLst/>
          <dgm:ruleLst/>
        </dgm:layoutNode>
      </dgm:forEach>
    </dgm:forEach>
  </dgm:layoutNode>
</dgm:layoutDef>
</file>

<file path=ppt/diagrams/layout9.xml><?xml version="1.0" encoding="utf-8"?>
<dgm:layoutDef xmlns:dgm="http://schemas.openxmlformats.org/drawingml/2006/diagram" xmlns:a="http://schemas.openxmlformats.org/drawingml/2006/main" uniqueId="urn:microsoft.com/office/officeart/2005/8/layout/vList2">
  <dgm:title val=""/>
  <dgm:desc val=""/>
  <dgm:catLst>
    <dgm:cat type="list" pri="3000"/>
    <dgm:cat type="convert" pri="1000"/>
  </dgm:catLst>
  <dgm:sampData>
    <dgm:dataModel>
      <dgm:ptLst>
        <dgm:pt modelId="0" type="doc"/>
        <dgm:pt modelId="1">
          <dgm:prSet phldr="1"/>
        </dgm:pt>
        <dgm:pt modelId="11">
          <dgm:prSet phldr="1"/>
        </dgm:pt>
        <dgm:pt modelId="2">
          <dgm:prSet phldr="1"/>
        </dgm:pt>
        <dgm:pt modelId="21">
          <dgm:prSet phldr="1"/>
        </dgm:pt>
      </dgm:ptLst>
      <dgm:cxnLst>
        <dgm:cxn modelId="4" srcId="0" destId="1" srcOrd="0" destOrd="0"/>
        <dgm:cxn modelId="5" srcId="0" destId="2" srcOrd="1" destOrd="0"/>
        <dgm:cxn modelId="12" srcId="1" destId="11" srcOrd="0" destOrd="0"/>
        <dgm:cxn modelId="23" srcId="2" destId="21" srcOrd="0"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linear">
    <dgm:varLst>
      <dgm:animLvl val="lvl"/>
      <dgm:resizeHandles val="exact"/>
    </dgm:varLst>
    <dgm:alg type="lin">
      <dgm:param type="linDir" val="fromT"/>
      <dgm:param type="vertAlign" val="mid"/>
    </dgm:alg>
    <dgm:shape xmlns:r="http://schemas.openxmlformats.org/officeDocument/2006/relationships" r:blip="">
      <dgm:adjLst/>
    </dgm:shape>
    <dgm:presOf/>
    <dgm:constrLst>
      <dgm:constr type="w" for="ch" forName="parentText" refType="w"/>
      <dgm:constr type="h" for="ch" forName="parentText" refType="primFontSz" refFor="ch" refForName="parentText" fact="0.52"/>
      <dgm:constr type="w" for="ch" forName="childText" refType="w"/>
      <dgm:constr type="h" for="ch" forName="childText" refType="primFontSz" refFor="ch" refForName="parentText" fact="0.46"/>
      <dgm:constr type="h" for="ch" forName="parentText" op="equ"/>
      <dgm:constr type="primFontSz" for="ch" forName="parentText" op="equ" val="65"/>
      <dgm:constr type="primFontSz" for="ch" forName="childText" refType="primFontSz" refFor="ch" refForName="parentText" op="equ"/>
      <dgm:constr type="h" for="ch" forName="spacer" refType="primFontSz" refFor="ch" refForName="parentText" fact="0.08"/>
    </dgm:constrLst>
    <dgm:ruleLst>
      <dgm:rule type="primFontSz" for="ch" forName="parentText" val="5" fact="NaN" max="NaN"/>
    </dgm:ruleLst>
    <dgm:forEach name="Name0" axis="ch" ptType="node">
      <dgm:layoutNode name="parentText" styleLbl="node1">
        <dgm:varLst>
          <dgm:chMax val="0"/>
          <dgm:bulletEnabled val="1"/>
        </dgm:varLst>
        <dgm:alg type="tx">
          <dgm:param type="parTxLTRAlign" val="l"/>
          <dgm:param type="parTxRTLAlign" val="r"/>
        </dgm:alg>
        <dgm:shape xmlns:r="http://schemas.openxmlformats.org/officeDocument/2006/relationships" type="roundRect" r:blip="">
          <dgm:adjLst/>
        </dgm:shape>
        <dgm:presOf axis="self"/>
        <dgm:constrLst>
          <dgm:constr type="tMarg" refType="primFontSz" fact="0.3"/>
          <dgm:constr type="bMarg" refType="primFontSz" fact="0.3"/>
          <dgm:constr type="lMarg" refType="primFontSz" fact="0.3"/>
          <dgm:constr type="rMarg" refType="primFontSz" fact="0.3"/>
        </dgm:constrLst>
        <dgm:ruleLst>
          <dgm:rule type="h" val="INF" fact="NaN" max="NaN"/>
        </dgm:ruleLst>
      </dgm:layoutNode>
      <dgm:choose name="Name1">
        <dgm:if name="Name2" axis="ch" ptType="node" func="cnt" op="gte" val="1">
          <dgm:layoutNode name="childText" styleLbl="revTx">
            <dgm:varLst>
              <dgm:bulletEnabled val="1"/>
            </dgm:varLst>
            <dgm:alg type="tx">
              <dgm:param type="stBulletLvl" val="1"/>
              <dgm:param type="lnSpAfChP" val="20"/>
            </dgm:alg>
            <dgm:shape xmlns:r="http://schemas.openxmlformats.org/officeDocument/2006/relationships" type="rect" r:blip="">
              <dgm:adjLst/>
            </dgm:shape>
            <dgm:presOf axis="des" ptType="node"/>
            <dgm:constrLst>
              <dgm:constr type="tMarg" refType="primFontSz" fact="0.1"/>
              <dgm:constr type="bMarg" refType="primFontSz" fact="0.1"/>
              <dgm:constr type="lMarg" refType="w" fact="0.09"/>
            </dgm:constrLst>
            <dgm:ruleLst>
              <dgm:rule type="h" val="INF" fact="NaN" max="NaN"/>
            </dgm:ruleLst>
          </dgm:layoutNode>
        </dgm:if>
        <dgm:else name="Name3">
          <dgm:choose name="Name4">
            <dgm:if name="Name5" axis="par ch" ptType="doc node" func="cnt" op="gte" val="2">
              <dgm:forEach name="Name6" axis="followSib" ptType="sibTrans" cnt="1">
                <dgm:layoutNode name="spacer">
                  <dgm:alg type="sp"/>
                  <dgm:shape xmlns:r="http://schemas.openxmlformats.org/officeDocument/2006/relationships" r:blip="">
                    <dgm:adjLst/>
                  </dgm:shape>
                  <dgm:presOf/>
                  <dgm:constrLst/>
                  <dgm:ruleLst/>
                </dgm:layoutNode>
              </dgm:forEach>
            </dgm:if>
            <dgm:else name="Name7"/>
          </dgm:choose>
        </dgm:else>
      </dgm:choose>
    </dgm:forEach>
  </dgm:layoutNode>
</dgm:layoutDef>
</file>

<file path=ppt/diagrams/layout10.xml><?xml version="1.0" encoding="utf-8"?>
<dgm:layoutDef xmlns:dgm="http://schemas.openxmlformats.org/drawingml/2006/diagram" xmlns:a="http://schemas.openxmlformats.org/drawingml/2006/main" uniqueId="urn:microsoft.com/office/officeart/2016/7/layout/RepeatingBendingProcessNew">
  <dgm:title val="Repeating Bending Process New"/>
  <dgm:desc val=""/>
  <dgm:catLst>
    <dgm:cat type="process" pri="500"/>
  </dgm:catLst>
  <dgm:sampData>
    <dgm:dataModel>
      <dgm:ptLst>
        <dgm:pt modelId="0" type="doc"/>
        <dgm:pt modelId="1">
          <dgm:prSet phldr="1"/>
        </dgm:pt>
        <dgm:pt modelId="2">
          <dgm:prSet phldr="1"/>
        </dgm:pt>
        <dgm:pt modelId="3">
          <dgm:prSet phldr="1"/>
        </dgm:pt>
        <dgm:pt modelId="4">
          <dgm:prSet phldr="1"/>
        </dgm:pt>
        <dgm:pt modelId="5">
          <dgm:prSet phldr="1"/>
        </dgm:pt>
      </dgm:ptLst>
      <dgm:cxnLst>
        <dgm:cxn modelId="7" srcId="0" destId="1" srcOrd="0" destOrd="0"/>
        <dgm:cxn modelId="8" srcId="0" destId="2" srcOrd="1" destOrd="0"/>
        <dgm:cxn modelId="9" srcId="0" destId="3" srcOrd="2" destOrd="0"/>
        <dgm:cxn modelId="10" srcId="0" destId="4" srcOrd="3" destOrd="0"/>
        <dgm:cxn modelId="11" srcId="0" destId="5" srcOrd="4"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axis="self" func="var" arg="dir" op="equ" val="norm">
        <dgm:alg type="snake">
          <dgm:param type="grDir" val="tL"/>
          <dgm:param type="flowDir" val="row"/>
          <dgm:param type="contDir" val="sameDir"/>
          <dgm:param type="bkpt" val="endCnv"/>
        </dgm:alg>
      </dgm:if>
      <dgm:else name="Name3">
        <dgm:alg type="snake">
          <dgm:param type="grDir" val="tR"/>
          <dgm:param type="flowDir" val="row"/>
          <dgm:param type="contDir" val="sameDir"/>
          <dgm:param type="bkpt" val="endCnv"/>
        </dgm:alg>
      </dgm:else>
    </dgm:choose>
    <dgm:shape xmlns:r="http://schemas.openxmlformats.org/officeDocument/2006/relationships" r:blip="">
      <dgm:adjLst/>
    </dgm:shape>
    <dgm:presOf/>
    <dgm:constrLst>
      <dgm:constr type="w" for="ch" ptType="node" refType="w"/>
      <dgm:constr type="w" for="ch" forName="sibTrans" refType="w" refFor="ch" refPtType="node" op="equ" fact="0.23"/>
      <dgm:constr type="sp" refType="w" refFor="ch" refForName="sibTrans" op="equ"/>
      <dgm:constr type="userB" for="des" forName="connectorText" refType="sp"/>
      <dgm:constr type="primFontSz" for="ch" ptType="node" op="equ" val="65"/>
      <dgm:constr type="h" for="ch" ptType="sibTrans" op="equ"/>
      <dgm:constr type="primFontSz" for="des" forName="connectorText" op="equ" val="55"/>
      <dgm:constr type="primFontSz" for="des" forName="connectorText" refType="primFontSz" refFor="ch" refPtType="node" op="lte" fact="0.8"/>
    </dgm:constrLst>
    <dgm:ruleLst/>
    <dgm:forEach name="nodesForEach" axis="ch" ptType="node">
      <dgm:layoutNode name="node">
        <dgm:varLst>
          <dgm:bulletEnabled val="1"/>
        </dgm:varLst>
        <dgm:alg type="tx"/>
        <dgm:shape xmlns:r="http://schemas.openxmlformats.org/officeDocument/2006/relationships" type="rect" r:blip="">
          <dgm:adjLst/>
        </dgm:shape>
        <dgm:presOf axis="desOrSelf" ptType="node"/>
        <dgm:constrLst>
          <dgm:constr type="h" refType="w" fact="0.6"/>
          <dgm:constr type="tMarg" refType="h" fact="0.243"/>
          <dgm:constr type="bMarg" refType="h" fact="0.243"/>
          <dgm:constr type="lMarg" refType="w" fact="0.1389"/>
          <dgm:constr type="rMarg" refType="w" fact="0.1389"/>
        </dgm:constrLst>
        <dgm:ruleLst>
          <dgm:rule type="primFontSz" val="12" fact="NaN" max="NaN"/>
        </dgm:ruleLst>
      </dgm:layoutNode>
      <dgm:forEach name="sibTransForEach" axis="followSib" ptType="sibTrans" cnt="1">
        <dgm:layoutNode name="sibTrans">
          <dgm:choose name="Name4">
            <dgm:if name="Name5" axis="self" func="var" arg="dir" op="equ" val="norm">
              <dgm:alg type="conn">
                <dgm:param type="connRout" val="bend"/>
                <dgm:param type="dim" val="1D"/>
                <dgm:param type="begPts" val="midR bCtr"/>
                <dgm:param type="endPts" val="midL tCtr"/>
              </dgm:alg>
            </dgm:if>
            <dgm:else name="Name6">
              <dgm:alg type="conn">
                <dgm:param type="connRout" val="bend"/>
                <dgm:param type="dim" val="1D"/>
                <dgm:param type="begPts" val="midL bCtr"/>
                <dgm:param type="endPts" val="midR tCtr"/>
              </dgm:alg>
            </dgm:else>
          </dgm:choose>
          <dgm:shape xmlns:r="http://schemas.openxmlformats.org/officeDocument/2006/relationships" type="conn" r:blip="" zOrderOff="-2">
            <dgm:adjLst/>
          </dgm:shape>
          <dgm:presOf axis="self"/>
          <dgm:constrLst>
            <dgm:constr type="begPad" val="-0.05"/>
            <dgm:constr type="endPad" val="0.9"/>
            <dgm:constr type="userA" for="ch" refType="connDist"/>
          </dgm:constrLst>
          <dgm:ruleLst/>
          <dgm:layoutNode name="connectorText">
            <dgm:alg type="tx">
              <dgm:param type="autoTxRot" val="upr"/>
            </dgm:alg>
            <dgm:shape xmlns:r="http://schemas.openxmlformats.org/officeDocument/2006/relationships" type="rect" r:blip="" hideGeom="1">
              <dgm:adjLst/>
            </dgm:shape>
            <dgm:presOf axis="self"/>
            <dgm:constrLst>
              <dgm:constr type="userA"/>
              <dgm:constr type="userB"/>
              <dgm:constr type="w" refType="userA" fact="0.05"/>
              <dgm:constr type="h" refType="userB" fact="0.01"/>
              <dgm:constr type="lMarg" val="1"/>
              <dgm:constr type="rMarg" val="1"/>
              <dgm:constr type="tMarg"/>
              <dgm:constr type="bMarg"/>
            </dgm:constrLst>
            <dgm:ruleLst>
              <dgm:rule type="w" val="NaN" fact="0.6" max="NaN"/>
              <dgm:rule type="h" val="NaN" fact="0.6" max="NaN"/>
              <dgm:rule type="primFontSz" val="5" fact="NaN" max="NaN"/>
            </dgm:ruleLst>
          </dgm:layoutNode>
        </dgm:layoutNode>
      </dgm:forEach>
    </dgm:forEach>
  </dgm:layoutNode>
</dgm:layoutDef>
</file>

<file path=ppt/diagrams/layout11.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2.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3.xml><?xml version="1.0" encoding="utf-8"?>
<dgm:layoutDef xmlns:dgm="http://schemas.openxmlformats.org/drawingml/2006/diagram" xmlns:a="http://schemas.openxmlformats.org/drawingml/2006/main" uniqueId="urn:microsoft.com/office/officeart/2005/8/layout/orgChart1">
  <dgm:title val=""/>
  <dgm:desc val=""/>
  <dgm:catLst>
    <dgm:cat type="hierarchy" pri="1000"/>
    <dgm:cat type="convert" pri="6000"/>
  </dgm:catLst>
  <dgm:sampData>
    <dgm:dataModel>
      <dgm:ptLst>
        <dgm:pt modelId="0" type="doc"/>
        <dgm:pt modelId="1">
          <dgm:prSet phldr="1"/>
        </dgm:pt>
        <dgm:pt modelId="2" type="asst">
          <dgm:prSet phldr="1"/>
        </dgm:pt>
        <dgm:pt modelId="3">
          <dgm:prSet phldr="1"/>
        </dgm:pt>
        <dgm:pt modelId="4">
          <dgm:prSet phldr="1"/>
        </dgm:pt>
        <dgm:pt modelId="5">
          <dgm:prSet phldr="1"/>
        </dgm:pt>
      </dgm:ptLst>
      <dgm:cxnLst>
        <dgm:cxn modelId="5" srcId="0" destId="1" srcOrd="0" destOrd="0"/>
        <dgm:cxn modelId="6" srcId="1" destId="2" srcOrd="0" destOrd="0"/>
        <dgm:cxn modelId="7" srcId="1" destId="3" srcOrd="1" destOrd="0"/>
        <dgm:cxn modelId="8" srcId="1" destId="4" srcOrd="2" destOrd="0"/>
        <dgm:cxn modelId="9" srcId="1" destId="5" srcOrd="3" destOrd="0"/>
      </dgm:cxnLst>
      <dgm:bg/>
      <dgm:whole/>
    </dgm:dataModel>
  </dgm:sampData>
  <dgm:styleData>
    <dgm:dataModel>
      <dgm:ptLst>
        <dgm:pt modelId="0" type="doc"/>
        <dgm:pt modelId="1"/>
        <dgm:pt modelId="12"/>
        <dgm:pt modelId="13"/>
      </dgm:ptLst>
      <dgm:cxnLst>
        <dgm:cxn modelId="2" srcId="0" destId="1" srcOrd="0" destOrd="0"/>
        <dgm:cxn modelId="16" srcId="1" destId="12" srcOrd="1" destOrd="0"/>
        <dgm:cxn modelId="17" srcId="1" destId="13" srcOrd="2" destOrd="0"/>
      </dgm:cxnLst>
      <dgm:bg/>
      <dgm:whole/>
    </dgm:dataModel>
  </dgm:styleData>
  <dgm:clrData>
    <dgm:dataModel>
      <dgm:ptLst>
        <dgm:pt modelId="0" type="doc"/>
        <dgm:pt modelId="1"/>
        <dgm:pt modelId="11" type="asst"/>
        <dgm:pt modelId="12"/>
        <dgm:pt modelId="13"/>
        <dgm:pt modelId="14"/>
      </dgm:ptLst>
      <dgm:cxnLst>
        <dgm:cxn modelId="2" srcId="0" destId="1" srcOrd="0" destOrd="0"/>
        <dgm:cxn modelId="15" srcId="1" destId="11" srcOrd="0" destOrd="0"/>
        <dgm:cxn modelId="16" srcId="1" destId="12" srcOrd="1" destOrd="0"/>
        <dgm:cxn modelId="17" srcId="1" destId="13" srcOrd="2" destOrd="0"/>
        <dgm:cxn modelId="18" srcId="1" destId="14" srcOrd="2" destOrd="0"/>
      </dgm:cxnLst>
      <dgm:bg/>
      <dgm:whole/>
    </dgm:dataModel>
  </dgm:clrData>
  <dgm:layoutNode name="hierChild1">
    <dgm:varLst>
      <dgm:orgChart val="1"/>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w" for="des" forName="rootComposite1" refType="w" fact="10"/>
      <dgm:constr type="h" for="des" forName="rootComposite1" refType="w" refFor="des" refForName="rootComposite1" fact="0.5"/>
      <dgm:constr type="w" for="des" forName="rootComposite" refType="w" fact="10"/>
      <dgm:constr type="h" for="des" forName="rootComposite" refType="w" refFor="des" refForName="rootComposite1" fact="0.5"/>
      <dgm:constr type="w" for="des" forName="rootComposite3" refType="w" fact="10"/>
      <dgm:constr type="h" for="des" forName="rootComposite3" refType="w" refFor="des" refForName="rootComposite1" fact="0.5"/>
      <dgm:constr type="primFontSz" for="des" ptType="node" op="equ"/>
      <dgm:constr type="sp" for="des" op="equ"/>
      <dgm:constr type="sp" for="des" forName="hierRoot1" refType="w" refFor="des" refForName="rootComposite1" fact="0.21"/>
      <dgm:constr type="sp" for="des" forName="hierRoot2" refType="sp" refFor="des" refForName="hierRoot1"/>
      <dgm:constr type="sp" for="des" forName="hierRoot3" refType="sp" refFor="des" refForName="hierRoot1"/>
      <dgm:constr type="sibSp" refType="w" refFor="des" refForName="rootComposite1" fact="0.2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ibSp" for="des" forName="hierChild7" refType="sibSp"/>
      <dgm:constr type="secSibSp" refType="w" refFor="des" refForName="rootComposite1" fact="0.21"/>
      <dgm:constr type="secSibSp" for="des" forName="hierChild2" refType="secSibSp"/>
      <dgm:constr type="secSibSp" for="des" forName="hierChild3" refType="secSibSp"/>
      <dgm:constr type="secSibSp" for="des" forName="hierChild4" refType="secSibSp"/>
      <dgm:constr type="secSibSp" for="des" forName="hierChild5" refType="secSibSp"/>
      <dgm:constr type="secSibSp" for="des" forName="hierChild6" refType="secSibSp"/>
      <dgm:constr type="secSibSp" for="des" forName="hierChild7" refType="secSibSp"/>
    </dgm:constrLst>
    <dgm:ruleLst/>
    <dgm:forEach name="Name3" axis="ch">
      <dgm:forEach name="Name4" axis="self" ptType="node">
        <dgm:layoutNode name="hierRoot1">
          <dgm:varLst>
            <dgm:hierBranch val="init"/>
          </dgm:varLst>
          <dgm:choose name="Name5">
            <dgm:if name="Name6" func="var" arg="hierBranch" op="equ" val="l">
              <dgm:choose name="Name7">
                <dgm:if name="Name8" axis="ch" ptType="asst" func="cnt" op="gte" val="1">
                  <dgm:alg type="hierRoot">
                    <dgm:param type="hierAlign" val="tR"/>
                  </dgm:alg>
                  <dgm:constrLst>
                    <dgm:constr type="alignOff" val="0.65"/>
                  </dgm:constrLst>
                </dgm:if>
                <dgm:else name="Name9">
                  <dgm:alg type="hierRoot">
                    <dgm:param type="hierAlign" val="tR"/>
                  </dgm:alg>
                  <dgm:constrLst>
                    <dgm:constr type="alignOff" val="0.25"/>
                  </dgm:constrLst>
                </dgm:else>
              </dgm:choose>
            </dgm:if>
            <dgm:if name="Name10" func="var" arg="hierBranch" op="equ" val="r">
              <dgm:choose name="Name11">
                <dgm:if name="Name12" axis="ch" ptType="asst" func="cnt" op="gte" val="1">
                  <dgm:alg type="hierRoot">
                    <dgm:param type="hierAlign" val="tL"/>
                  </dgm:alg>
                  <dgm:constrLst>
                    <dgm:constr type="alignOff" val="0.65"/>
                  </dgm:constrLst>
                </dgm:if>
                <dgm:else name="Name13">
                  <dgm:alg type="hierRoot">
                    <dgm:param type="hierAlign" val="tL"/>
                  </dgm:alg>
                  <dgm:constrLst>
                    <dgm:constr type="alignOff" val="0.25"/>
                  </dgm:constrLst>
                </dgm:else>
              </dgm:choose>
            </dgm:if>
            <dgm:if name="Name14" func="var" arg="hierBranch" op="equ" val="hang">
              <dgm:alg type="hierRoot"/>
              <dgm:constrLst>
                <dgm:constr type="alignOff" val="0.65"/>
              </dgm:constrLst>
            </dgm:if>
            <dgm:else name="Name15">
              <dgm:alg type="hierRoot"/>
              <dgm:constrLst>
                <dgm:constr type="alignOff"/>
                <dgm:constr type="bendDist" for="des" ptType="parTrans" refType="sp" fact="0.5"/>
              </dgm:constrLst>
            </dgm:else>
          </dgm:choose>
          <dgm:shape xmlns:r="http://schemas.openxmlformats.org/officeDocument/2006/relationships" r:blip="">
            <dgm:adjLst/>
          </dgm:shape>
          <dgm:presOf/>
          <dgm:ruleLst/>
          <dgm:layoutNode name="rootComposite1">
            <dgm:alg type="composite"/>
            <dgm:shape xmlns:r="http://schemas.openxmlformats.org/officeDocument/2006/relationships" r:blip="">
              <dgm:adjLst/>
            </dgm:shape>
            <dgm:presOf axis="self" ptType="node" cnt="1"/>
            <dgm:choose name="Name16">
              <dgm:if name="Name17" func="var" arg="hierBranch" op="equ" val="init">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if name="Name18" func="var" arg="hierBranch" op="equ" val="l">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if>
              <dgm:if name="Name19" func="var" arg="hierBranch" op="equ" val="r">
                <dgm:constrLst>
                  <dgm:constr type="l" for="ch" forName="rootText1"/>
                  <dgm:constr type="t" for="ch" forName="rootText1"/>
                  <dgm:constr type="w" for="ch" forName="rootText1" refType="w"/>
                  <dgm:constr type="h" for="ch" forName="rootText1" refType="h"/>
                  <dgm:constr type="l" for="ch" forName="rootConnector1"/>
                  <dgm:constr type="t" for="ch" forName="rootConnector1"/>
                  <dgm:constr type="w" for="ch" forName="rootConnector1" refType="w" refFor="ch" refForName="rootText1" fact="0.2"/>
                  <dgm:constr type="h" for="ch" forName="rootConnector1" refType="h" refFor="ch" refForName="rootText1"/>
                </dgm:constrLst>
              </dgm:if>
              <dgm:else name="Name20">
                <dgm:constrLst>
                  <dgm:constr type="l" for="ch" forName="rootText1"/>
                  <dgm:constr type="t" for="ch" forName="rootText1"/>
                  <dgm:constr type="w" for="ch" forName="rootText1" refType="w"/>
                  <dgm:constr type="h" for="ch" forName="rootText1" refType="h"/>
                  <dgm:constr type="r" for="ch" forName="rootConnector1" refType="w"/>
                  <dgm:constr type="t" for="ch" forName="rootConnector1"/>
                  <dgm:constr type="w" for="ch" forName="rootConnector1" refType="w" refFor="ch" refForName="rootText1" fact="0.2"/>
                  <dgm:constr type="h" for="ch" forName="rootConnector1" refType="h" refFor="ch" refForName="rootText1"/>
                </dgm:constrLst>
              </dgm:else>
            </dgm:choose>
            <dgm:ruleLst/>
            <dgm:layoutNode name="rootText1" styleLbl="node0">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1" moveWith="rootText1">
              <dgm:alg type="sp"/>
              <dgm:shape xmlns:r="http://schemas.openxmlformats.org/officeDocument/2006/relationships" type="rect" r:blip="" hideGeom="1">
                <dgm:adjLst/>
              </dgm:shape>
              <dgm:presOf axis="self" ptType="node" cnt="1"/>
              <dgm:constrLst/>
              <dgm:ruleLst/>
            </dgm:layoutNode>
          </dgm:layoutNode>
          <dgm:layoutNode name="hierChild2">
            <dgm:choose name="Name21">
              <dgm:if name="Name22" func="var" arg="hierBranch" op="equ" val="l">
                <dgm:alg type="hierChild">
                  <dgm:param type="chAlign" val="r"/>
                  <dgm:param type="linDir" val="fromT"/>
                </dgm:alg>
              </dgm:if>
              <dgm:if name="Name23" func="var" arg="hierBranch" op="equ" val="r">
                <dgm:alg type="hierChild">
                  <dgm:param type="chAlign" val="l"/>
                  <dgm:param type="linDir" val="fromT"/>
                </dgm:alg>
              </dgm:if>
              <dgm:if name="Name24" func="var" arg="hierBranch" op="equ" val="hang">
                <dgm:choose name="Name25">
                  <dgm:if name="Name26" func="var" arg="dir" op="equ" val="norm">
                    <dgm:alg type="hierChild">
                      <dgm:param type="chAlign" val="l"/>
                      <dgm:param type="linDir" val="fromL"/>
                      <dgm:param type="secChAlign" val="t"/>
                      <dgm:param type="secLinDir" val="fromT"/>
                    </dgm:alg>
                  </dgm:if>
                  <dgm:else name="Name27">
                    <dgm:alg type="hierChild">
                      <dgm:param type="chAlign" val="l"/>
                      <dgm:param type="linDir" val="fromR"/>
                      <dgm:param type="secChAlign" val="t"/>
                      <dgm:param type="secLinDir" val="fromT"/>
                    </dgm:alg>
                  </dgm:else>
                </dgm:choose>
              </dgm:if>
              <dgm:else name="Name28">
                <dgm:choose name="Name29">
                  <dgm:if name="Name30" func="var" arg="dir" op="equ" val="norm">
                    <dgm:alg type="hierChild"/>
                  </dgm:if>
                  <dgm:else name="Name31">
                    <dgm:alg type="hierChild">
                      <dgm:param type="linDir" val="fromR"/>
                    </dgm:alg>
                  </dgm:else>
                </dgm:choose>
              </dgm:else>
            </dgm:choose>
            <dgm:shape xmlns:r="http://schemas.openxmlformats.org/officeDocument/2006/relationships" r:blip="">
              <dgm:adjLst/>
            </dgm:shape>
            <dgm:presOf/>
            <dgm:constrLst/>
            <dgm:ruleLst/>
            <dgm:forEach name="rep2a" axis="ch" ptType="nonAsst">
              <dgm:forEach name="Name32" axis="precedSib" ptType="parTrans" st="-1" cnt="1">
                <dgm:choose name="Name33">
                  <dgm:if name="Name34" func="var" arg="hierBranch" op="equ" val="std">
                    <dgm:layoutNode name="Name35">
                      <dgm:alg type="conn">
                        <dgm:param type="connRout" val="bend"/>
                        <dgm:param type="dim" val="1D"/>
                        <dgm:param type="endSty" val="noArr"/>
                        <dgm:param type="begPts" val="bCtr"/>
                        <dgm:param type="endPts" val="tCtr"/>
                        <dgm:param type="bendPt" val="end"/>
                      </dgm:alg>
                      <dgm:shape xmlns:r="http://schemas.openxmlformats.org/officeDocument/2006/relationships" type="conn" r:blip="" zOrderOff="-99999">
                        <dgm:adjLst/>
                      </dgm:shape>
                      <dgm:presOf axis="self"/>
                      <dgm:constrLst>
                        <dgm:constr type="begPad"/>
                        <dgm:constr type="endPad"/>
                      </dgm:constrLst>
                      <dgm:ruleLst/>
                    </dgm:layoutNode>
                  </dgm:if>
                  <dgm:if name="Name36" func="var" arg="hierBranch" op="equ" val="init">
                    <dgm:layoutNode name="Name37">
                      <dgm:choose name="Name38">
                        <dgm:if name="Name39" axis="self" func="depth" op="lte" val="2">
                          <dgm:alg type="conn">
                            <dgm:param type="connRout" val="bend"/>
                            <dgm:param type="dim" val="1D"/>
                            <dgm:param type="endSty" val="noArr"/>
                            <dgm:param type="begPts" val="bCtr"/>
                            <dgm:param type="endPts" val="tCtr"/>
                            <dgm:param type="bendPt" val="end"/>
                          </dgm:alg>
                        </dgm:if>
                        <dgm:else name="Name40">
                          <dgm:choose name="Name41">
                            <dgm:if name="Name42" axis="par des" func="maxDepth" op="lte" val="1">
                              <dgm:choose name="Name43">
                                <dgm:if name="Name44" axis="par ch" ptType="node asst" func="cnt" op="gte" val="1">
                                  <dgm:alg type="conn">
                                    <dgm:param type="connRout" val="bend"/>
                                    <dgm:param type="dim" val="1D"/>
                                    <dgm:param type="endSty" val="noArr"/>
                                    <dgm:param type="begPts" val="bCtr"/>
                                    <dgm:param type="endPts" val="midL midR"/>
                                  </dgm:alg>
                                </dgm:if>
                                <dgm:else name="Name45">
                                  <dgm:alg type="conn">
                                    <dgm:param type="connRout" val="bend"/>
                                    <dgm:param type="dim" val="1D"/>
                                    <dgm:param type="endSty" val="noArr"/>
                                    <dgm:param type="begPts" val="bCtr"/>
                                    <dgm:param type="endPts" val="midL midR"/>
                                    <dgm:param type="srcNode" val="rootConnector"/>
                                  </dgm:alg>
                                </dgm:else>
                              </dgm:choose>
                            </dgm:if>
                            <dgm:else name="Name46">
                              <dgm:alg type="conn">
                                <dgm:param type="connRout" val="bend"/>
                                <dgm:param type="dim" val="1D"/>
                                <dgm:param type="endSty" val="noArr"/>
                                <dgm:param type="begPts" val="bCtr"/>
                                <dgm:param type="endPts" val="tCtr"/>
                                <dgm:param type="bendPt" val="end"/>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if>
                  <dgm:if name="Name47" func="var" arg="hierBranch" op="equ" val="hang">
                    <dgm:layoutNode name="Name48">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if>
                  <dgm:else name="Name49">
                    <dgm:layoutNode name="Name50">
                      <dgm:choose name="Name51">
                        <dgm:if name="Name52" axis="self" func="depth" op="lte" val="2">
                          <dgm:choose name="Name53">
                            <dgm:if name="Name54" axis="par ch" ptType="node asst" func="cnt" op="gte" val="1">
                              <dgm:alg type="conn">
                                <dgm:param type="connRout" val="bend"/>
                                <dgm:param type="dim" val="1D"/>
                                <dgm:param type="endSty" val="noArr"/>
                                <dgm:param type="begPts" val="bCtr"/>
                                <dgm:param type="endPts" val="midL midR"/>
                              </dgm:alg>
                            </dgm:if>
                            <dgm:else name="Name55">
                              <dgm:alg type="conn">
                                <dgm:param type="connRout" val="bend"/>
                                <dgm:param type="dim" val="1D"/>
                                <dgm:param type="endSty" val="noArr"/>
                                <dgm:param type="begPts" val="bCtr"/>
                                <dgm:param type="endPts" val="midL midR"/>
                                <dgm:param type="srcNode" val="rootConnector1"/>
                              </dgm:alg>
                            </dgm:else>
                          </dgm:choose>
                        </dgm:if>
                        <dgm:else name="Name56">
                          <dgm:choose name="Name57">
                            <dgm:if name="Name58" axis="par ch" ptType="node asst" func="cnt" op="gte" val="1">
                              <dgm:alg type="conn">
                                <dgm:param type="connRout" val="bend"/>
                                <dgm:param type="dim" val="1D"/>
                                <dgm:param type="endSty" val="noArr"/>
                                <dgm:param type="begPts" val="bCtr"/>
                                <dgm:param type="endPts" val="midL midR"/>
                              </dgm:alg>
                            </dgm:if>
                            <dgm:else name="Name59">
                              <dgm:alg type="conn">
                                <dgm:param type="connRout" val="bend"/>
                                <dgm:param type="dim" val="1D"/>
                                <dgm:param type="endSty" val="noArr"/>
                                <dgm:param type="begPts" val="bCtr"/>
                                <dgm:param type="endPts" val="midL midR"/>
                                <dgm:param type="srcNode" val="rootConnector"/>
                              </dgm:alg>
                            </dgm:else>
                          </dgm:choose>
                        </dgm:else>
                      </dgm:choose>
                      <dgm:shape xmlns:r="http://schemas.openxmlformats.org/officeDocument/2006/relationships" type="conn" r:blip="" zOrderOff="-99999">
                        <dgm:adjLst/>
                      </dgm:shape>
                      <dgm:presOf axis="self"/>
                      <dgm:constrLst>
                        <dgm:constr type="begPad"/>
                        <dgm:constr type="endPad"/>
                      </dgm:constrLst>
                      <dgm:ruleLst/>
                    </dgm:layoutNode>
                  </dgm:else>
                </dgm:choose>
              </dgm:forEach>
              <dgm:layoutNode name="hierRoot2">
                <dgm:varLst>
                  <dgm:hierBranch val="init"/>
                </dgm:varLst>
                <dgm:choose name="Name60">
                  <dgm:if name="Name61" func="var" arg="hierBranch" op="equ" val="l">
                    <dgm:choose name="Name62">
                      <dgm:if name="Name63" axis="ch" ptType="asst" func="cnt" op="gte" val="1">
                        <dgm:alg type="hierRoot">
                          <dgm:param type="hierAlign" val="tR"/>
                        </dgm:alg>
                        <dgm:shape xmlns:r="http://schemas.openxmlformats.org/officeDocument/2006/relationships" r:blip="">
                          <dgm:adjLst/>
                        </dgm:shape>
                        <dgm:presOf/>
                        <dgm:constrLst>
                          <dgm:constr type="alignOff" val="0.65"/>
                        </dgm:constrLst>
                      </dgm:if>
                      <dgm:else name="Name64">
                        <dgm:alg type="hierRoot">
                          <dgm:param type="hierAlign" val="tR"/>
                        </dgm:alg>
                        <dgm:shape xmlns:r="http://schemas.openxmlformats.org/officeDocument/2006/relationships" r:blip="">
                          <dgm:adjLst/>
                        </dgm:shape>
                        <dgm:presOf/>
                        <dgm:constrLst>
                          <dgm:constr type="alignOff" val="0.25"/>
                        </dgm:constrLst>
                      </dgm:else>
                    </dgm:choose>
                  </dgm:if>
                  <dgm:if name="Name65" func="var" arg="hierBranch" op="equ" val="r">
                    <dgm:choose name="Name66">
                      <dgm:if name="Name67"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68">
                        <dgm:alg type="hierRoot">
                          <dgm:param type="hierAlign" val="tL"/>
                        </dgm:alg>
                        <dgm:shape xmlns:r="http://schemas.openxmlformats.org/officeDocument/2006/relationships" r:blip="">
                          <dgm:adjLst/>
                        </dgm:shape>
                        <dgm:presOf/>
                        <dgm:constrLst>
                          <dgm:constr type="alignOff" val="0.25"/>
                        </dgm:constrLst>
                      </dgm:else>
                    </dgm:choose>
                  </dgm:if>
                  <dgm:if name="Name69"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70" func="var" arg="hierBranch" op="equ" val="init">
                    <dgm:choose name="Name71">
                      <dgm:if name="Name72" axis="des" func="maxDepth" op="lte" val="1">
                        <dgm:choose name="Name73">
                          <dgm:if name="Name74" axis="ch" ptType="asst" func="cnt" op="gte" val="1">
                            <dgm:alg type="hierRoot">
                              <dgm:param type="hierAlign" val="tL"/>
                            </dgm:alg>
                            <dgm:shape xmlns:r="http://schemas.openxmlformats.org/officeDocument/2006/relationships" r:blip="">
                              <dgm:adjLst/>
                            </dgm:shape>
                            <dgm:presOf/>
                            <dgm:constrLst>
                              <dgm:constr type="alignOff" val="0.65"/>
                            </dgm:constrLst>
                          </dgm:if>
                          <dgm:else name="Name75">
                            <dgm:alg type="hierRoot">
                              <dgm:param type="hierAlign" val="tL"/>
                            </dgm:alg>
                            <dgm:shape xmlns:r="http://schemas.openxmlformats.org/officeDocument/2006/relationships" r:blip="">
                              <dgm:adjLst/>
                            </dgm:shape>
                            <dgm:presOf/>
                            <dgm:constrLst>
                              <dgm:constr type="alignOff" val="0.25"/>
                            </dgm:constrLst>
                          </dgm:else>
                        </dgm:choose>
                      </dgm:if>
                      <dgm:else name="Name76">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77">
                    <dgm:alg type="hierRoot"/>
                    <dgm:shape xmlns:r="http://schemas.openxmlformats.org/officeDocument/2006/relationships" r:blip="">
                      <dgm:adjLst/>
                    </dgm:shape>
                    <dgm:presOf/>
                    <dgm:constrLst>
                      <dgm:constr type="alignOff" val="0.65"/>
                    </dgm:constrLst>
                  </dgm:else>
                </dgm:choose>
                <dgm:ruleLst/>
                <dgm:layoutNode name="rootComposite">
                  <dgm:alg type="composite"/>
                  <dgm:shape xmlns:r="http://schemas.openxmlformats.org/officeDocument/2006/relationships" r:blip="">
                    <dgm:adjLst/>
                  </dgm:shape>
                  <dgm:presOf axis="self" ptType="node" cnt="1"/>
                  <dgm:choose name="Name78">
                    <dgm:if name="Name79" func="var" arg="hierBranch" op="equ" val="init">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if name="Name80" func="var" arg="hierBranch" op="equ" val="l">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if>
                    <dgm:if name="Name81" func="var" arg="hierBranch" op="equ" val="r">
                      <dgm:constrLst>
                        <dgm:constr type="l" for="ch" forName="rootText"/>
                        <dgm:constr type="t" for="ch" forName="rootText"/>
                        <dgm:constr type="w" for="ch" forName="rootText" refType="w"/>
                        <dgm:constr type="h" for="ch" forName="rootText" refType="h"/>
                        <dgm:constr type="l" for="ch" forName="rootConnector"/>
                        <dgm:constr type="t" for="ch" forName="rootConnector"/>
                        <dgm:constr type="w" for="ch" forName="rootConnector" refType="w" refFor="ch" refForName="rootText" fact="0.2"/>
                        <dgm:constr type="h" for="ch" forName="rootConnector" refType="h" refFor="ch" refForName="rootText"/>
                      </dgm:constrLst>
                    </dgm:if>
                    <dgm:else name="Name82">
                      <dgm:constrLst>
                        <dgm:constr type="l" for="ch" forName="rootText"/>
                        <dgm:constr type="t" for="ch" forName="rootText"/>
                        <dgm:constr type="w" for="ch" forName="rootText" refType="w"/>
                        <dgm:constr type="h" for="ch" forName="rootText" refType="h"/>
                        <dgm:constr type="r" for="ch" forName="rootConnector" refType="w"/>
                        <dgm:constr type="t" for="ch" forName="rootConnector"/>
                        <dgm:constr type="w" for="ch" forName="rootConnector" refType="w" refFor="ch" refForName="rootText" fact="0.2"/>
                        <dgm:constr type="h" for="ch" forName="rootConnector" refType="h" refFor="ch" refForName="rootText"/>
                      </dgm:constrLst>
                    </dgm:else>
                  </dgm:choose>
                  <dgm:ruleLst/>
                  <dgm:layoutNode name="rootText">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 moveWith="rootText">
                    <dgm:alg type="sp"/>
                    <dgm:shape xmlns:r="http://schemas.openxmlformats.org/officeDocument/2006/relationships" type="rect" r:blip="" hideGeom="1">
                      <dgm:adjLst/>
                    </dgm:shape>
                    <dgm:presOf axis="self" ptType="node" cnt="1"/>
                    <dgm:constrLst/>
                    <dgm:ruleLst/>
                  </dgm:layoutNode>
                </dgm:layoutNode>
                <dgm:layoutNode name="hierChild4">
                  <dgm:choose name="Name83">
                    <dgm:if name="Name84" func="var" arg="hierBranch" op="equ" val="l">
                      <dgm:alg type="hierChild">
                        <dgm:param type="chAlign" val="r"/>
                        <dgm:param type="linDir" val="fromT"/>
                      </dgm:alg>
                    </dgm:if>
                    <dgm:if name="Name85" func="var" arg="hierBranch" op="equ" val="r">
                      <dgm:alg type="hierChild">
                        <dgm:param type="chAlign" val="l"/>
                        <dgm:param type="linDir" val="fromT"/>
                      </dgm:alg>
                    </dgm:if>
                    <dgm:if name="Name86" func="var" arg="hierBranch" op="equ" val="hang">
                      <dgm:choose name="Name87">
                        <dgm:if name="Name88" func="var" arg="dir" op="equ" val="norm">
                          <dgm:alg type="hierChild">
                            <dgm:param type="chAlign" val="l"/>
                            <dgm:param type="linDir" val="fromL"/>
                            <dgm:param type="secChAlign" val="t"/>
                            <dgm:param type="secLinDir" val="fromT"/>
                          </dgm:alg>
                        </dgm:if>
                        <dgm:else name="Name89">
                          <dgm:alg type="hierChild">
                            <dgm:param type="chAlign" val="l"/>
                            <dgm:param type="linDir" val="fromR"/>
                            <dgm:param type="secChAlign" val="t"/>
                            <dgm:param type="secLinDir" val="fromT"/>
                          </dgm:alg>
                        </dgm:else>
                      </dgm:choose>
                    </dgm:if>
                    <dgm:if name="Name90" func="var" arg="hierBranch" op="equ" val="std">
                      <dgm:choose name="Name91">
                        <dgm:if name="Name92" func="var" arg="dir" op="equ" val="norm">
                          <dgm:alg type="hierChild"/>
                        </dgm:if>
                        <dgm:else name="Name93">
                          <dgm:alg type="hierChild">
                            <dgm:param type="linDir" val="fromR"/>
                          </dgm:alg>
                        </dgm:else>
                      </dgm:choose>
                    </dgm:if>
                    <dgm:if name="Name94" func="var" arg="hierBranch" op="equ" val="init">
                      <dgm:choose name="Name95">
                        <dgm:if name="Name96" axis="des" func="maxDepth" op="lte" val="1">
                          <dgm:alg type="hierChild">
                            <dgm:param type="chAlign" val="l"/>
                            <dgm:param type="linDir" val="fromT"/>
                          </dgm:alg>
                        </dgm:if>
                        <dgm:else name="Name97">
                          <dgm:choose name="Name98">
                            <dgm:if name="Name99" func="var" arg="dir" op="equ" val="norm">
                              <dgm:alg type="hierChild"/>
                            </dgm:if>
                            <dgm:else name="Name100">
                              <dgm:alg type="hierChild">
                                <dgm:param type="linDir" val="fromR"/>
                              </dgm:alg>
                            </dgm:else>
                          </dgm:choose>
                        </dgm:else>
                      </dgm:choose>
                    </dgm:if>
                    <dgm:else name="Name101"/>
                  </dgm:choose>
                  <dgm:shape xmlns:r="http://schemas.openxmlformats.org/officeDocument/2006/relationships" r:blip="">
                    <dgm:adjLst/>
                  </dgm:shape>
                  <dgm:presOf/>
                  <dgm:constrLst/>
                  <dgm:ruleLst/>
                  <dgm:forEach name="Name102" ref="rep2a"/>
                </dgm:layoutNode>
                <dgm:layoutNode name="hierChild5">
                  <dgm:choose name="Name103">
                    <dgm:if name="Name104" func="var" arg="dir" op="equ" val="norm">
                      <dgm:alg type="hierChild">
                        <dgm:param type="chAlign" val="l"/>
                        <dgm:param type="linDir" val="fromL"/>
                        <dgm:param type="secChAlign" val="t"/>
                        <dgm:param type="secLinDir" val="fromT"/>
                      </dgm:alg>
                    </dgm:if>
                    <dgm:else name="Name105">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06" ref="rep2b"/>
                </dgm:layoutNode>
              </dgm:layoutNode>
            </dgm:forEach>
          </dgm:layoutNode>
          <dgm:layoutNode name="hierChild3">
            <dgm:choose name="Name107">
              <dgm:if name="Name108" func="var" arg="dir" op="equ" val="norm">
                <dgm:alg type="hierChild">
                  <dgm:param type="chAlign" val="l"/>
                  <dgm:param type="linDir" val="fromL"/>
                  <dgm:param type="secChAlign" val="t"/>
                  <dgm:param type="secLinDir" val="fromT"/>
                </dgm:alg>
              </dgm:if>
              <dgm:else name="Name109">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rep2b" axis="ch" ptType="asst">
              <dgm:forEach name="Name110" axis="precedSib" ptType="parTrans" st="-1" cnt="1">
                <dgm:layoutNode name="Name111">
                  <dgm:alg type="conn">
                    <dgm:param type="connRout" val="bend"/>
                    <dgm:param type="dim" val="1D"/>
                    <dgm:param type="endSty" val="noArr"/>
                    <dgm:param type="begPts" val="bCtr"/>
                    <dgm:param type="endPts" val="midL midR"/>
                  </dgm:alg>
                  <dgm:shape xmlns:r="http://schemas.openxmlformats.org/officeDocument/2006/relationships" type="conn" r:blip="" zOrderOff="-99999">
                    <dgm:adjLst/>
                  </dgm:shape>
                  <dgm:presOf axis="self"/>
                  <dgm:constrLst>
                    <dgm:constr type="begPad"/>
                    <dgm:constr type="endPad"/>
                  </dgm:constrLst>
                  <dgm:ruleLst/>
                </dgm:layoutNode>
              </dgm:forEach>
              <dgm:layoutNode name="hierRoot3">
                <dgm:varLst>
                  <dgm:hierBranch val="init"/>
                </dgm:varLst>
                <dgm:choose name="Name112">
                  <dgm:if name="Name113" func="var" arg="hierBranch" op="equ" val="l">
                    <dgm:alg type="hierRoot">
                      <dgm:param type="hierAlign" val="tR"/>
                    </dgm:alg>
                    <dgm:shape xmlns:r="http://schemas.openxmlformats.org/officeDocument/2006/relationships" r:blip="">
                      <dgm:adjLst/>
                    </dgm:shape>
                    <dgm:presOf/>
                    <dgm:constrLst>
                      <dgm:constr type="alignOff" val="0.65"/>
                    </dgm:constrLst>
                  </dgm:if>
                  <dgm:if name="Name114" func="var" arg="hierBranch" op="equ" val="r">
                    <dgm:alg type="hierRoot">
                      <dgm:param type="hierAlign" val="tL"/>
                    </dgm:alg>
                    <dgm:shape xmlns:r="http://schemas.openxmlformats.org/officeDocument/2006/relationships" r:blip="">
                      <dgm:adjLst/>
                    </dgm:shape>
                    <dgm:presOf/>
                    <dgm:constrLst>
                      <dgm:constr type="alignOff" val="0.65"/>
                    </dgm:constrLst>
                  </dgm:if>
                  <dgm:if name="Name115" func="var" arg="hierBranch" op="equ" val="hang">
                    <dgm:alg type="hierRoot"/>
                    <dgm:shape xmlns:r="http://schemas.openxmlformats.org/officeDocument/2006/relationships" r:blip="">
                      <dgm:adjLst/>
                    </dgm:shape>
                    <dgm:presOf/>
                    <dgm:constrLst>
                      <dgm:constr type="alignOff" val="0.65"/>
                    </dgm:constrLst>
                  </dgm:if>
                  <dgm:if name="Name116" func="var" arg="hierBranch" op="equ" val="std">
                    <dgm:alg type="hierRoot"/>
                    <dgm:shape xmlns:r="http://schemas.openxmlformats.org/officeDocument/2006/relationships" r:blip="">
                      <dgm:adjLst/>
                    </dgm:shape>
                    <dgm:presOf/>
                    <dgm:constrLst>
                      <dgm:constr type="alignOff"/>
                      <dgm:constr type="bendDist" for="des" ptType="parTrans" refType="sp" fact="0.5"/>
                    </dgm:constrLst>
                  </dgm:if>
                  <dgm:if name="Name117" func="var" arg="hierBranch" op="equ" val="init">
                    <dgm:choose name="Name118">
                      <dgm:if name="Name119" axis="des" func="maxDepth" op="lte" val="1">
                        <dgm:alg type="hierRoot">
                          <dgm:param type="hierAlign" val="tL"/>
                        </dgm:alg>
                        <dgm:shape xmlns:r="http://schemas.openxmlformats.org/officeDocument/2006/relationships" r:blip="">
                          <dgm:adjLst/>
                        </dgm:shape>
                        <dgm:presOf/>
                        <dgm:constrLst>
                          <dgm:constr type="alignOff" val="0.65"/>
                        </dgm:constrLst>
                      </dgm:if>
                      <dgm:else name="Name120">
                        <dgm:alg type="hierRoot"/>
                        <dgm:shape xmlns:r="http://schemas.openxmlformats.org/officeDocument/2006/relationships" r:blip="">
                          <dgm:adjLst/>
                        </dgm:shape>
                        <dgm:presOf/>
                        <dgm:constrLst>
                          <dgm:constr type="alignOff"/>
                          <dgm:constr type="bendDist" for="des" ptType="parTrans" refType="sp" fact="0.5"/>
                        </dgm:constrLst>
                      </dgm:else>
                    </dgm:choose>
                  </dgm:if>
                  <dgm:else name="Name121"/>
                </dgm:choose>
                <dgm:ruleLst/>
                <dgm:layoutNode name="rootComposite3">
                  <dgm:alg type="composite"/>
                  <dgm:shape xmlns:r="http://schemas.openxmlformats.org/officeDocument/2006/relationships" r:blip="">
                    <dgm:adjLst/>
                  </dgm:shape>
                  <dgm:presOf axis="self" ptType="node" cnt="1"/>
                  <dgm:choose name="Name122">
                    <dgm:if name="Name123" func="var" arg="hierBranch" op="equ" val="init">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if name="Name124" func="var" arg="hierBranch" op="equ" val="l">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if>
                    <dgm:if name="Name125" func="var" arg="hierBranch" op="equ" val="r">
                      <dgm:constrLst>
                        <dgm:constr type="l" for="ch" forName="rootText3"/>
                        <dgm:constr type="t" for="ch" forName="rootText3"/>
                        <dgm:constr type="w" for="ch" forName="rootText3" refType="w"/>
                        <dgm:constr type="h" for="ch" forName="rootText3" refType="h"/>
                        <dgm:constr type="l" for="ch" forName="rootConnector3"/>
                        <dgm:constr type="t" for="ch" forName="rootConnector3"/>
                        <dgm:constr type="w" for="ch" forName="rootConnector3" refType="w" refFor="ch" refForName="rootText3" fact="0.2"/>
                        <dgm:constr type="h" for="ch" forName="rootConnector3" refType="h" refFor="ch" refForName="rootText3"/>
                      </dgm:constrLst>
                    </dgm:if>
                    <dgm:else name="Name126">
                      <dgm:constrLst>
                        <dgm:constr type="l" for="ch" forName="rootText3"/>
                        <dgm:constr type="t" for="ch" forName="rootText3"/>
                        <dgm:constr type="w" for="ch" forName="rootText3" refType="w"/>
                        <dgm:constr type="h" for="ch" forName="rootText3" refType="h"/>
                        <dgm:constr type="r" for="ch" forName="rootConnector3" refType="w"/>
                        <dgm:constr type="t" for="ch" forName="rootConnector3"/>
                        <dgm:constr type="w" for="ch" forName="rootConnector3" refType="w" refFor="ch" refForName="rootText3" fact="0.2"/>
                        <dgm:constr type="h" for="ch" forName="rootConnector3" refType="h" refFor="ch" refForName="rootText3"/>
                      </dgm:constrLst>
                    </dgm:else>
                  </dgm:choose>
                  <dgm:ruleLst/>
                  <dgm:layoutNode name="rootText3">
                    <dgm:varLst>
                      <dgm:chPref val="3"/>
                    </dgm:varLst>
                    <dgm:alg type="tx"/>
                    <dgm:shape xmlns:r="http://schemas.openxmlformats.org/officeDocument/2006/relationships" type="rect" r:blip="">
                      <dgm:adjLst/>
                    </dgm:shape>
                    <dgm:presOf axis="self" ptType="node" cnt="1"/>
                    <dgm:constrLst>
                      <dgm:constr type="primFontSz" val="65"/>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layoutNode name="rootConnector3" moveWith="rootText1">
                    <dgm:alg type="sp"/>
                    <dgm:shape xmlns:r="http://schemas.openxmlformats.org/officeDocument/2006/relationships" type="rect" r:blip="" hideGeom="1">
                      <dgm:adjLst/>
                    </dgm:shape>
                    <dgm:presOf axis="self" ptType="node" cnt="1"/>
                    <dgm:constrLst/>
                    <dgm:ruleLst/>
                  </dgm:layoutNode>
                </dgm:layoutNode>
                <dgm:layoutNode name="hierChild6">
                  <dgm:choose name="Name127">
                    <dgm:if name="Name128" func="var" arg="hierBranch" op="equ" val="l">
                      <dgm:alg type="hierChild">
                        <dgm:param type="chAlign" val="r"/>
                        <dgm:param type="linDir" val="fromT"/>
                      </dgm:alg>
                    </dgm:if>
                    <dgm:if name="Name129" func="var" arg="hierBranch" op="equ" val="r">
                      <dgm:alg type="hierChild">
                        <dgm:param type="chAlign" val="l"/>
                        <dgm:param type="linDir" val="fromT"/>
                      </dgm:alg>
                    </dgm:if>
                    <dgm:if name="Name130" func="var" arg="hierBranch" op="equ" val="hang">
                      <dgm:choose name="Name131">
                        <dgm:if name="Name132" func="var" arg="dir" op="equ" val="norm">
                          <dgm:alg type="hierChild">
                            <dgm:param type="chAlign" val="l"/>
                            <dgm:param type="linDir" val="fromL"/>
                            <dgm:param type="secChAlign" val="t"/>
                            <dgm:param type="secLinDir" val="fromT"/>
                          </dgm:alg>
                        </dgm:if>
                        <dgm:else name="Name133">
                          <dgm:alg type="hierChild">
                            <dgm:param type="chAlign" val="l"/>
                            <dgm:param type="linDir" val="fromR"/>
                            <dgm:param type="secChAlign" val="t"/>
                            <dgm:param type="secLinDir" val="fromT"/>
                          </dgm:alg>
                        </dgm:else>
                      </dgm:choose>
                    </dgm:if>
                    <dgm:if name="Name134" func="var" arg="hierBranch" op="equ" val="std">
                      <dgm:choose name="Name135">
                        <dgm:if name="Name136" func="var" arg="dir" op="equ" val="norm">
                          <dgm:alg type="hierChild"/>
                        </dgm:if>
                        <dgm:else name="Name137">
                          <dgm:alg type="hierChild">
                            <dgm:param type="linDir" val="fromR"/>
                          </dgm:alg>
                        </dgm:else>
                      </dgm:choose>
                    </dgm:if>
                    <dgm:if name="Name138" func="var" arg="hierBranch" op="equ" val="init">
                      <dgm:choose name="Name139">
                        <dgm:if name="Name140" axis="des" func="maxDepth" op="lte" val="1">
                          <dgm:alg type="hierChild">
                            <dgm:param type="chAlign" val="l"/>
                            <dgm:param type="linDir" val="fromT"/>
                          </dgm:alg>
                        </dgm:if>
                        <dgm:else name="Name141">
                          <dgm:alg type="hierChild"/>
                        </dgm:else>
                      </dgm:choose>
                    </dgm:if>
                    <dgm:else name="Name142"/>
                  </dgm:choose>
                  <dgm:shape xmlns:r="http://schemas.openxmlformats.org/officeDocument/2006/relationships" r:blip="">
                    <dgm:adjLst/>
                  </dgm:shape>
                  <dgm:presOf/>
                  <dgm:constrLst/>
                  <dgm:ruleLst/>
                  <dgm:forEach name="Name143" ref="rep2a"/>
                </dgm:layoutNode>
                <dgm:layoutNode name="hierChild7">
                  <dgm:choose name="Name144">
                    <dgm:if name="Name145" func="var" arg="dir" op="equ" val="norm">
                      <dgm:alg type="hierChild">
                        <dgm:param type="chAlign" val="l"/>
                        <dgm:param type="linDir" val="fromL"/>
                        <dgm:param type="secChAlign" val="t"/>
                        <dgm:param type="secLinDir" val="fromT"/>
                      </dgm:alg>
                    </dgm:if>
                    <dgm:else name="Name146">
                      <dgm:alg type="hierChild">
                        <dgm:param type="chAlign" val="l"/>
                        <dgm:param type="linDir" val="fromR"/>
                        <dgm:param type="secChAlign" val="t"/>
                        <dgm:param type="secLinDir" val="fromT"/>
                      </dgm:alg>
                    </dgm:else>
                  </dgm:choose>
                  <dgm:shape xmlns:r="http://schemas.openxmlformats.org/officeDocument/2006/relationships" r:blip="">
                    <dgm:adjLst/>
                  </dgm:shape>
                  <dgm:presOf/>
                  <dgm:constrLst/>
                  <dgm:ruleLst/>
                  <dgm:forEach name="Name147" ref="rep2b"/>
                </dgm:layoutNode>
              </dgm:layoutNode>
            </dgm:forEach>
          </dgm:layoutNode>
        </dgm:layoutNode>
      </dgm:forEach>
    </dgm:forEach>
  </dgm:layoutNode>
</dgm:layoutDef>
</file>

<file path=ppt/diagrams/layout14.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5.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layout16.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7.xml><?xml version="1.0" encoding="utf-8"?>
<dgm:layoutDef xmlns:dgm="http://schemas.openxmlformats.org/drawingml/2006/diagram" xmlns:a="http://schemas.openxmlformats.org/drawingml/2006/main" uniqueId="urn:microsoft.com/office/officeart/2005/8/layout/hierarchy1">
  <dgm:title val=""/>
  <dgm:desc val=""/>
  <dgm:catLst>
    <dgm:cat type="hierarchy" pri="2000"/>
  </dgm:catLst>
  <dgm:sampData>
    <dgm:dataModel>
      <dgm:ptLst>
        <dgm:pt modelId="0" type="doc"/>
        <dgm:pt modelId="1">
          <dgm:prSet phldr="1"/>
        </dgm:pt>
        <dgm:pt modelId="2">
          <dgm:prSet phldr="1"/>
        </dgm:pt>
        <dgm:pt modelId="21">
          <dgm:prSet phldr="1"/>
        </dgm:pt>
        <dgm:pt modelId="22">
          <dgm:prSet phldr="1"/>
        </dgm:pt>
        <dgm:pt modelId="3">
          <dgm:prSet phldr="1"/>
        </dgm:pt>
        <dgm:pt modelId="31">
          <dgm:prSet phldr="1"/>
        </dgm:pt>
      </dgm:ptLst>
      <dgm:cxnLst>
        <dgm:cxn modelId="4" srcId="0" destId="1" srcOrd="0" destOrd="0"/>
        <dgm:cxn modelId="5" srcId="1" destId="2" srcOrd="0" destOrd="0"/>
        <dgm:cxn modelId="6" srcId="1" destId="3" srcOrd="1" destOrd="0"/>
        <dgm:cxn modelId="23" srcId="2" destId="21" srcOrd="0" destOrd="0"/>
        <dgm:cxn modelId="24" srcId="2" destId="22" srcOrd="1" destOrd="0"/>
        <dgm:cxn modelId="33" srcId="3" destId="31" srcOrd="0" destOrd="0"/>
      </dgm:cxnLst>
      <dgm:bg/>
      <dgm:whole/>
    </dgm:dataModel>
  </dgm:sampData>
  <dgm:styleData>
    <dgm:dataModel>
      <dgm:ptLst>
        <dgm:pt modelId="0" type="doc"/>
        <dgm:pt modelId="1"/>
        <dgm:pt modelId="11"/>
        <dgm:pt modelId="12"/>
      </dgm:ptLst>
      <dgm:cxnLst>
        <dgm:cxn modelId="2" srcId="0" destId="1" srcOrd="0" destOrd="0"/>
        <dgm:cxn modelId="13" srcId="1" destId="11" srcOrd="0" destOrd="0"/>
        <dgm:cxn modelId="14" srcId="1" destId="12" srcOrd="1" destOrd="0"/>
      </dgm:cxnLst>
      <dgm:bg/>
      <dgm:whole/>
    </dgm:dataModel>
  </dgm:styleData>
  <dgm:clrData>
    <dgm:dataModel>
      <dgm:ptLst>
        <dgm:pt modelId="0" type="doc"/>
        <dgm:pt modelId="1"/>
        <dgm:pt modelId="2"/>
        <dgm:pt modelId="21"/>
        <dgm:pt modelId="211"/>
        <dgm:pt modelId="3"/>
        <dgm:pt modelId="31"/>
        <dgm:pt modelId="311"/>
      </dgm:ptLst>
      <dgm:cxnLst>
        <dgm:cxn modelId="4" srcId="0" destId="1" srcOrd="0" destOrd="0"/>
        <dgm:cxn modelId="5" srcId="1" destId="2" srcOrd="0" destOrd="0"/>
        <dgm:cxn modelId="6" srcId="1" destId="3" srcOrd="1" destOrd="0"/>
        <dgm:cxn modelId="23" srcId="2" destId="21" srcOrd="0" destOrd="0"/>
        <dgm:cxn modelId="24" srcId="21" destId="211" srcOrd="0" destOrd="0"/>
        <dgm:cxn modelId="33" srcId="3" destId="31" srcOrd="0" destOrd="0"/>
        <dgm:cxn modelId="34" srcId="31" destId="311" srcOrd="0" destOrd="0"/>
      </dgm:cxnLst>
      <dgm:bg/>
      <dgm:whole/>
    </dgm:dataModel>
  </dgm:clrData>
  <dgm:layoutNode name="hierChild1">
    <dgm:varLst>
      <dgm:chPref val="1"/>
      <dgm:dir/>
      <dgm:animOne val="branch"/>
      <dgm:animLvl val="lvl"/>
      <dgm:resizeHandles/>
    </dgm:varLst>
    <dgm:choose name="Name0">
      <dgm:if name="Name1" func="var" arg="dir" op="equ" val="norm">
        <dgm:alg type="hierChild">
          <dgm:param type="linDir" val="fromL"/>
        </dgm:alg>
      </dgm:if>
      <dgm:else name="Name2">
        <dgm:alg type="hierChild">
          <dgm:param type="linDir" val="fromR"/>
        </dgm:alg>
      </dgm:else>
    </dgm:choose>
    <dgm:shape xmlns:r="http://schemas.openxmlformats.org/officeDocument/2006/relationships" r:blip="">
      <dgm:adjLst/>
    </dgm:shape>
    <dgm:presOf/>
    <dgm:constrLst>
      <dgm:constr type="primFontSz" for="des" ptType="node" op="equ" val="65"/>
      <dgm:constr type="w" for="des" forName="composite" refType="w"/>
      <dgm:constr type="h" for="des" forName="composite" refType="w" refFor="des" refForName="composite" fact="0.667"/>
      <dgm:constr type="w" for="des" forName="composite2" refType="w" refFor="des" refForName="composite"/>
      <dgm:constr type="h" for="des" forName="composite2" refType="h" refFor="des" refForName="composite"/>
      <dgm:constr type="w" for="des" forName="composite3" refType="w" refFor="des" refForName="composite"/>
      <dgm:constr type="h" for="des" forName="composite3" refType="h" refFor="des" refForName="composite"/>
      <dgm:constr type="w" for="des" forName="composite4" refType="w" refFor="des" refForName="composite"/>
      <dgm:constr type="h" for="des" forName="composite4" refType="h" refFor="des" refForName="composite"/>
      <dgm:constr type="w" for="des" forName="composite5" refType="w" refFor="des" refForName="composite"/>
      <dgm:constr type="h" for="des" forName="composite5" refType="h" refFor="des" refForName="composite"/>
      <dgm:constr type="sibSp" refType="w" refFor="des" refForName="composite" fact="0.1"/>
      <dgm:constr type="sibSp" for="des" forName="hierChild2" refType="sibSp"/>
      <dgm:constr type="sibSp" for="des" forName="hierChild3" refType="sibSp"/>
      <dgm:constr type="sibSp" for="des" forName="hierChild4" refType="sibSp"/>
      <dgm:constr type="sibSp" for="des" forName="hierChild5" refType="sibSp"/>
      <dgm:constr type="sibSp" for="des" forName="hierChild6" refType="sibSp"/>
      <dgm:constr type="sp" for="des" forName="hierRoot1" refType="h" refFor="des" refForName="composite" fact="0.25"/>
      <dgm:constr type="sp" for="des" forName="hierRoot2" refType="sp" refFor="des" refForName="hierRoot1"/>
      <dgm:constr type="sp" for="des" forName="hierRoot3" refType="sp" refFor="des" refForName="hierRoot1"/>
      <dgm:constr type="sp" for="des" forName="hierRoot4" refType="sp" refFor="des" refForName="hierRoot1"/>
      <dgm:constr type="sp" for="des" forName="hierRoot5" refType="sp" refFor="des" refForName="hierRoot1"/>
    </dgm:constrLst>
    <dgm:ruleLst/>
    <dgm:forEach name="Name3" axis="ch">
      <dgm:forEach name="Name4" axis="self" ptType="node">
        <dgm:layoutNode name="hierRoot1">
          <dgm:alg type="hierRoot"/>
          <dgm:shape xmlns:r="http://schemas.openxmlformats.org/officeDocument/2006/relationships" r:blip="">
            <dgm:adjLst/>
          </dgm:shape>
          <dgm:presOf/>
          <dgm:constrLst>
            <dgm:constr type="bendDist" for="des" ptType="parTrans" refType="sp" fact="0.5"/>
          </dgm:constrLst>
          <dgm:ruleLst/>
          <dgm:layoutNode name="composite">
            <dgm:alg type="composite"/>
            <dgm:shape xmlns:r="http://schemas.openxmlformats.org/officeDocument/2006/relationships" r:blip="">
              <dgm:adjLst/>
            </dgm:shape>
            <dgm:presOf/>
            <dgm:constrLst>
              <dgm:constr type="w" for="ch" forName="background" refType="w" fact="0.9"/>
              <dgm:constr type="h" for="ch" forName="background" refType="w" refFor="ch" refForName="background" fact="0.635"/>
              <dgm:constr type="t" for="ch" forName="background"/>
              <dgm:constr type="l" for="ch" forName="background"/>
              <dgm:constr type="w" for="ch" forName="text" refType="w" fact="0.9"/>
              <dgm:constr type="h" for="ch" forName="text" refType="w" refFor="ch" refForName="text" fact="0.635"/>
              <dgm:constr type="t" for="ch" forName="text" refType="w" fact="0.095"/>
              <dgm:constr type="l" for="ch" forName="text" refType="w" fact="0.1"/>
            </dgm:constrLst>
            <dgm:ruleLst/>
            <dgm:layoutNode name="background" styleLbl="node0" moveWith="text">
              <dgm:alg type="sp"/>
              <dgm:shape xmlns:r="http://schemas.openxmlformats.org/officeDocument/2006/relationships" type="roundRect" r:blip="">
                <dgm:adjLst>
                  <dgm:adj idx="1" val="0.1"/>
                </dgm:adjLst>
              </dgm:shape>
              <dgm:presOf/>
              <dgm:constrLst/>
              <dgm:ruleLst/>
            </dgm:layoutNode>
            <dgm:layoutNode name="text" styleLbl="fgAcc0">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2">
            <dgm:choose name="Name5">
              <dgm:if name="Name6" func="var" arg="dir" op="equ" val="norm">
                <dgm:alg type="hierChild">
                  <dgm:param type="linDir" val="fromL"/>
                </dgm:alg>
              </dgm:if>
              <dgm:else name="Name7">
                <dgm:alg type="hierChild">
                  <dgm:param type="linDir" val="fromR"/>
                </dgm:alg>
              </dgm:else>
            </dgm:choose>
            <dgm:shape xmlns:r="http://schemas.openxmlformats.org/officeDocument/2006/relationships" r:blip="">
              <dgm:adjLst/>
            </dgm:shape>
            <dgm:presOf/>
            <dgm:constrLst/>
            <dgm:ruleLst/>
            <dgm:forEach name="Name8" axis="ch">
              <dgm:forEach name="Name9" axis="self" ptType="parTrans" cnt="1">
                <dgm:layoutNode name="Name10">
                  <dgm:alg type="conn">
                    <dgm:param type="dim" val="1D"/>
                    <dgm:param type="endSty" val="noArr"/>
                    <dgm:param type="connRout" val="bend"/>
                    <dgm:param type="bendPt" val="end"/>
                    <dgm:param type="begPts" val="bCtr"/>
                    <dgm:param type="endPts" val="tCtr"/>
                    <dgm:param type="srcNode" val="background"/>
                    <dgm:param type="dstNode" val="background2"/>
                  </dgm:alg>
                  <dgm:shape xmlns:r="http://schemas.openxmlformats.org/officeDocument/2006/relationships" type="conn" r:blip="" zOrderOff="-999">
                    <dgm:adjLst/>
                  </dgm:shape>
                  <dgm:presOf axis="self"/>
                  <dgm:constrLst>
                    <dgm:constr type="begPad"/>
                    <dgm:constr type="endPad"/>
                  </dgm:constrLst>
                  <dgm:ruleLst/>
                </dgm:layoutNode>
              </dgm:forEach>
              <dgm:forEach name="Name11" axis="self" ptType="node">
                <dgm:layoutNode name="hierRoot2">
                  <dgm:alg type="hierRoot"/>
                  <dgm:shape xmlns:r="http://schemas.openxmlformats.org/officeDocument/2006/relationships" r:blip="">
                    <dgm:adjLst/>
                  </dgm:shape>
                  <dgm:presOf/>
                  <dgm:constrLst>
                    <dgm:constr type="bendDist" for="des" ptType="parTrans" refType="sp" fact="0.5"/>
                  </dgm:constrLst>
                  <dgm:ruleLst/>
                  <dgm:layoutNode name="composite2">
                    <dgm:alg type="composite"/>
                    <dgm:shape xmlns:r="http://schemas.openxmlformats.org/officeDocument/2006/relationships" r:blip="">
                      <dgm:adjLst/>
                    </dgm:shape>
                    <dgm:presOf/>
                    <dgm:constrLst>
                      <dgm:constr type="w" for="ch" forName="background2" refType="w" fact="0.9"/>
                      <dgm:constr type="h" for="ch" forName="background2" refType="w" refFor="ch" refForName="background2" fact="0.635"/>
                      <dgm:constr type="t" for="ch" forName="background2"/>
                      <dgm:constr type="l" for="ch" forName="background2"/>
                      <dgm:constr type="w" for="ch" forName="text2" refType="w" fact="0.9"/>
                      <dgm:constr type="h" for="ch" forName="text2" refType="w" refFor="ch" refForName="text2" fact="0.635"/>
                      <dgm:constr type="t" for="ch" forName="text2" refType="w" fact="0.095"/>
                      <dgm:constr type="l" for="ch" forName="text2" refType="w" fact="0.1"/>
                    </dgm:constrLst>
                    <dgm:ruleLst/>
                    <dgm:layoutNode name="background2" moveWith="text2">
                      <dgm:alg type="sp"/>
                      <dgm:shape xmlns:r="http://schemas.openxmlformats.org/officeDocument/2006/relationships" type="roundRect" r:blip="">
                        <dgm:adjLst>
                          <dgm:adj idx="1" val="0.1"/>
                        </dgm:adjLst>
                      </dgm:shape>
                      <dgm:presOf/>
                      <dgm:constrLst/>
                      <dgm:ruleLst/>
                    </dgm:layoutNode>
                    <dgm:layoutNode name="text2" styleLbl="fgAcc2">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3">
                    <dgm:choose name="Name12">
                      <dgm:if name="Name13" func="var" arg="dir" op="equ" val="norm">
                        <dgm:alg type="hierChild">
                          <dgm:param type="linDir" val="fromL"/>
                        </dgm:alg>
                      </dgm:if>
                      <dgm:else name="Name14">
                        <dgm:alg type="hierChild">
                          <dgm:param type="linDir" val="fromR"/>
                        </dgm:alg>
                      </dgm:else>
                    </dgm:choose>
                    <dgm:shape xmlns:r="http://schemas.openxmlformats.org/officeDocument/2006/relationships" r:blip="">
                      <dgm:adjLst/>
                    </dgm:shape>
                    <dgm:presOf/>
                    <dgm:constrLst/>
                    <dgm:ruleLst/>
                    <dgm:forEach name="Name15" axis="ch">
                      <dgm:forEach name="Name16" axis="self" ptType="parTrans" cnt="1">
                        <dgm:layoutNode name="Name17">
                          <dgm:alg type="conn">
                            <dgm:param type="dim" val="1D"/>
                            <dgm:param type="endSty" val="noArr"/>
                            <dgm:param type="connRout" val="bend"/>
                            <dgm:param type="bendPt" val="end"/>
                            <dgm:param type="begPts" val="bCtr"/>
                            <dgm:param type="endPts" val="tCtr"/>
                            <dgm:param type="srcNode" val="background2"/>
                            <dgm:param type="dstNode" val="background3"/>
                          </dgm:alg>
                          <dgm:shape xmlns:r="http://schemas.openxmlformats.org/officeDocument/2006/relationships" type="conn" r:blip="" zOrderOff="-999">
                            <dgm:adjLst/>
                          </dgm:shape>
                          <dgm:presOf axis="self"/>
                          <dgm:constrLst>
                            <dgm:constr type="begPad"/>
                            <dgm:constr type="endPad"/>
                          </dgm:constrLst>
                          <dgm:ruleLst/>
                        </dgm:layoutNode>
                      </dgm:forEach>
                      <dgm:forEach name="Name18" axis="self" ptType="node">
                        <dgm:layoutNode name="hierRoot3">
                          <dgm:alg type="hierRoot"/>
                          <dgm:shape xmlns:r="http://schemas.openxmlformats.org/officeDocument/2006/relationships" r:blip="">
                            <dgm:adjLst/>
                          </dgm:shape>
                          <dgm:presOf/>
                          <dgm:constrLst>
                            <dgm:constr type="bendDist" for="des" ptType="parTrans" refType="sp" fact="0.5"/>
                          </dgm:constrLst>
                          <dgm:ruleLst/>
                          <dgm:layoutNode name="composite3">
                            <dgm:alg type="composite"/>
                            <dgm:shape xmlns:r="http://schemas.openxmlformats.org/officeDocument/2006/relationships" r:blip="">
                              <dgm:adjLst/>
                            </dgm:shape>
                            <dgm:presOf/>
                            <dgm:constrLst>
                              <dgm:constr type="w" for="ch" forName="background3" refType="w" fact="0.9"/>
                              <dgm:constr type="h" for="ch" forName="background3" refType="w" refFor="ch" refForName="background3" fact="0.635"/>
                              <dgm:constr type="t" for="ch" forName="background3"/>
                              <dgm:constr type="l" for="ch" forName="background3"/>
                              <dgm:constr type="w" for="ch" forName="text3" refType="w" fact="0.9"/>
                              <dgm:constr type="h" for="ch" forName="text3" refType="w" refFor="ch" refForName="text3" fact="0.635"/>
                              <dgm:constr type="t" for="ch" forName="text3" refType="w" fact="0.095"/>
                              <dgm:constr type="l" for="ch" forName="text3" refType="w" fact="0.1"/>
                            </dgm:constrLst>
                            <dgm:ruleLst/>
                            <dgm:layoutNode name="background3" moveWith="text3">
                              <dgm:alg type="sp"/>
                              <dgm:shape xmlns:r="http://schemas.openxmlformats.org/officeDocument/2006/relationships" type="roundRect" r:blip="">
                                <dgm:adjLst>
                                  <dgm:adj idx="1" val="0.1"/>
                                </dgm:adjLst>
                              </dgm:shape>
                              <dgm:presOf/>
                              <dgm:constrLst/>
                              <dgm:ruleLst/>
                            </dgm:layoutNode>
                            <dgm:layoutNode name="text3" styleLbl="fgAcc3">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4">
                            <dgm:choose name="Name19">
                              <dgm:if name="Name20" func="var" arg="dir" op="equ" val="norm">
                                <dgm:alg type="hierChild">
                                  <dgm:param type="linDir" val="fromL"/>
                                </dgm:alg>
                              </dgm:if>
                              <dgm:else name="Name21">
                                <dgm:alg type="hierChild">
                                  <dgm:param type="linDir" val="fromR"/>
                                </dgm:alg>
                              </dgm:else>
                            </dgm:choose>
                            <dgm:shape xmlns:r="http://schemas.openxmlformats.org/officeDocument/2006/relationships" r:blip="">
                              <dgm:adjLst/>
                            </dgm:shape>
                            <dgm:presOf/>
                            <dgm:constrLst/>
                            <dgm:ruleLst/>
                            <dgm:forEach name="repeat" axis="ch">
                              <dgm:forEach name="Name22" axis="self" ptType="parTrans" cnt="1">
                                <dgm:layoutNode name="Name23">
                                  <dgm:choose name="Name24">
                                    <dgm:if name="Name25" axis="self" func="depth" op="lte" val="4">
                                      <dgm:alg type="conn">
                                        <dgm:param type="dim" val="1D"/>
                                        <dgm:param type="endSty" val="noArr"/>
                                        <dgm:param type="connRout" val="bend"/>
                                        <dgm:param type="bendPt" val="end"/>
                                        <dgm:param type="begPts" val="bCtr"/>
                                        <dgm:param type="endPts" val="tCtr"/>
                                        <dgm:param type="srcNode" val="background3"/>
                                        <dgm:param type="dstNode" val="background4"/>
                                      </dgm:alg>
                                    </dgm:if>
                                    <dgm:else name="Name26">
                                      <dgm:alg type="conn">
                                        <dgm:param type="dim" val="1D"/>
                                        <dgm:param type="endSty" val="noArr"/>
                                        <dgm:param type="connRout" val="bend"/>
                                        <dgm:param type="bendPt" val="end"/>
                                        <dgm:param type="begPts" val="bCtr"/>
                                        <dgm:param type="endPts" val="tCtr"/>
                                        <dgm:param type="srcNode" val="background4"/>
                                        <dgm:param type="dstNode" val="background4"/>
                                      </dgm:alg>
                                    </dgm:else>
                                  </dgm:choose>
                                  <dgm:shape xmlns:r="http://schemas.openxmlformats.org/officeDocument/2006/relationships" type="conn" r:blip="" zOrderOff="-999">
                                    <dgm:adjLst/>
                                  </dgm:shape>
                                  <dgm:presOf axis="self"/>
                                  <dgm:constrLst>
                                    <dgm:constr type="begPad"/>
                                    <dgm:constr type="endPad"/>
                                  </dgm:constrLst>
                                  <dgm:ruleLst/>
                                </dgm:layoutNode>
                              </dgm:forEach>
                              <dgm:forEach name="Name27" axis="self" ptType="node">
                                <dgm:layoutNode name="hierRoot4">
                                  <dgm:alg type="hierRoot"/>
                                  <dgm:shape xmlns:r="http://schemas.openxmlformats.org/officeDocument/2006/relationships" r:blip="">
                                    <dgm:adjLst/>
                                  </dgm:shape>
                                  <dgm:presOf/>
                                  <dgm:constrLst>
                                    <dgm:constr type="bendDist" for="des" ptType="parTrans" refType="sp" fact="0.5"/>
                                  </dgm:constrLst>
                                  <dgm:ruleLst/>
                                  <dgm:layoutNode name="composite4">
                                    <dgm:alg type="composite"/>
                                    <dgm:shape xmlns:r="http://schemas.openxmlformats.org/officeDocument/2006/relationships" r:blip="">
                                      <dgm:adjLst/>
                                    </dgm:shape>
                                    <dgm:presOf/>
                                    <dgm:constrLst>
                                      <dgm:constr type="w" for="ch" forName="background4" refType="w" fact="0.9"/>
                                      <dgm:constr type="h" for="ch" forName="background4" refType="w" refFor="ch" refForName="background4" fact="0.635"/>
                                      <dgm:constr type="t" for="ch" forName="background4"/>
                                      <dgm:constr type="l" for="ch" forName="background4"/>
                                      <dgm:constr type="w" for="ch" forName="text4" refType="w" fact="0.9"/>
                                      <dgm:constr type="h" for="ch" forName="text4" refType="w" refFor="ch" refForName="text4" fact="0.635"/>
                                      <dgm:constr type="t" for="ch" forName="text4" refType="w" fact="0.095"/>
                                      <dgm:constr type="l" for="ch" forName="text4" refType="w" fact="0.1"/>
                                    </dgm:constrLst>
                                    <dgm:ruleLst/>
                                    <dgm:layoutNode name="background4" moveWith="text4">
                                      <dgm:alg type="sp"/>
                                      <dgm:shape xmlns:r="http://schemas.openxmlformats.org/officeDocument/2006/relationships" type="roundRect" r:blip="">
                                        <dgm:adjLst>
                                          <dgm:adj idx="1" val="0.1"/>
                                        </dgm:adjLst>
                                      </dgm:shape>
                                      <dgm:presOf/>
                                      <dgm:constrLst/>
                                      <dgm:ruleLst/>
                                    </dgm:layoutNode>
                                    <dgm:layoutNode name="text4" styleLbl="fgAcc4">
                                      <dgm:varLst>
                                        <dgm:chPref val="3"/>
                                      </dgm:varLst>
                                      <dgm:alg type="tx"/>
                                      <dgm:shape xmlns:r="http://schemas.openxmlformats.org/officeDocument/2006/relationships" type="roundRect" r:blip="">
                                        <dgm:adjLst>
                                          <dgm:adj idx="1" val="0.1"/>
                                        </dgm:adjLst>
                                      </dgm:shape>
                                      <dgm:presOf axis="self"/>
                                      <dgm:constrLst>
                                        <dgm:constr type="tMarg" refType="primFontSz" fact="0.3"/>
                                        <dgm:constr type="bMarg" refType="primFontSz" fact="0.3"/>
                                        <dgm:constr type="lMarg" refType="primFontSz" fact="0.3"/>
                                        <dgm:constr type="rMarg" refType="primFontSz" fact="0.3"/>
                                      </dgm:constrLst>
                                      <dgm:ruleLst>
                                        <dgm:rule type="primFontSz" val="5" fact="NaN" max="NaN"/>
                                      </dgm:ruleLst>
                                    </dgm:layoutNode>
                                  </dgm:layoutNode>
                                  <dgm:layoutNode name="hierChild5">
                                    <dgm:choose name="Name28">
                                      <dgm:if name="Name29" func="var" arg="dir" op="equ" val="norm">
                                        <dgm:alg type="hierChild">
                                          <dgm:param type="linDir" val="fromL"/>
                                        </dgm:alg>
                                      </dgm:if>
                                      <dgm:else name="Name30">
                                        <dgm:alg type="hierChild">
                                          <dgm:param type="linDir" val="fromR"/>
                                        </dgm:alg>
                                      </dgm:else>
                                    </dgm:choose>
                                    <dgm:shape xmlns:r="http://schemas.openxmlformats.org/officeDocument/2006/relationships" r:blip="">
                                      <dgm:adjLst/>
                                    </dgm:shape>
                                    <dgm:presOf/>
                                    <dgm:constrLst/>
                                    <dgm:ruleLst/>
                                    <dgm:forEach name="Name31" ref="repeat"/>
                                  </dgm:layoutNode>
                                </dgm:layoutNode>
                              </dgm:forEach>
                            </dgm:forEach>
                          </dgm:layoutNode>
                        </dgm:layoutNode>
                      </dgm:forEach>
                    </dgm:forEach>
                  </dgm:layoutNode>
                </dgm:layoutNode>
              </dgm:forEach>
            </dgm:forEach>
          </dgm:layoutNode>
        </dgm:layoutNode>
      </dgm:forEach>
    </dgm:forEach>
  </dgm:layoutNode>
</dgm:layoutDef>
</file>

<file path=ppt/diagrams/layout18.xml><?xml version="1.0" encoding="utf-8"?>
<dgm:layoutDef xmlns:dgm="http://schemas.openxmlformats.org/drawingml/2006/diagram" xmlns:a="http://schemas.openxmlformats.org/drawingml/2006/main" uniqueId="urn:microsoft.com/office/officeart/2016/7/layout/VerticalDownArrowProcess">
  <dgm:title val="Vertical Down Arrow Process"/>
  <dgm:desc val="Use to show a progression; a timeline; sequential steps in a task, process, or workflow; or to emphasize movement or direction. Level 1 text appears inside an arrow shape while Level 2 text appears below the arrow shapes."/>
  <dgm:catLst>
    <dgm:cat type="process" pri="500"/>
  </dgm:catLst>
  <dgm:sampData>
    <dgm:dataModel>
      <dgm:ptLst>
        <dgm:pt modelId="0" type="doc"/>
        <dgm:pt modelId="1">
          <dgm:prSet phldr="1"/>
        </dgm:pt>
        <dgm:pt modelId="11">
          <dgm:prSet phldr="1"/>
        </dgm:pt>
        <dgm:pt modelId="2">
          <dgm:prSet phldr="1"/>
        </dgm:pt>
        <dgm:pt modelId="21">
          <dgm:prSet phldr="1"/>
        </dgm:pt>
        <dgm:pt modelId="3">
          <dgm:prSet phldr="1"/>
        </dgm:pt>
        <dgm:pt modelId="31">
          <dgm:prSet phldr="1"/>
        </dgm:pt>
      </dgm:ptLst>
      <dgm:cxnLst>
        <dgm:cxn modelId="4" srcId="0" destId="1" srcOrd="0" destOrd="0"/>
        <dgm:cxn modelId="5" srcId="0" destId="2" srcOrd="1" destOrd="0"/>
        <dgm:cxn modelId="6" srcId="0" destId="3" srcOrd="2" destOrd="0"/>
        <dgm:cxn modelId="13" srcId="1" destId="11" srcOrd="0" destOrd="0"/>
        <dgm:cxn modelId="23" srcId="2" destId="21" srcOrd="0" destOrd="0"/>
        <dgm:cxn modelId="33" srcId="3" destId="31" srcOrd="0" destOrd="0"/>
      </dgm:cxnLst>
      <dgm:bg/>
      <dgm:whole/>
    </dgm:dataModel>
  </dgm:sampData>
  <dgm:styleData>
    <dgm:dataModel>
      <dgm:ptLst>
        <dgm:pt modelId="0" type="doc"/>
        <dgm:pt modelId="1"/>
        <dgm:pt modelId="11"/>
        <dgm:pt modelId="2"/>
        <dgm:pt modelId="21"/>
      </dgm:ptLst>
      <dgm:cxnLst>
        <dgm:cxn modelId="4" srcId="0" destId="1" srcOrd="0" destOrd="0"/>
        <dgm:cxn modelId="5" srcId="0" destId="2" srcOrd="1" destOrd="0"/>
        <dgm:cxn modelId="13" srcId="1" destId="11" srcOrd="0" destOrd="0"/>
        <dgm:cxn modelId="23" srcId="2" destId="21" srcOrd="0" destOrd="0"/>
      </dgm:cxnLst>
      <dgm:bg/>
      <dgm:whole/>
    </dgm:dataModel>
  </dgm:styleData>
  <dgm:clrData>
    <dgm:dataModel>
      <dgm:ptLst>
        <dgm:pt modelId="0" type="doc"/>
        <dgm:pt modelId="1"/>
        <dgm:pt modelId="11"/>
        <dgm:pt modelId="2"/>
        <dgm:pt modelId="21"/>
        <dgm:pt modelId="3"/>
        <dgm:pt modelId="31"/>
        <dgm:pt modelId="4"/>
        <dgm:pt modelId="41"/>
      </dgm:ptLst>
      <dgm:cxnLst>
        <dgm:cxn modelId="5" srcId="0" destId="1" srcOrd="0" destOrd="0"/>
        <dgm:cxn modelId="6" srcId="0" destId="2" srcOrd="1" destOrd="0"/>
        <dgm:cxn modelId="7" srcId="0" destId="3" srcOrd="2" destOrd="0"/>
        <dgm:cxn modelId="8" srcId="0" destId="4" srcOrd="3" destOrd="0"/>
        <dgm:cxn modelId="13" srcId="1" destId="11" srcOrd="0" destOrd="0"/>
        <dgm:cxn modelId="23" srcId="2" destId="21" srcOrd="0" destOrd="0"/>
        <dgm:cxn modelId="33" srcId="3" destId="31" srcOrd="0" destOrd="0"/>
        <dgm:cxn modelId="43" srcId="4" destId="41" srcOrd="0" destOrd="0"/>
      </dgm:cxnLst>
      <dgm:bg/>
      <dgm:whole/>
    </dgm:dataModel>
  </dgm:clrData>
  <dgm:layoutNode name="Name0">
    <dgm:varLst>
      <dgm:dir/>
      <dgm:animLvl val="lvl"/>
      <dgm:resizeHandles val="exact"/>
    </dgm:varLst>
    <dgm:alg type="lin">
      <dgm:param type="linDir" val="fromB"/>
    </dgm:alg>
    <dgm:shape xmlns:r="http://schemas.openxmlformats.org/officeDocument/2006/relationships" r:blip="">
      <dgm:adjLst/>
    </dgm:shape>
    <dgm:presOf/>
    <dgm:constrLst>
      <dgm:constr type="h" for="ch" forName="boxAndChildren" refType="h"/>
      <dgm:constr type="h" for="ch" forName="arrowAndChildren" refType="h" refFor="ch" refForName="boxAndChildren" op="equ" fact="1.538"/>
      <dgm:constr type="w" for="ch" forName="arrowAndChildren" refType="w"/>
      <dgm:constr type="w" for="ch" forName="boxAndChildren" refType="w"/>
      <dgm:constr type="h" for="ch" forName="sp" refType="h" fact="-0.015"/>
      <dgm:constr type="primFontSz" for="des" forName="parentTextBox" val="36"/>
      <dgm:constr type="primFontSz" for="des" forName="parentTextArrow" refType="primFontSz" refFor="des" refForName="parentTextBox" op="equ"/>
      <dgm:constr type="primFontSz" for="des" forName="descendantArrow" val="24"/>
      <dgm:constr type="primFontSz" for="des" forName="descendantArrow" refType="primFontSz" refFor="des" refForName="parentTextArrow" op="lte"/>
      <dgm:constr type="primFontSz" for="des" forName="descendantBox" refType="primFontSz" refFor="des" refForName="parentTextArrow" op="lte"/>
      <dgm:constr type="primFontSz" for="des" forName="descendantBox" refType="primFontSz" refFor="des" refForName="parentTextBox" op="lte"/>
      <dgm:constr type="primFontSz" for="des" forName="descendantArrow" refType="primFontSz" refFor="des" refForName="parentTextBox" op="lte"/>
      <dgm:constr type="primFontSz" for="des" forName="descendantBox" refType="primFontSz" refFor="des" refForName="descendantArrow" op="equ"/>
    </dgm:constrLst>
    <dgm:ruleLst/>
    <dgm:forEach name="Name1" axis="ch" ptType="node" st="-1" step="-1">
      <dgm:choose name="Name2">
        <dgm:if name="Name3" axis="self" ptType="node" func="revPos" op="equ" val="1">
          <dgm:layoutNode name="boxAndChildren">
            <dgm:alg type="composite"/>
            <dgm:shape xmlns:r="http://schemas.openxmlformats.org/officeDocument/2006/relationships" r:blip="">
              <dgm:adjLst/>
            </dgm:shape>
            <dgm:presOf/>
            <dgm:constrLst>
              <dgm:constr type="w" for="ch" forName="parentTextBox" refType="w" fact="0.25"/>
              <dgm:constr type="h" for="ch" forName="parentTextBox" refType="h"/>
              <dgm:constr type="t" for="ch" forName="parentTextBox"/>
              <dgm:constr type="w" for="ch" forName="descendantBox" refType="w" fact="0.75"/>
              <dgm:constr type="l" for="ch" forName="descendantBox" refType="w" fact="0.25"/>
              <dgm:constr type="b" for="ch" forName="descendantBox" refType="h"/>
              <dgm:constr type="h" for="ch" forName="descendantBox" refType="h"/>
            </dgm:constrLst>
            <dgm:ruleLst/>
            <dgm:layoutNode name="parentTextBox" styleLbl="alignNode1">
              <dgm:alg type="tx"/>
              <dgm:shape xmlns:r="http://schemas.openxmlformats.org/officeDocument/2006/relationships" type="rect" r:blip="">
                <dgm:adjLst/>
              </dgm:shape>
              <dgm:presOf axis="self"/>
              <dgm:constrLst>
                <dgm:constr type="primFontSz" refType="h" op="lte" fact="0.5"/>
                <dgm:constr type="lMarg" refType="w" fact="0.2016"/>
                <dgm:constr type="rMarg" refType="w" fact="0.2016"/>
              </dgm:constrLst>
              <dgm:ruleLst>
                <dgm:rule type="primFontSz" val="13" fact="NaN" max="NaN"/>
              </dgm:ruleLst>
            </dgm:layoutNode>
            <dgm:layoutNode name="descendantBox" styleLbl="bgAccFollowNode1">
              <dgm:alg type="tx">
                <dgm:param type="stBulletLvl" val="0"/>
                <dgm:param type="parTxLTRAlign" val="l"/>
              </dgm:alg>
              <dgm:shape xmlns:r="http://schemas.openxmlformats.org/officeDocument/2006/relationships" type="rect" r:blip="">
                <dgm:adjLst/>
              </dgm:shape>
              <dgm:presOf/>
              <dgm:constrLst>
                <dgm:constr type="tMarg" refType="primFontSz"/>
                <dgm:constr type="bMarg" refType="primFontSz"/>
                <dgm:constr type="lMarg" refType="w" fact="0.0575"/>
                <dgm:constr type="rMarg" refType="w" fact="0.0575"/>
              </dgm:constrLst>
              <dgm:presOf axis="des" ptType="node"/>
              <dgm:ruleLst>
                <dgm:rule type="primFontSz" val="11" fact="NaN" max="NaN"/>
              </dgm:ruleLst>
            </dgm:layoutNode>
          </dgm:layoutNode>
        </dgm:if>
        <dgm:else name="Name17">
          <dgm:layoutNode name="arrowAndChildren">
            <dgm:alg type="composite"/>
            <dgm:shape xmlns:r="http://schemas.openxmlformats.org/officeDocument/2006/relationships" r:blip="">
              <dgm:adjLst/>
            </dgm:shape>
            <dgm:presOf/>
            <dgm:constrLst>
              <dgm:constr type="w" for="ch" forName="parentTextArrow" refType="w" fact="0.25"/>
              <dgm:constr type="t" for="ch" forName="parentTextArrow"/>
              <dgm:constr type="h" for="ch" forName="parentTextArrow" refType="h" fact="0.65"/>
              <dgm:constr type="w" for="ch" forName="arrow" refType="w" fact="0.25"/>
              <dgm:constr type="h" for="ch" forName="arrow" refType="h"/>
              <dgm:constr type="l" for="ch" forName="descendantArrow" refType="w" fact="0.25"/>
              <dgm:constr type="w" for="ch" forName="descendantArrow" refType="w" fact="0.75"/>
              <dgm:constr type="b" for="ch" forName="descendantArrow" refType="h" fact="0.65"/>
              <dgm:constr type="h" for="ch" forName="descendantArrow" refType="h" fact="0.65"/>
            </dgm:constrLst>
            <dgm:ruleLst/>
            <dgm:layoutNode name="parentTextArrow">
              <dgm:alg type="tx"/>
              <dgm:choose name="Name21">
                <dgm:if name="Name22" axis="ch" ptType="node" func="cnt" op="gte" val="1">
                  <dgm:shape xmlns:r="http://schemas.openxmlformats.org/officeDocument/2006/relationships" type="rect" r:blip="" zOrderOff="1" hideGeom="1">
                    <dgm:adjLst/>
                  </dgm:shape>
                </dgm:if>
                <dgm:else name="Name23">
                  <dgm:shape xmlns:r="http://schemas.openxmlformats.org/officeDocument/2006/relationships" rot="180" type="upArrowCallout" r:blip="">
                    <dgm:adjLst/>
                  </dgm:shape>
                </dgm:else>
              </dgm:choose>
              <dgm:presOf axis="self"/>
              <dgm:constrLst>
                <dgm:constr type="primFontSz" refType="h" op="lte" fact="0.5"/>
                <dgm:constr type="lMarg" refType="w" fact="0.2016"/>
                <dgm:constr type="rMarg" refType="w" fact="0.2016"/>
              </dgm:constrLst>
              <dgm:ruleLst>
                <dgm:rule type="primFontSz" val="13" fact="NaN" max="NaN"/>
              </dgm:ruleLst>
            </dgm:layoutNode>
            <dgm:layoutNode name="arrow" styleLbl="alignNode1">
              <dgm:alg type="sp"/>
              <dgm:shape xmlns:r="http://schemas.openxmlformats.org/officeDocument/2006/relationships" rot="180" type="upArrowCallout" r:blip="">
                <dgm:adjLst>
                  <dgm:adj idx="1" val="0.05"/>
                  <dgm:adj idx="2" val="0.1"/>
                  <dgm:adj idx="3" val="0.15"/>
                </dgm:adjLst>
              </dgm:shape>
              <dgm:presOf axis="self"/>
              <dgm:constrLst/>
              <dgm:ruleLst/>
            </dgm:layoutNode>
            <dgm:layoutNode name="descendantArrow" styleLbl="bgAccFollowNode1">
              <dgm:alg type="tx">
                <dgm:param type="stBulletLvl" val="0"/>
                <dgm:param type="parTxLTRAlign" val="l"/>
              </dgm:alg>
              <dgm:shape xmlns:r="http://schemas.openxmlformats.org/officeDocument/2006/relationships" type="rect" r:blip="">
                <dgm:adjLst/>
              </dgm:shape>
              <dgm:presOf axis="des" ptType="node"/>
              <dgm:constrLst>
                <dgm:constr type="tMarg" refType="primFontSz"/>
                <dgm:constr type="bMarg" refType="primFontSz"/>
                <dgm:constr type="lMarg" refType="w" fact="0.0575"/>
                <dgm:constr type="rMarg" refType="w" fact="0.0575"/>
              </dgm:constrLst>
              <dgm:ruleLst>
                <dgm:rule type="primFontSz" val="11" fact="NaN" max="NaN"/>
              </dgm:ruleLst>
            </dgm:layoutNode>
          </dgm:layoutNode>
        </dgm:else>
      </dgm:choose>
      <dgm:forEach name="Name31" axis="precedSib" ptType="sibTrans" st="-1" cnt="1">
        <dgm:layoutNode name="sp">
          <dgm:alg type="sp"/>
          <dgm:shape xmlns:r="http://schemas.openxmlformats.org/officeDocument/2006/relationships" r:blip="">
            <dgm:adjLst/>
          </dgm:shape>
          <dgm:presOf axis="self"/>
          <dgm:constrLst/>
          <dgm:ruleLst/>
        </dgm:layoutNode>
      </dgm:forEach>
    </dgm:forEach>
  </dgm:layoutNode>
</dgm:layoutDef>
</file>

<file path=ppt/diagrams/layout19.xml><?xml version="1.0" encoding="utf-8"?>
<dgm:layoutDef xmlns:dgm="http://schemas.openxmlformats.org/drawingml/2006/diagram" xmlns:a="http://schemas.openxmlformats.org/drawingml/2006/main" uniqueId="urn:microsoft.com/office/officeart/2018/2/layout/IconVerticalSolidList">
  <dgm:title val="Icon Vertical Solid List"/>
  <dgm:desc val="Use to show a series of visuals from top to bottom with Level 1 or Level 1 and Level 2 text grouped in a shape. Works best with icons or small pictures with lengthier descriptions."/>
  <dgm:catLst>
    <dgm:cat type="icon" pri="500"/>
  </dgm:catLst>
  <dgm:sampData useDef="1">
    <dgm:dataModel>
      <dgm:ptLst/>
      <dgm:bg/>
      <dgm:whole/>
    </dgm:dataModel>
  </dgm:sampData>
  <dgm:styleData useDef="1">
    <dgm:dataModel>
      <dgm:ptLst/>
      <dgm:bg/>
      <dgm:whole/>
    </dgm:dataModel>
  </dgm:styleData>
  <dgm:clrData useDef="1">
    <dgm:dataModel>
      <dgm:ptLst/>
      <dgm:bg/>
      <dgm:whole/>
    </dgm:dataModel>
  </dgm:clrData>
  <dgm:layoutNode name="root">
    <dgm:varLst>
      <dgm:dir/>
      <dgm:resizeHandles val="exact"/>
    </dgm:varLst>
    <dgm:choose name="Name0">
      <dgm:if name="Name1" axis="self" func="var" arg="dir" op="equ" val="norm">
        <dgm:alg type="lin">
          <dgm:param type="linDir" val="fromT"/>
          <dgm:param type="nodeHorzAlign" val="l"/>
        </dgm:alg>
      </dgm:if>
      <dgm:else name="Name2">
        <dgm:alg type="lin">
          <dgm:param type="linDir" val="fromT"/>
          <dgm:param type="nodeHorzAlign" val="r"/>
        </dgm:alg>
      </dgm:else>
    </dgm:choose>
    <dgm:shape xmlns:r="http://schemas.openxmlformats.org/officeDocument/2006/relationships" r:blip="">
      <dgm:adjLst/>
    </dgm:shape>
    <dgm:presOf/>
    <dgm:choose name="Name3">
      <dgm:if name="Name4" axis="ch" ptType="node" func="cnt" op="lte" val="3">
        <dgm:constrLst>
          <dgm:constr type="h" for="ch" forName="compNode" refType="h" fact="0.3"/>
          <dgm:constr type="w" for="ch" forName="compNode" refType="w"/>
          <dgm:constr type="h" for="ch" forName="sibTrans" refType="h" refFor="ch" refForName="compNode" fact="0.25"/>
          <dgm:constr type="primFontSz" for="des" forName="parTx" val="25"/>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5" axis="ch" ptType="node" func="cnt" op="lte" val="4">
        <dgm:constrLst>
          <dgm:constr type="h" for="ch" forName="compNode" refType="h" fact="0.3"/>
          <dgm:constr type="w" for="ch" forName="compNode" refType="w"/>
          <dgm:constr type="h" for="ch" forName="sibTrans" refType="h" refFor="ch" refForName="compNode" fact="0.25"/>
          <dgm:constr type="primFontSz" for="des" forName="parTx" val="22"/>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if name="Name6" axis="ch" ptType="node" func="cnt" op="lte" val="6">
        <dgm:constrLst>
          <dgm:constr type="h" for="ch" forName="compNode" refType="h" fact="0.3"/>
          <dgm:constr type="w" for="ch" forName="compNode" refType="w"/>
          <dgm:constr type="h" for="ch" forName="sibTrans" refType="h" refFor="ch" refForName="compNode" fact="0.25"/>
          <dgm:constr type="primFontSz" for="des" forName="parTx" val="19"/>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if>
      <dgm:else name="Name7">
        <dgm:constrLst>
          <dgm:constr type="h" for="ch" forName="compNode" refType="h" fact="0.3"/>
          <dgm:constr type="w" for="ch" forName="compNode" refType="w"/>
          <dgm:constr type="h" for="ch" forName="sibTrans" refType="h" refFor="ch" refForName="compNode" fact="0.25"/>
          <dgm:constr type="primFontSz" for="des" forName="parTx" val="16"/>
          <dgm:constr type="primFontSz" for="des" forName="desTx" refType="primFontSz" refFor="des" refForName="parTx" op="lte" fact="0.75"/>
          <dgm:constr type="h" for="des" forName="compNode" op="equ"/>
          <dgm:constr type="h" for="des" forName="bgRect" op="equ"/>
          <dgm:constr type="h" for="des" forName="iconRect" op="equ"/>
          <dgm:constr type="w" for="des" forName="iconRect" op="equ"/>
          <dgm:constr type="h" for="des" forName="spaceRect" op="equ"/>
          <dgm:constr type="h" for="des" forName="parTx" op="equ"/>
          <dgm:constr type="h" for="des" forName="desTx" op="equ"/>
        </dgm:constrLst>
      </dgm:else>
    </dgm:choose>
    <dgm:ruleLst>
      <dgm:rule type="h" for="ch" forName="compNode" val="0" fact="NaN" max="NaN"/>
    </dgm:ruleLst>
    <dgm:forEach name="Name8" axis="ch" ptType="node">
      <dgm:layoutNode name="compNode">
        <dgm:alg type="composite"/>
        <dgm:shape xmlns:r="http://schemas.openxmlformats.org/officeDocument/2006/relationships" r:blip="">
          <dgm:adjLst/>
        </dgm:shape>
        <dgm:presOf axis="self"/>
        <dgm:choose name="Name9">
          <dgm:if name="Name10" axis="ch" ptType="node" func="cnt" op="gte" val="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w" for="ch" forName="parTx" refType="w" fact="0.45"/>
              <dgm:constr type="h" for="ch" forName="parTx" refType="h"/>
              <dgm:constr type="l" for="ch" forName="parTx" refType="r" refFor="ch" refForName="spaceRect"/>
              <dgm:constr type="t" for="ch" forName="parTx"/>
              <dgm:constr type="h" for="ch" forName="desTx" refType="h"/>
              <dgm:constr type="l" for="ch" forName="desTx" refType="r" refFor="ch" refForName="parTx"/>
              <dgm:constr type="t" for="ch" forName="desTx"/>
            </dgm:constrLst>
          </dgm:if>
          <dgm:else name="Name11">
            <dgm:constrLst>
              <dgm:constr type="w" for="ch" forName="bgRect" refType="w"/>
              <dgm:constr type="h" for="ch" forName="bgRect" refType="h"/>
              <dgm:constr type="l" for="ch" forName="bgRect"/>
              <dgm:constr type="t" for="ch" forName="bgRect"/>
              <dgm:constr type="h" for="ch" forName="iconRect" refType="h" fact="0.55"/>
              <dgm:constr type="w" for="ch" forName="iconRect" refType="h" refFor="ch" refForName="iconRect"/>
              <dgm:constr type="l" for="ch" forName="iconRect" refType="h" refFor="ch" refForName="iconRect" fact="0.55"/>
              <dgm:constr type="ctrY" for="ch" forName="iconRect" refType="ctrY" refFor="ch" refForName="bgRect"/>
              <dgm:constr type="w" for="ch" forName="spaceRect" refType="l" refFor="ch" refForName="iconRect"/>
              <dgm:constr type="h" for="ch" forName="spaceRect" refType="h"/>
              <dgm:constr type="l" for="ch" forName="spaceRect" refType="r" refFor="ch" refForName="iconRect"/>
              <dgm:constr type="t" for="ch" forName="spaceRect"/>
              <dgm:constr type="h" for="ch" forName="parTx" refType="h"/>
              <dgm:constr type="l" for="ch" forName="parTx" refType="r" refFor="ch" refForName="spaceRect"/>
              <dgm:constr type="t" for="ch" forName="parTx"/>
            </dgm:constrLst>
          </dgm:else>
        </dgm:choose>
        <dgm:ruleLst>
          <dgm:rule type="h" val="INF" fact="NaN" max="NaN"/>
        </dgm:ruleLst>
        <dgm:layoutNode name="bgRect" styleLbl="bgShp">
          <dgm:alg type="sp"/>
          <dgm:shape xmlns:r="http://schemas.openxmlformats.org/officeDocument/2006/relationships" type="roundRect" r:blip="">
            <dgm:adjLst>
              <dgm:adj idx="1" val="0.1"/>
            </dgm:adjLst>
          </dgm:shape>
          <dgm:presOf/>
          <dgm:constrLst/>
          <dgm:ruleLst/>
        </dgm:layoutNode>
        <dgm:layoutNode name="iconRect" styleLbl="node1">
          <dgm:alg type="sp"/>
          <dgm:shape xmlns:r="http://schemas.openxmlformats.org/officeDocument/2006/relationships" type="rect" r:blip="" blipPhldr="1">
            <dgm:adjLst/>
          </dgm:shape>
          <dgm:presOf/>
          <dgm:constrLst/>
          <dgm:ruleLst/>
        </dgm:layoutNode>
        <dgm:layoutNode name="spaceRect">
          <dgm:alg type="sp"/>
          <dgm:shape xmlns:r="http://schemas.openxmlformats.org/officeDocument/2006/relationships" r:blip="">
            <dgm:adjLst/>
          </dgm:shape>
          <dgm:presOf/>
          <dgm:constrLst/>
          <dgm:ruleLst/>
        </dgm:layoutNode>
        <dgm:layoutNode name="parTx" styleLbl="revTx">
          <dgm:varLst>
            <dgm:chMax val="0"/>
            <dgm:chPref val="0"/>
          </dgm:varLst>
          <dgm:alg type="tx">
            <dgm:param type="txAnchorVert" val="mid"/>
            <dgm:param type="parTxLTRAlign" val="l"/>
            <dgm:param type="shpTxLTRAlignCh" val="l"/>
            <dgm:param type="parTxRTLAlign" val="r"/>
            <dgm:param type="shpTxRTLAlignCh" val="r"/>
          </dgm:alg>
          <dgm:shape xmlns:r="http://schemas.openxmlformats.org/officeDocument/2006/relationships" type="rect" r:blip="">
            <dgm:adjLst/>
          </dgm:shape>
          <dgm:presOf axis="self" ptType="node"/>
          <dgm:constrLst>
            <dgm:constr type="lMarg" refType="h" fact="0.3"/>
            <dgm:constr type="rMarg" refType="h" fact="0.3"/>
            <dgm:constr type="tMarg" refType="h" fact="0.3"/>
            <dgm:constr type="bMarg" refType="h" fact="0.3"/>
          </dgm:constrLst>
          <dgm:ruleLst>
            <dgm:rule type="primFontSz" val="14" fact="NaN" max="NaN"/>
            <dgm:rule type="h" val="INF" fact="NaN" max="NaN"/>
          </dgm:ruleLst>
        </dgm:layoutNode>
        <dgm:choose name="Name12">
          <dgm:if name="Name13" axis="ch" ptType="node" func="cnt" op="gte" val="1">
            <dgm:layoutNode name="desTx" styleLbl="revTx">
              <dgm:varLst/>
              <dgm:alg type="tx">
                <dgm:param type="txAnchorVertCh" val="mid"/>
                <dgm:param type="parTxLTRAlign" val="l"/>
                <dgm:param type="shpTxLTRAlignCh" val="l"/>
                <dgm:param type="parTxRTLAlign" val="r"/>
                <dgm:param type="shpTxRTLAlignCh" val="r"/>
                <dgm:param type="stBulletLvl" val="0"/>
              </dgm:alg>
              <dgm:shape xmlns:r="http://schemas.openxmlformats.org/officeDocument/2006/relationships" type="rect" r:blip="">
                <dgm:adjLst/>
              </dgm:shape>
              <dgm:presOf axis="des" ptType="node"/>
              <dgm:constrLst>
                <dgm:constr type="primFontSz" val="18"/>
                <dgm:constr type="secFontSz" refType="primFontSz"/>
                <dgm:constr type="lMarg" refType="h" fact="0.3"/>
                <dgm:constr type="rMarg" refType="h" fact="0.3"/>
                <dgm:constr type="tMarg" refType="h" fact="0.3"/>
                <dgm:constr type="bMarg" refType="h" fact="0.3"/>
              </dgm:constrLst>
              <dgm:ruleLst>
                <dgm:rule type="primFontSz" val="11" fact="NaN" max="NaN"/>
              </dgm:ruleLst>
            </dgm:layoutNode>
          </dgm:if>
          <dgm:else name="Name14"/>
        </dgm:choose>
      </dgm:layoutNode>
      <dgm:forEach name="Name15" axis="followSib" ptType="sibTrans" cnt="1">
        <dgm:layoutNode name="sibTrans">
          <dgm:alg type="sp"/>
          <dgm:shape xmlns:r="http://schemas.openxmlformats.org/officeDocument/2006/relationships" r:blip="">
            <dgm:adjLst/>
          </dgm:shape>
          <dgm:presOf axis="self"/>
          <dgm:constrLst/>
          <dgm:ruleLst/>
        </dgm:layoutNode>
      </dgm:forEach>
    </dgm:forEach>
  </dgm:layoutNode>
  <dgm:extLst>
    <a:ext uri="{68A01E43-0DF5-4B5B-8FA6-DAF915123BFB}">
      <dgm1612:lstStyle xmlns:dgm1612="http://schemas.microsoft.com/office/drawing/2016/12/diagram">
        <a:lvl1pPr>
          <a:lnSpc>
            <a:spcPct val="100000"/>
          </a:lnSpc>
        </a:lvl1pPr>
        <a:lvl2pPr>
          <a:lnSpc>
            <a:spcPct val="100000"/>
          </a:lnSpc>
        </a:lvl2pPr>
      </dgm1612:lstStyle>
    </a:ext>
  </dgm:extLst>
</dgm:layoutDef>
</file>

<file path=ppt/diagrams/layout20.xml><?xml version="1.0" encoding="utf-8"?>
<dgm:layoutDef xmlns:dgm="http://schemas.openxmlformats.org/drawingml/2006/diagram" xmlns:a="http://schemas.openxmlformats.org/drawingml/2006/main" uniqueId="urn:microsoft.com/office/officeart/2005/8/layout/vProcess5">
  <dgm:title val=""/>
  <dgm:desc val=""/>
  <dgm:catLst>
    <dgm:cat type="process" pri="14000"/>
  </dgm:catLst>
  <dgm:sampData>
    <dgm:dataModel>
      <dgm:ptLst>
        <dgm:pt modelId="0" type="doc"/>
        <dgm:pt modelId="1">
          <dgm:prSet phldr="1"/>
        </dgm:pt>
        <dgm:pt modelId="2">
          <dgm:prSet phldr="1"/>
        </dgm:pt>
        <dgm:pt modelId="3">
          <dgm:prSet phldr="1"/>
        </dgm:pt>
      </dgm:ptLst>
      <dgm:cxnLst>
        <dgm:cxn modelId="5" srcId="0" destId="1" srcOrd="0" destOrd="0"/>
        <dgm:cxn modelId="6" srcId="0" destId="2" srcOrd="1" destOrd="0"/>
        <dgm:cxn modelId="7" srcId="0" destId="3" srcOrd="2" destOrd="0"/>
      </dgm:cxn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6" srcId="0" destId="1" srcOrd="0" destOrd="0"/>
        <dgm:cxn modelId="7" srcId="0" destId="2" srcOrd="1" destOrd="0"/>
        <dgm:cxn modelId="8" srcId="0" destId="3" srcOrd="2" destOrd="0"/>
        <dgm:cxn modelId="9" srcId="0" destId="4" srcOrd="3" destOrd="0"/>
      </dgm:cxnLst>
      <dgm:bg/>
      <dgm:whole/>
    </dgm:dataModel>
  </dgm:clrData>
  <dgm:layoutNode name="outerComposite">
    <dgm:varLst>
      <dgm:chMax val="5"/>
      <dgm:dir/>
      <dgm:resizeHandles val="exact"/>
    </dgm:varLst>
    <dgm:alg type="composite"/>
    <dgm:shape xmlns:r="http://schemas.openxmlformats.org/officeDocument/2006/relationships" r:blip="">
      <dgm:adjLst/>
    </dgm:shape>
    <dgm:presOf/>
    <dgm:choose name="Name0">
      <dgm:if name="Name1" func="var" arg="dir" op="equ" val="norm">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l" for="ch" forName="TwoNodes_1"/>
          <dgm:constr type="w" for="ch" forName="TwoNodes_2" refType="w" fact="0.85"/>
          <dgm:constr type="h" for="ch" forName="TwoNodes_2" refType="h" fact="0.45"/>
          <dgm:constr type="b" for="ch" forName="TwoNodes_2" refType="h"/>
          <dgm:constr type="r" for="ch" forName="TwoNodes_2" refType="w"/>
          <dgm:constr type="w" for="ch" forName="TwoConn_1-2" refType="h" refFor="ch" refForName="TwoNodes_1" fact="0.65"/>
          <dgm:constr type="h" for="ch" forName="TwoConn_1-2" refType="h" refFor="ch" refForName="TwoNodes_1" fact="0.65"/>
          <dgm:constr type="ctrY" for="ch" forName="TwoConn_1-2" refType="h" fact="0.5"/>
          <dgm:constr type="r" for="ch" forName="TwoConn_1-2" refType="r" refFor="ch" refForName="TwoNodes_1"/>
          <dgm:constr type="r" for="ch" forName="TwoNodes_1_text" refType="l" refFor="ch" refForName="TwoConn_1-2"/>
          <dgm:constr type="rOff" for="ch" forName="TwoNodes_1_text" refType="w" refFor="ch" refForName="TwoConn_1-2" fact="-0.5"/>
          <dgm:constr type="t" for="ch" forName="TwoNodes_1_text" refType="t" refFor="ch" refForName="TwoNodes_1"/>
          <dgm:constr type="b" for="ch" forName="TwoNodes_1_text" refType="b" refFor="ch" refForName="TwoNodes_1"/>
          <dgm:constr type="l" for="ch" forName="TwoNodes_1_text" refType="l" refFor="ch" refForName="TwoNodes_1"/>
          <dgm:constr type="r" for="ch" forName="TwoNodes_2_text" refType="l" refFor="ch" refForName="TwoConn_1-2"/>
          <dgm:constr type="t" for="ch" forName="TwoNodes_2_text" refType="t" refFor="ch" refForName="TwoNodes_2"/>
          <dgm:constr type="b" for="ch" forName="TwoNodes_2_text" refType="b" refFor="ch" refForName="TwoNodes_2"/>
          <dgm:constr type="l" for="ch" forName="TwoNodes_2_text" refType="l" refFor="ch" refForName="TwoNodes_2"/>
          <dgm:constr type="w" for="ch" forName="ThreeNodes_1" refType="w" fact="0.85"/>
          <dgm:constr type="h" for="ch" forName="ThreeNodes_1" refType="h" fact="0.3"/>
          <dgm:constr type="t" for="ch" forName="ThreeNodes_1"/>
          <dgm:constr type="l" for="ch" forName="ThreeNodes_1"/>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r" for="ch" forName="ThreeNodes_3" refType="w"/>
          <dgm:constr type="w" for="ch" forName="ThreeConn_1-2" refType="h" refFor="ch" refForName="ThreeNodes_1" fact="0.65"/>
          <dgm:constr type="h" for="ch" forName="ThreeConn_1-2" refType="h" refFor="ch" refForName="ThreeNodes_1" fact="0.65"/>
          <dgm:constr type="ctrY" for="ch" forName="ThreeConn_1-2" refType="h" fact="0.325"/>
          <dgm:constr type="r" for="ch" forName="ThreeConn_1-2" refType="r"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r" for="ch" forName="ThreeConn_2-3" refType="r" refFor="ch" refForName="ThreeNodes_2"/>
          <dgm:constr type="r" for="ch" forName="ThreeNodes_1_text" refType="l" refFor="ch" refForName="ThreeConn_1-2"/>
          <dgm:constr type="rOff" for="ch" forName="ThreeNodes_1_text" refType="w" refFor="ch" refForName="ThreeConn_1-2" fact="-0.57"/>
          <dgm:constr type="t" for="ch" forName="ThreeNodes_1_text" refType="t" refFor="ch" refForName="ThreeNodes_1"/>
          <dgm:constr type="b" for="ch" forName="ThreeNodes_1_text" refType="b" refFor="ch" refForName="ThreeNodes_1"/>
          <dgm:constr type="l" for="ch" forName="ThreeNodes_1_text" refType="l" refFor="ch" refForName="ThreeNodes_1"/>
          <dgm:constr type="r" for="ch" forName="ThreeNodes_2_text" refType="l" refFor="ch" refForName="ThreeConn_1-2"/>
          <dgm:constr type="t" for="ch" forName="ThreeNodes_2_text" refType="t" refFor="ch" refForName="ThreeNodes_2"/>
          <dgm:constr type="b" for="ch" forName="ThreeNodes_2_text" refType="b" refFor="ch" refForName="ThreeNodes_2"/>
          <dgm:constr type="l" for="ch" forName="ThreeNodes_2_text" refType="l" refFor="ch" refForName="ThreeNodes_2"/>
          <dgm:constr type="r" for="ch" forName="ThreeNodes_3_text" refType="l" refFor="ch" refForName="ThreeConn_2-3"/>
          <dgm:constr type="t" for="ch" forName="ThreeNodes_3_text" refType="t" refFor="ch" refForName="ThreeNodes_3"/>
          <dgm:constr type="b" for="ch" forName="ThreeNodes_3_text" refType="b" refFor="ch" refForName="ThreeNodes_3"/>
          <dgm:constr type="l" for="ch" forName="ThreeNodes_3_text" refType="l" refFor="ch" refForName="ThreeNodes_3"/>
          <dgm:constr type="w" for="ch" forName="FourNodes_1" refType="w" fact="0.8"/>
          <dgm:constr type="h" for="ch" forName="FourNodes_1" refType="h" fact="0.22"/>
          <dgm:constr type="t" for="ch" forName="FourNodes_1"/>
          <dgm:constr type="l" for="ch" forName="FourNodes_1"/>
          <dgm:constr type="w" for="ch" forName="FourNodes_2" refType="w" fact="0.8"/>
          <dgm:constr type="h" for="ch" forName="FourNodes_2" refType="h" fact="0.22"/>
          <dgm:constr type="ctrY" for="ch" forName="FourNodes_2" refType="h" fact="0.37"/>
          <dgm:constr type="ctrX" for="ch" forName="FourNodes_2" refType="w" fact="0.467"/>
          <dgm:constr type="w" for="ch" forName="FourNodes_3" refType="w" fact="0.8"/>
          <dgm:constr type="h" for="ch" forName="FourNodes_3" refType="h" fact="0.22"/>
          <dgm:constr type="ctrY" for="ch" forName="FourNodes_3" refType="h" fact="0.63"/>
          <dgm:constr type="ctrX" for="ch" forName="FourNodes_3" refType="w" fact="0.533"/>
          <dgm:constr type="w" for="ch" forName="FourNodes_4" refType="w" fact="0.8"/>
          <dgm:constr type="h" for="ch" forName="FourNodes_4" refType="h" fact="0.22"/>
          <dgm:constr type="b" for="ch" forName="FourNodes_4" refType="h"/>
          <dgm:constr type="r" for="ch" forName="FourNodes_4" refType="w"/>
          <dgm:constr type="w" for="ch" forName="FourConn_1-2" refType="h" refFor="ch" refForName="FourNodes_1" fact="0.65"/>
          <dgm:constr type="h" for="ch" forName="FourConn_1-2" refType="h" refFor="ch" refForName="FourNodes_1" fact="0.65"/>
          <dgm:constr type="ctrY" for="ch" forName="FourConn_1-2" refType="h" fact="0.24"/>
          <dgm:constr type="r" for="ch" forName="FourConn_1-2" refType="r"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r" for="ch" forName="FourConn_2-3" refType="r"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r" for="ch" forName="FourConn_3-4" refType="r" refFor="ch" refForName="FourNodes_3"/>
          <dgm:constr type="r" for="ch" forName="FourNodes_1_text" refType="l" refFor="ch" refForName="FourConn_1-2"/>
          <dgm:constr type="rOff" for="ch" forName="FourNodes_1_text" refType="w" refFor="ch" refForName="FourConn_1-2" fact="-0.7"/>
          <dgm:constr type="t" for="ch" forName="FourNodes_1_text" refType="t" refFor="ch" refForName="FourNodes_1"/>
          <dgm:constr type="b" for="ch" forName="FourNodes_1_text" refType="b" refFor="ch" refForName="FourNodes_1"/>
          <dgm:constr type="l" for="ch" forName="FourNodes_1_text" refType="l" refFor="ch" refForName="FourNodes_1"/>
          <dgm:constr type="r" for="ch" forName="FourNodes_2_text" refType="l" refFor="ch" refForName="FourConn_1-2"/>
          <dgm:constr type="t" for="ch" forName="FourNodes_2_text" refType="t" refFor="ch" refForName="FourNodes_2"/>
          <dgm:constr type="b" for="ch" forName="FourNodes_2_text" refType="b" refFor="ch" refForName="FourNodes_2"/>
          <dgm:constr type="l" for="ch" forName="FourNodes_2_text" refType="l" refFor="ch" refForName="FourNodes_2"/>
          <dgm:constr type="r" for="ch" forName="FourNodes_3_text" refType="l" refFor="ch" refForName="FourConn_2-3"/>
          <dgm:constr type="t" for="ch" forName="FourNodes_3_text" refType="t" refFor="ch" refForName="FourNodes_3"/>
          <dgm:constr type="b" for="ch" forName="FourNodes_3_text" refType="b" refFor="ch" refForName="FourNodes_3"/>
          <dgm:constr type="l" for="ch" forName="FourNodes_3_text" refType="l" refFor="ch" refForName="FourNodes_3"/>
          <dgm:constr type="r" for="ch" forName="FourNodes_4_text" refType="l" refFor="ch" refForName="FourConn_3-4"/>
          <dgm:constr type="t" for="ch" forName="FourNodes_4_text" refType="t" refFor="ch" refForName="FourNodes_4"/>
          <dgm:constr type="b" for="ch" forName="FourNodes_4_text" refType="b" refFor="ch" refForName="FourNodes_4"/>
          <dgm:constr type="l" for="ch" forName="FourNodes_4_text" refType="l" refFor="ch" refForName="FourNodes_4"/>
          <dgm:constr type="w" for="ch" forName="FiveNodes_1" refType="w" fact="0.77"/>
          <dgm:constr type="h" for="ch" forName="FiveNodes_1" refType="h" fact="0.18"/>
          <dgm:constr type="t" for="ch" forName="FiveNodes_1"/>
          <dgm:constr type="l" for="ch" forName="FiveNodes_1"/>
          <dgm:constr type="w" for="ch" forName="FiveNodes_2" refType="w" fact="0.77"/>
          <dgm:constr type="h" for="ch" forName="FiveNodes_2" refType="h" fact="0.18"/>
          <dgm:constr type="ctrY" for="ch" forName="FiveNodes_2" refType="h" fact="0.295"/>
          <dgm:constr type="ctrX" for="ch" forName="FiveNodes_2" refType="w" fact="0.442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5575"/>
          <dgm:constr type="w" for="ch" forName="FiveNodes_5" refType="w" fact="0.77"/>
          <dgm:constr type="h" for="ch" forName="FiveNodes_5" refType="h" fact="0.18"/>
          <dgm:constr type="b" for="ch" forName="FiveNodes_5" refType="h"/>
          <dgm:constr type="r" for="ch" forName="FiveNodes_5" refType="w"/>
          <dgm:constr type="w" for="ch" forName="FiveConn_1-2" refType="h" refFor="ch" refForName="FiveNodes_1" fact="0.65"/>
          <dgm:constr type="h" for="ch" forName="FiveConn_1-2" refType="h" refFor="ch" refForName="FiveNodes_1" fact="0.65"/>
          <dgm:constr type="ctrY" for="ch" forName="FiveConn_1-2" refType="h" fact="0.19"/>
          <dgm:constr type="r" for="ch" forName="FiveConn_1-2" refType="r"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r" for="ch" forName="FiveConn_2-3" refType="r"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r" for="ch" forName="FiveConn_3-4" refType="r"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r" for="ch" forName="FiveConn_4-5" refType="r" refFor="ch" refForName="FiveNodes_4"/>
          <dgm:constr type="r" for="ch" forName="FiveNodes_1_text" refType="l" refFor="ch" refForName="FiveConn_1-2"/>
          <dgm:constr type="rOff" for="ch" forName="FiveNodes_1_text" refType="w" refFor="ch" refForName="FiveConn_1-2" fact="-0.75"/>
          <dgm:constr type="t" for="ch" forName="FiveNodes_1_text" refType="t" refFor="ch" refForName="FiveNodes_1"/>
          <dgm:constr type="b" for="ch" forName="FiveNodes_1_text" refType="b" refFor="ch" refForName="FiveNodes_1"/>
          <dgm:constr type="l" for="ch" forName="FiveNodes_1_text" refType="l" refFor="ch" refForName="FiveNodes_1"/>
          <dgm:constr type="r" for="ch" forName="FiveNodes_2_text" refType="l" refFor="ch" refForName="FiveConn_1-2"/>
          <dgm:constr type="t" for="ch" forName="FiveNodes_2_text" refType="t" refFor="ch" refForName="FiveNodes_2"/>
          <dgm:constr type="b" for="ch" forName="FiveNodes_2_text" refType="b" refFor="ch" refForName="FiveNodes_2"/>
          <dgm:constr type="l" for="ch" forName="FiveNodes_2_text" refType="l" refFor="ch" refForName="FiveNodes_2"/>
          <dgm:constr type="r" for="ch" forName="FiveNodes_3_text" refType="l" refFor="ch" refForName="FiveConn_2-3"/>
          <dgm:constr type="t" for="ch" forName="FiveNodes_3_text" refType="t" refFor="ch" refForName="FiveNodes_3"/>
          <dgm:constr type="b" for="ch" forName="FiveNodes_3_text" refType="b" refFor="ch" refForName="FiveNodes_3"/>
          <dgm:constr type="l" for="ch" forName="FiveNodes_3_text" refType="l" refFor="ch" refForName="FiveNodes_3"/>
          <dgm:constr type="r" for="ch" forName="FiveNodes_4_text" refType="l" refFor="ch" refForName="FiveConn_3-4"/>
          <dgm:constr type="t" for="ch" forName="FiveNodes_4_text" refType="t" refFor="ch" refForName="FiveNodes_4"/>
          <dgm:constr type="b" for="ch" forName="FiveNodes_4_text" refType="b" refFor="ch" refForName="FiveNodes_4"/>
          <dgm:constr type="l" for="ch" forName="FiveNodes_4_text" refType="l" refFor="ch" refForName="FiveNodes_4"/>
          <dgm:constr type="r" for="ch" forName="FiveNodes_5_text" refType="l" refFor="ch" refForName="FiveConn_4-5"/>
          <dgm:constr type="t" for="ch" forName="FiveNodes_5_text" refType="t" refFor="ch" refForName="FiveNodes_5"/>
          <dgm:constr type="b" for="ch" forName="FiveNodes_5_text" refType="b" refFor="ch" refForName="FiveNodes_5"/>
          <dgm:constr type="l" for="ch" forName="FiveNodes_5_text" refType="l" refFor="ch" refForName="FiveNodes_5"/>
        </dgm:constrLst>
      </dgm:if>
      <dgm:else name="Name2">
        <dgm:constrLst>
          <dgm:constr type="primFontSz" for="ch" ptType="node" op="equ" val="65"/>
          <dgm:constr type="w" for="ch" forName="dummyMaxCanvas" refType="w"/>
          <dgm:constr type="h" for="ch" forName="dummyMaxCanvas" refType="h"/>
          <dgm:constr type="w" for="ch" forName="OneNode_1" refType="w"/>
          <dgm:constr type="h" for="ch" forName="OneNode_1" refType="h" fact="0.5"/>
          <dgm:constr type="ctrY" for="ch" forName="OneNode_1" refType="h" fact="0.5"/>
          <dgm:constr type="w" for="ch" forName="TwoNodes_1" refType="w" fact="0.85"/>
          <dgm:constr type="h" for="ch" forName="TwoNodes_1" refType="h" fact="0.45"/>
          <dgm:constr type="t" for="ch" forName="TwoNodes_1"/>
          <dgm:constr type="r" for="ch" forName="TwoNodes_1" refType="w"/>
          <dgm:constr type="w" for="ch" forName="TwoNodes_2" refType="w" fact="0.85"/>
          <dgm:constr type="h" for="ch" forName="TwoNodes_2" refType="h" fact="0.45"/>
          <dgm:constr type="b" for="ch" forName="TwoNodes_2" refType="h"/>
          <dgm:constr type="l" for="ch" forName="TwoNodes_2"/>
          <dgm:constr type="w" for="ch" forName="TwoConn_1-2" refType="h" refFor="ch" refForName="TwoNodes_1" fact="0.65"/>
          <dgm:constr type="h" for="ch" forName="TwoConn_1-2" refType="h" refFor="ch" refForName="TwoNodes_1" fact="0.65"/>
          <dgm:constr type="ctrY" for="ch" forName="TwoConn_1-2" refType="h" fact="0.5"/>
          <dgm:constr type="l" for="ch" forName="TwoConn_1-2" refType="l" refFor="ch" refForName="TwoNodes_1"/>
          <dgm:constr type="l" for="ch" forName="TwoNodes_1_text" refType="r" refFor="ch" refForName="TwoConn_1-2"/>
          <dgm:constr type="lOff" for="ch" forName="TwoNodes_1_text" refType="w" refFor="ch" refForName="TwoConn_1-2" fact="0.5"/>
          <dgm:constr type="t" for="ch" forName="TwoNodes_1_text" refType="t" refFor="ch" refForName="TwoNodes_1"/>
          <dgm:constr type="b" for="ch" forName="TwoNodes_1_text" refType="b" refFor="ch" refForName="TwoNodes_1"/>
          <dgm:constr type="r" for="ch" forName="TwoNodes_1_text" refType="r" refFor="ch" refForName="TwoNodes_1"/>
          <dgm:constr type="l" for="ch" forName="TwoNodes_2_text" refType="r" refFor="ch" refForName="TwoConn_1-2"/>
          <dgm:constr type="t" for="ch" forName="TwoNodes_2_text" refType="t" refFor="ch" refForName="TwoNodes_2"/>
          <dgm:constr type="b" for="ch" forName="TwoNodes_2_text" refType="b" refFor="ch" refForName="TwoNodes_2"/>
          <dgm:constr type="r" for="ch" forName="TwoNodes_2_text" refType="r" refFor="ch" refForName="TwoNodes_2"/>
          <dgm:constr type="w" for="ch" forName="ThreeNodes_1" refType="w" fact="0.85"/>
          <dgm:constr type="h" for="ch" forName="ThreeNodes_1" refType="h" fact="0.3"/>
          <dgm:constr type="t" for="ch" forName="ThreeNodes_1"/>
          <dgm:constr type="r" for="ch" forName="ThreeNodes_1" refType="w"/>
          <dgm:constr type="w" for="ch" forName="ThreeNodes_2" refType="w" fact="0.85"/>
          <dgm:constr type="h" for="ch" forName="ThreeNodes_2" refType="h" fact="0.3"/>
          <dgm:constr type="ctrY" for="ch" forName="ThreeNodes_2" refType="h" fact="0.5"/>
          <dgm:constr type="ctrX" for="ch" forName="ThreeNodes_2" refType="w" fact="0.5"/>
          <dgm:constr type="w" for="ch" forName="ThreeNodes_3" refType="w" fact="0.85"/>
          <dgm:constr type="h" for="ch" forName="ThreeNodes_3" refType="h" fact="0.3"/>
          <dgm:constr type="b" for="ch" forName="ThreeNodes_3" refType="h"/>
          <dgm:constr type="l" for="ch" forName="ThreeNodes_3"/>
          <dgm:constr type="w" for="ch" forName="ThreeConn_1-2" refType="h" refFor="ch" refForName="ThreeNodes_1" fact="0.65"/>
          <dgm:constr type="h" for="ch" forName="ThreeConn_1-2" refType="h" refFor="ch" refForName="ThreeNodes_1" fact="0.65"/>
          <dgm:constr type="ctrY" for="ch" forName="ThreeConn_1-2" refType="h" fact="0.325"/>
          <dgm:constr type="l" for="ch" forName="ThreeConn_1-2" refType="l" refFor="ch" refForName="ThreeNodes_1"/>
          <dgm:constr type="w" for="ch" forName="ThreeConn_2-3" refType="h" refFor="ch" refForName="ThreeNodes_2" fact="0.65"/>
          <dgm:constr type="h" for="ch" forName="ThreeConn_2-3" refType="h" refFor="ch" refForName="ThreeNodes_2" fact="0.65"/>
          <dgm:constr type="ctrY" for="ch" forName="ThreeConn_2-3" refType="h" fact="0.673"/>
          <dgm:constr type="l" for="ch" forName="ThreeConn_2-3" refType="l" refFor="ch" refForName="ThreeNodes_2"/>
          <dgm:constr type="l" for="ch" forName="ThreeNodes_1_text" refType="r" refFor="ch" refForName="ThreeConn_1-2"/>
          <dgm:constr type="lOff" for="ch" forName="ThreeNodes_1_text" refType="w" refFor="ch" refForName="ThreeConn_1-2" fact="0.55"/>
          <dgm:constr type="t" for="ch" forName="ThreeNodes_1_text" refType="t" refFor="ch" refForName="ThreeNodes_1"/>
          <dgm:constr type="b" for="ch" forName="ThreeNodes_1_text" refType="b" refFor="ch" refForName="ThreeNodes_1"/>
          <dgm:constr type="r" for="ch" forName="ThreeNodes_1_text" refType="r" refFor="ch" refForName="ThreeNodes_1"/>
          <dgm:constr type="l" for="ch" forName="ThreeNodes_2_text" refType="r" refFor="ch" refForName="ThreeConn_1-2"/>
          <dgm:constr type="t" for="ch" forName="ThreeNodes_2_text" refType="t" refFor="ch" refForName="ThreeNodes_2"/>
          <dgm:constr type="b" for="ch" forName="ThreeNodes_2_text" refType="b" refFor="ch" refForName="ThreeNodes_2"/>
          <dgm:constr type="r" for="ch" forName="ThreeNodes_2_text" refType="r" refFor="ch" refForName="ThreeNodes_2"/>
          <dgm:constr type="l" for="ch" forName="ThreeNodes_3_text" refType="r" refFor="ch" refForName="ThreeConn_2-3"/>
          <dgm:constr type="t" for="ch" forName="ThreeNodes_3_text" refType="t" refFor="ch" refForName="ThreeNodes_3"/>
          <dgm:constr type="b" for="ch" forName="ThreeNodes_3_text" refType="b" refFor="ch" refForName="ThreeNodes_3"/>
          <dgm:constr type="r" for="ch" forName="ThreeNodes_3_text" refType="r" refFor="ch" refForName="ThreeNodes_3"/>
          <dgm:constr type="w" for="ch" forName="FourNodes_1" refType="w" fact="0.8"/>
          <dgm:constr type="h" for="ch" forName="FourNodes_1" refType="h" fact="0.22"/>
          <dgm:constr type="t" for="ch" forName="FourNodes_1"/>
          <dgm:constr type="r" for="ch" forName="FourNodes_1" refType="w"/>
          <dgm:constr type="w" for="ch" forName="FourNodes_2" refType="w" fact="0.8"/>
          <dgm:constr type="h" for="ch" forName="FourNodes_2" refType="h" fact="0.22"/>
          <dgm:constr type="ctrY" for="ch" forName="FourNodes_2" refType="h" fact="0.37"/>
          <dgm:constr type="ctrX" for="ch" forName="FourNodes_2" refType="w" fact="0.533"/>
          <dgm:constr type="w" for="ch" forName="FourNodes_3" refType="w" fact="0.8"/>
          <dgm:constr type="h" for="ch" forName="FourNodes_3" refType="h" fact="0.22"/>
          <dgm:constr type="ctrY" for="ch" forName="FourNodes_3" refType="h" fact="0.63"/>
          <dgm:constr type="ctrX" for="ch" forName="FourNodes_3" refType="w" fact="0.467"/>
          <dgm:constr type="w" for="ch" forName="FourNodes_4" refType="w" fact="0.8"/>
          <dgm:constr type="h" for="ch" forName="FourNodes_4" refType="h" fact="0.22"/>
          <dgm:constr type="b" for="ch" forName="FourNodes_4" refType="h"/>
          <dgm:constr type="l" for="ch" forName="FourNodes_4"/>
          <dgm:constr type="w" for="ch" forName="FourConn_1-2" refType="h" refFor="ch" refForName="FourNodes_1" fact="0.65"/>
          <dgm:constr type="h" for="ch" forName="FourConn_1-2" refType="h" refFor="ch" refForName="FourNodes_1" fact="0.65"/>
          <dgm:constr type="ctrY" for="ch" forName="FourConn_1-2" refType="h" fact="0.24"/>
          <dgm:constr type="l" for="ch" forName="FourConn_1-2" refType="l" refFor="ch" refForName="FourNodes_1"/>
          <dgm:constr type="w" for="ch" forName="FourConn_2-3" refType="h" refFor="ch" refForName="FourNodes_2" fact="0.65"/>
          <dgm:constr type="h" for="ch" forName="FourConn_2-3" refType="h" refFor="ch" refForName="FourNodes_2" fact="0.65"/>
          <dgm:constr type="ctrY" for="ch" forName="FourConn_2-3" refType="h" fact="0.5"/>
          <dgm:constr type="l" for="ch" forName="FourConn_2-3" refType="l" refFor="ch" refForName="FourNodes_2"/>
          <dgm:constr type="w" for="ch" forName="FourConn_3-4" refType="h" refFor="ch" refForName="FourNodes_3" fact="0.65"/>
          <dgm:constr type="h" for="ch" forName="FourConn_3-4" refType="h" refFor="ch" refForName="FourNodes_3" fact="0.65"/>
          <dgm:constr type="ctrY" for="ch" forName="FourConn_3-4" refType="h" fact="0.76"/>
          <dgm:constr type="l" for="ch" forName="FourConn_3-4" refType="l" refFor="ch" refForName="FourNodes_3"/>
          <dgm:constr type="l" for="ch" forName="FourNodes_1_text" refType="r" refFor="ch" refForName="FourConn_1-2"/>
          <dgm:constr type="lOff" for="ch" forName="FourNodes_1_text" refType="w" refFor="ch" refForName="FourConn_1-2" fact="0.69"/>
          <dgm:constr type="t" for="ch" forName="FourNodes_1_text" refType="t" refFor="ch" refForName="FourNodes_1"/>
          <dgm:constr type="b" for="ch" forName="FourNodes_1_text" refType="b" refFor="ch" refForName="FourNodes_1"/>
          <dgm:constr type="r" for="ch" forName="FourNodes_1_text" refType="r" refFor="ch" refForName="FourNodes_1"/>
          <dgm:constr type="l" for="ch" forName="FourNodes_2_text" refType="r" refFor="ch" refForName="FourConn_1-2"/>
          <dgm:constr type="t" for="ch" forName="FourNodes_2_text" refType="t" refFor="ch" refForName="FourNodes_2"/>
          <dgm:constr type="b" for="ch" forName="FourNodes_2_text" refType="b" refFor="ch" refForName="FourNodes_2"/>
          <dgm:constr type="r" for="ch" forName="FourNodes_2_text" refType="r" refFor="ch" refForName="FourNodes_2"/>
          <dgm:constr type="l" for="ch" forName="FourNodes_3_text" refType="r" refFor="ch" refForName="FourConn_2-3"/>
          <dgm:constr type="t" for="ch" forName="FourNodes_3_text" refType="t" refFor="ch" refForName="FourNodes_3"/>
          <dgm:constr type="b" for="ch" forName="FourNodes_3_text" refType="b" refFor="ch" refForName="FourNodes_3"/>
          <dgm:constr type="r" for="ch" forName="FourNodes_3_text" refType="r" refFor="ch" refForName="FourNodes_3"/>
          <dgm:constr type="l" for="ch" forName="FourNodes_4_text" refType="r" refFor="ch" refForName="FourConn_3-4"/>
          <dgm:constr type="t" for="ch" forName="FourNodes_4_text" refType="t" refFor="ch" refForName="FourNodes_4"/>
          <dgm:constr type="b" for="ch" forName="FourNodes_4_text" refType="b" refFor="ch" refForName="FourNodes_4"/>
          <dgm:constr type="r" for="ch" forName="FourNodes_4_text" refType="r" refFor="ch" refForName="FourNodes_4"/>
          <dgm:constr type="w" for="ch" forName="FiveNodes_1" refType="w" fact="0.77"/>
          <dgm:constr type="h" for="ch" forName="FiveNodes_1" refType="h" fact="0.18"/>
          <dgm:constr type="t" for="ch" forName="FiveNodes_1"/>
          <dgm:constr type="r" for="ch" forName="FiveNodes_1" refType="w"/>
          <dgm:constr type="w" for="ch" forName="FiveNodes_2" refType="w" fact="0.77"/>
          <dgm:constr type="h" for="ch" forName="FiveNodes_2" refType="h" fact="0.18"/>
          <dgm:constr type="ctrY" for="ch" forName="FiveNodes_2" refType="h" fact="0.295"/>
          <dgm:constr type="ctrX" for="ch" forName="FiveNodes_2" refType="w" fact="0.5575"/>
          <dgm:constr type="w" for="ch" forName="FiveNodes_3" refType="w" fact="0.77"/>
          <dgm:constr type="h" for="ch" forName="FiveNodes_3" refType="h" fact="0.18"/>
          <dgm:constr type="ctrY" for="ch" forName="FiveNodes_3" refType="h" fact="0.5"/>
          <dgm:constr type="ctrX" for="ch" forName="FiveNodes_3" refType="w" fact="0.5"/>
          <dgm:constr type="w" for="ch" forName="FiveNodes_4" refType="w" fact="0.77"/>
          <dgm:constr type="h" for="ch" forName="FiveNodes_4" refType="h" fact="0.18"/>
          <dgm:constr type="ctrY" for="ch" forName="FiveNodes_4" refType="h" fact="0.705"/>
          <dgm:constr type="ctrX" for="ch" forName="FiveNodes_4" refType="w" fact="0.4425"/>
          <dgm:constr type="w" for="ch" forName="FiveNodes_5" refType="w" fact="0.77"/>
          <dgm:constr type="h" for="ch" forName="FiveNodes_5" refType="h" fact="0.18"/>
          <dgm:constr type="b" for="ch" forName="FiveNodes_5" refType="h"/>
          <dgm:constr type="l" for="ch" forName="FiveNodes_5"/>
          <dgm:constr type="w" for="ch" forName="FiveConn_1-2" refType="h" refFor="ch" refForName="FiveNodes_1" fact="0.65"/>
          <dgm:constr type="h" for="ch" forName="FiveConn_1-2" refType="h" refFor="ch" refForName="FiveNodes_1" fact="0.65"/>
          <dgm:constr type="ctrY" for="ch" forName="FiveConn_1-2" refType="h" fact="0.19"/>
          <dgm:constr type="l" for="ch" forName="FiveConn_1-2" refType="l" refFor="ch" refForName="FiveNodes_1"/>
          <dgm:constr type="w" for="ch" forName="FiveConn_2-3" refType="h" refFor="ch" refForName="FiveNodes_2" fact="0.65"/>
          <dgm:constr type="h" for="ch" forName="FiveConn_2-3" refType="h" refFor="ch" refForName="FiveNodes_2" fact="0.65"/>
          <dgm:constr type="ctrY" for="ch" forName="FiveConn_2-3" refType="h" fact="0.395"/>
          <dgm:constr type="l" for="ch" forName="FiveConn_2-3" refType="l" refFor="ch" refForName="FiveNodes_2"/>
          <dgm:constr type="w" for="ch" forName="FiveConn_3-4" refType="h" refFor="ch" refForName="FiveNodes_3" fact="0.65"/>
          <dgm:constr type="h" for="ch" forName="FiveConn_3-4" refType="h" refFor="ch" refForName="FiveNodes_3" fact="0.65"/>
          <dgm:constr type="ctrY" for="ch" forName="FiveConn_3-4" refType="h" fact="0.597"/>
          <dgm:constr type="l" for="ch" forName="FiveConn_3-4" refType="l" refFor="ch" refForName="FiveNodes_3"/>
          <dgm:constr type="w" for="ch" forName="FiveConn_4-5" refType="h" refFor="ch" refForName="FiveNodes_4" fact="0.65"/>
          <dgm:constr type="h" for="ch" forName="FiveConn_4-5" refType="h" refFor="ch" refForName="FiveNodes_4" fact="0.65"/>
          <dgm:constr type="ctrY" for="ch" forName="FiveConn_4-5" refType="h" fact="0.804"/>
          <dgm:constr type="l" for="ch" forName="FiveConn_4-5" refType="l" refFor="ch" refForName="FiveNodes_4"/>
          <dgm:constr type="l" for="ch" forName="FiveNodes_1_text" refType="r" refFor="ch" refForName="FiveConn_1-2"/>
          <dgm:constr type="lOff" for="ch" forName="FiveNodes_1_text" refType="w" refFor="ch" refForName="FiveConn_1-2" fact="0.73"/>
          <dgm:constr type="t" for="ch" forName="FiveNodes_1_text" refType="t" refFor="ch" refForName="FiveNodes_1"/>
          <dgm:constr type="b" for="ch" forName="FiveNodes_1_text" refType="b" refFor="ch" refForName="FiveNodes_1"/>
          <dgm:constr type="r" for="ch" forName="FiveNodes_1_text" refType="r" refFor="ch" refForName="FiveNodes_1"/>
          <dgm:constr type="l" for="ch" forName="FiveNodes_2_text" refType="r" refFor="ch" refForName="FiveConn_1-2"/>
          <dgm:constr type="t" for="ch" forName="FiveNodes_2_text" refType="t" refFor="ch" refForName="FiveNodes_2"/>
          <dgm:constr type="b" for="ch" forName="FiveNodes_2_text" refType="b" refFor="ch" refForName="FiveNodes_2"/>
          <dgm:constr type="r" for="ch" forName="FiveNodes_2_text" refType="r" refFor="ch" refForName="FiveNodes_2"/>
          <dgm:constr type="l" for="ch" forName="FiveNodes_3_text" refType="r" refFor="ch" refForName="FiveConn_2-3"/>
          <dgm:constr type="t" for="ch" forName="FiveNodes_3_text" refType="t" refFor="ch" refForName="FiveNodes_3"/>
          <dgm:constr type="b" for="ch" forName="FiveNodes_3_text" refType="b" refFor="ch" refForName="FiveNodes_3"/>
          <dgm:constr type="r" for="ch" forName="FiveNodes_3_text" refType="r" refFor="ch" refForName="FiveNodes_3"/>
          <dgm:constr type="l" for="ch" forName="FiveNodes_4_text" refType="r" refFor="ch" refForName="FiveConn_3-4"/>
          <dgm:constr type="t" for="ch" forName="FiveNodes_4_text" refType="t" refFor="ch" refForName="FiveNodes_4"/>
          <dgm:constr type="b" for="ch" forName="FiveNodes_4_text" refType="b" refFor="ch" refForName="FiveNodes_4"/>
          <dgm:constr type="r" for="ch" forName="FiveNodes_4_text" refType="r" refFor="ch" refForName="FiveNodes_4"/>
          <dgm:constr type="l" for="ch" forName="FiveNodes_5_text" refType="r" refFor="ch" refForName="FiveConn_4-5"/>
          <dgm:constr type="t" for="ch" forName="FiveNodes_5_text" refType="t" refFor="ch" refForName="FiveNodes_5"/>
          <dgm:constr type="b" for="ch" forName="FiveNodes_5_text" refType="b" refFor="ch" refForName="FiveNodes_5"/>
          <dgm:constr type="r" for="ch" forName="FiveNodes_5_text" refType="r" refFor="ch" refForName="FiveNodes_5"/>
        </dgm:constrLst>
      </dgm:else>
    </dgm:choose>
    <dgm:ruleLst/>
    <dgm:layoutNode name="dummyMaxCanvas">
      <dgm:varLst/>
      <dgm:alg type="sp"/>
      <dgm:shape xmlns:r="http://schemas.openxmlformats.org/officeDocument/2006/relationships" r:blip="">
        <dgm:adjLst/>
      </dgm:shape>
      <dgm:presOf/>
      <dgm:constrLst/>
      <dgm:ruleLst/>
    </dgm:layoutNode>
    <dgm:choose name="Name3">
      <dgm:if name="Name4" axis="ch" ptType="node" func="cnt" op="equ" val="1">
        <dgm:layoutNode name="OneNode_1">
          <dgm:varLst>
            <dgm:bulletEnabled val="1"/>
          </dgm:varLst>
          <dgm:alg type="tx"/>
          <dgm:shape xmlns:r="http://schemas.openxmlformats.org/officeDocument/2006/relationships" type="roundRect" r:blip="">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5">
        <dgm:choose name="Name6">
          <dgm:if name="Name7" axis="ch" ptType="node" func="cnt" op="equ" val="2">
            <dgm:layoutNode name="Two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wo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wo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wo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wo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8">
            <dgm:choose name="Name9">
              <dgm:if name="Name10" axis="ch" ptType="node" func="cnt" op="equ" val="3">
                <dgm:layoutNode name="Thre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Thre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Thre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Thre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Thre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Thre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1">
                <dgm:choose name="Name12">
                  <dgm:if name="Name13" axis="ch" ptType="node" func="cnt" op="equ" val="4">
                    <dgm:layoutNode name="Four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our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our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our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our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our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our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4">
                    <dgm:choose name="Name15">
                      <dgm:if name="Name16" axis="ch" ptType="node" func="cnt" op="gte" val="5">
                        <dgm:layoutNode name="FiveNodes_1">
                          <dgm:varLst>
                            <dgm:bulletEnabled val="1"/>
                          </dgm:varLst>
                          <dgm:alg type="sp"/>
                          <dgm:shape xmlns:r="http://schemas.openxmlformats.org/officeDocument/2006/relationships" type="roundRect" r:blip="">
                            <dgm:adjLst>
                              <dgm:adj idx="1" val="0.1"/>
                            </dgm:adjLst>
                          </dgm:shape>
                          <dgm:presOf axis="ch desOrSelf" ptType="node node" st="1 1" cnt="1 0"/>
                          <dgm:constrLst/>
                          <dgm:ruleLst/>
                        </dgm:layoutNode>
                        <dgm:layoutNode name="FiveNodes_2">
                          <dgm:varLst>
                            <dgm:bulletEnabled val="1"/>
                          </dgm:varLst>
                          <dgm:alg type="sp"/>
                          <dgm:shape xmlns:r="http://schemas.openxmlformats.org/officeDocument/2006/relationships" type="roundRect" r:blip="">
                            <dgm:adjLst>
                              <dgm:adj idx="1" val="0.1"/>
                            </dgm:adjLst>
                          </dgm:shape>
                          <dgm:presOf axis="ch desOrSelf" ptType="node node" st="2 1" cnt="1 0"/>
                          <dgm:constrLst/>
                          <dgm:ruleLst/>
                        </dgm:layoutNode>
                        <dgm:layoutNode name="FiveNodes_3">
                          <dgm:varLst>
                            <dgm:bulletEnabled val="1"/>
                          </dgm:varLst>
                          <dgm:alg type="sp"/>
                          <dgm:shape xmlns:r="http://schemas.openxmlformats.org/officeDocument/2006/relationships" type="roundRect" r:blip="">
                            <dgm:adjLst>
                              <dgm:adj idx="1" val="0.1"/>
                            </dgm:adjLst>
                          </dgm:shape>
                          <dgm:presOf axis="ch desOrSelf" ptType="node node" st="3 1" cnt="1 0"/>
                          <dgm:constrLst/>
                          <dgm:ruleLst/>
                        </dgm:layoutNode>
                        <dgm:layoutNode name="FiveNodes_4">
                          <dgm:varLst>
                            <dgm:bulletEnabled val="1"/>
                          </dgm:varLst>
                          <dgm:alg type="sp"/>
                          <dgm:shape xmlns:r="http://schemas.openxmlformats.org/officeDocument/2006/relationships" type="roundRect" r:blip="">
                            <dgm:adjLst>
                              <dgm:adj idx="1" val="0.1"/>
                            </dgm:adjLst>
                          </dgm:shape>
                          <dgm:presOf axis="ch desOrSelf" ptType="node node" st="4 1" cnt="1 0"/>
                          <dgm:constrLst/>
                          <dgm:ruleLst/>
                        </dgm:layoutNode>
                        <dgm:layoutNode name="FiveNodes_5">
                          <dgm:varLst>
                            <dgm:bulletEnabled val="1"/>
                          </dgm:varLst>
                          <dgm:alg type="sp"/>
                          <dgm:shape xmlns:r="http://schemas.openxmlformats.org/officeDocument/2006/relationships" type="roundRect" r:blip="">
                            <dgm:adjLst>
                              <dgm:adj idx="1" val="0.1"/>
                            </dgm:adjLst>
                          </dgm:shape>
                          <dgm:presOf axis="ch desOrSelf" ptType="node node" st="5 1" cnt="1 0"/>
                          <dgm:constrLst/>
                          <dgm:ruleLst/>
                        </dgm:layoutNode>
                        <dgm:layoutNode name="FiveConn_1-2" styleLbl="fgAccFollowNode1">
                          <dgm:varLst>
                            <dgm:bulletEnabled val="1"/>
                          </dgm:varLst>
                          <dgm:alg type="tx"/>
                          <dgm:shape xmlns:r="http://schemas.openxmlformats.org/officeDocument/2006/relationships" type="downArrow" r:blip="">
                            <dgm:adjLst>
                              <dgm:adj idx="1" val="0.55"/>
                              <dgm:adj idx="2" val="0.45"/>
                            </dgm:adjLst>
                          </dgm:shape>
                          <dgm:presOf axis="ch" ptType="sibTrans"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2-3" styleLbl="fgAccFollowNode1">
                          <dgm:varLst>
                            <dgm:bulletEnabled val="1"/>
                          </dgm:varLst>
                          <dgm:alg type="tx"/>
                          <dgm:shape xmlns:r="http://schemas.openxmlformats.org/officeDocument/2006/relationships" type="downArrow" r:blip="">
                            <dgm:adjLst>
                              <dgm:adj idx="1" val="0.55"/>
                              <dgm:adj idx="2" val="0.45"/>
                            </dgm:adjLst>
                          </dgm:shape>
                          <dgm:presOf axis="ch" ptType="sibTrans" st="2"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3-4" styleLbl="fgAccFollowNode1">
                          <dgm:varLst>
                            <dgm:bulletEnabled val="1"/>
                          </dgm:varLst>
                          <dgm:alg type="tx"/>
                          <dgm:shape xmlns:r="http://schemas.openxmlformats.org/officeDocument/2006/relationships" type="downArrow" r:blip="">
                            <dgm:adjLst>
                              <dgm:adj idx="1" val="0.55"/>
                              <dgm:adj idx="2" val="0.45"/>
                            </dgm:adjLst>
                          </dgm:shape>
                          <dgm:presOf axis="ch" ptType="sibTrans" st="3"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Conn_4-5" styleLbl="fgAccFollowNode1">
                          <dgm:varLst>
                            <dgm:bulletEnabled val="1"/>
                          </dgm:varLst>
                          <dgm:alg type="tx"/>
                          <dgm:shape xmlns:r="http://schemas.openxmlformats.org/officeDocument/2006/relationships" type="downArrow" r:blip="">
                            <dgm:adjLst>
                              <dgm:adj idx="1" val="0.55"/>
                              <dgm:adj idx="2" val="0.45"/>
                            </dgm:adjLst>
                          </dgm:shape>
                          <dgm:presOf axis="ch" ptType="sibTrans" st="4" cnt="1"/>
                          <dgm:constrLst>
                            <dgm:constr type="lMarg" refType="primFontSz" fact="0.1"/>
                            <dgm:constr type="rMarg" refType="primFontSz" fact="0.1"/>
                            <dgm:constr type="tMarg" refType="primFontSz" fact="0.1"/>
                            <dgm:constr type="bMarg" refType="primFontSz" fact="0.1"/>
                          </dgm:constrLst>
                          <dgm:ruleLst>
                            <dgm:rule type="primFontSz" val="5" fact="NaN" max="NaN"/>
                          </dgm:ruleLst>
                        </dgm:layoutNode>
                        <dgm:layoutNode name="FiveNodes_1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1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2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2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3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3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4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4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layoutNode name="FiveNodes_5_text">
                          <dgm:varLst>
                            <dgm:bulletEnabled val="1"/>
                          </dgm:varLst>
                          <dgm:alg type="tx">
                            <dgm:param type="parTxLTRAlign" val="l"/>
                            <dgm:param type="txAnchorVertCh" val="mid"/>
                          </dgm:alg>
                          <dgm:shape xmlns:r="http://schemas.openxmlformats.org/officeDocument/2006/relationships" type="roundRect" r:blip="" hideGeom="1">
                            <dgm:adjLst>
                              <dgm:adj idx="1" val="0.1"/>
                            </dgm:adjLst>
                          </dgm:shape>
                          <dgm:presOf axis="ch desOrSelf" ptType="node node" st="5 1" cnt="1 0"/>
                          <dgm:constrLst>
                            <dgm:constr type="lMarg" refType="primFontSz" fact="0.3"/>
                            <dgm:constr type="rMarg" refType="primFontSz" fact="0.3"/>
                            <dgm:constr type="tMarg" refType="primFontSz" fact="0.3"/>
                            <dgm:constr type="bMarg" refType="primFontSz" fact="0.3"/>
                          </dgm:constrLst>
                          <dgm:ruleLst>
                            <dgm:rule type="primFontSz" val="5" fact="NaN" max="NaN"/>
                          </dgm:ruleLst>
                        </dgm:layoutNode>
                      </dgm:if>
                      <dgm:else name="Name17"/>
                    </dgm:choose>
                  </dgm:else>
                </dgm:choose>
              </dgm:else>
            </dgm:choose>
          </dgm:else>
        </dgm:choose>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6.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7.xml><?xml version="1.0" encoding="utf-8"?>
<dgm:styleDef xmlns:dgm="http://schemas.openxmlformats.org/drawingml/2006/diagram" xmlns:a="http://schemas.openxmlformats.org/drawingml/2006/main" uniqueId="urn:microsoft.com/office/officeart/2005/8/quickstyle/simple2">
  <dgm:title val=""/>
  <dgm:desc val=""/>
  <dgm:catLst>
    <dgm:cat type="simple" pri="10200"/>
  </dgm:catLst>
  <dgm:scene3d>
    <a:camera prst="orthographicFront"/>
    <a:lightRig rig="threePt" dir="t"/>
  </dgm:scene3d>
  <dgm:styleLbl name="node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ln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vennNode1">
    <dgm:scene3d>
      <a:camera prst="orthographicFront"/>
      <a:lightRig rig="threePt" dir="t"/>
    </dgm:scene3d>
    <dgm:sp3d/>
    <dgm:txPr/>
    <dgm:style>
      <a:lnRef idx="3">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1">
        <a:scrgbClr r="0" g="0" b="0"/>
      </a:effectRef>
      <a:fontRef idx="minor">
        <a:schemeClr val="lt1"/>
      </a:fontRef>
    </dgm:style>
  </dgm:styleLbl>
  <dgm:styleLbl name="node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node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f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align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bgImgPlace1">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1">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1">
        <a:scrgbClr r="0" g="0" b="0"/>
      </a:effectRef>
      <a:fontRef idx="minor"/>
    </dgm:style>
  </dgm:styleLbl>
  <dgm:styleLbl name="asst0">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asst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1">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2">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3">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2D4">
    <dgm:scene3d>
      <a:camera prst="orthographicFront"/>
      <a:lightRig rig="threePt" dir="t"/>
    </dgm:scene3d>
    <dgm:sp3d/>
    <dgm:txPr/>
    <dgm:style>
      <a:lnRef idx="3">
        <a:scrgbClr r="0" g="0" b="0"/>
      </a:lnRef>
      <a:fillRef idx="1">
        <a:scrgbClr r="0" g="0" b="0"/>
      </a:fillRef>
      <a:effectRef idx="1">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3">
        <a:scrgbClr r="0" g="0" b="0"/>
      </a:lnRef>
      <a:fillRef idx="1">
        <a:scrgbClr r="0" g="0" b="0"/>
      </a:fillRef>
      <a:effectRef idx="1">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8.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4.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5.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6.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7.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8.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19.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0.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CD748457-A221-4B53-928C-0F8829A7CFCB}" type="datetimeFigureOut">
              <a:t>7/29/2026</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6D43FE9-3319-4372-821B-E64A154AF2BC}" type="slidenum">
              <a:t>‹#›</a:t>
            </a:fld>
            <a:endParaRPr lang="en-US"/>
          </a:p>
        </p:txBody>
      </p:sp>
    </p:spTree>
    <p:extLst>
      <p:ext uri="{BB962C8B-B14F-4D97-AF65-F5344CB8AC3E}">
        <p14:creationId xmlns:p14="http://schemas.microsoft.com/office/powerpoint/2010/main" val="3053427572"/>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3" Type="http://schemas.openxmlformats.org/officeDocument/2006/relationships/hyperlink" Target="https://www.itjones.com/blogs/understanding-dns-basics-of-computer-networking" TargetMode="External"/><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50.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51.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52.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54.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56.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57.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58.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61.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63.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64.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67.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68.xml"/><Relationship Id="rId1" Type="http://schemas.openxmlformats.org/officeDocument/2006/relationships/notesMaster" Target="../notesMasters/notesMaster1.xml"/></Relationships>
</file>

<file path=ppt/notesSlides/_rels/notesSlide41.xml.rels><?xml version="1.0" encoding="UTF-8" standalone="yes"?>
<Relationships xmlns="http://schemas.openxmlformats.org/package/2006/relationships"><Relationship Id="rId2" Type="http://schemas.openxmlformats.org/officeDocument/2006/relationships/slide" Target="../slides/slide69.xml"/><Relationship Id="rId1" Type="http://schemas.openxmlformats.org/officeDocument/2006/relationships/notesMaster" Target="../notesMasters/notesMaster1.xml"/></Relationships>
</file>

<file path=ppt/notesSlides/_rels/notesSlide42.xml.rels><?xml version="1.0" encoding="UTF-8" standalone="yes"?>
<Relationships xmlns="http://schemas.openxmlformats.org/package/2006/relationships"><Relationship Id="rId2" Type="http://schemas.openxmlformats.org/officeDocument/2006/relationships/slide" Target="../slides/slide70.xml"/><Relationship Id="rId1" Type="http://schemas.openxmlformats.org/officeDocument/2006/relationships/notesMaster" Target="../notesMasters/notesMaster1.xml"/></Relationships>
</file>

<file path=ppt/notesSlides/_rels/notesSlide43.xml.rels><?xml version="1.0" encoding="UTF-8" standalone="yes"?>
<Relationships xmlns="http://schemas.openxmlformats.org/package/2006/relationships"><Relationship Id="rId2" Type="http://schemas.openxmlformats.org/officeDocument/2006/relationships/slide" Target="../slides/slide71.xml"/><Relationship Id="rId1" Type="http://schemas.openxmlformats.org/officeDocument/2006/relationships/notesMaster" Target="../notesMasters/notesMaster1.xml"/></Relationships>
</file>

<file path=ppt/notesSlides/_rels/notesSlide44.xml.rels><?xml version="1.0" encoding="UTF-8" standalone="yes"?>
<Relationships xmlns="http://schemas.openxmlformats.org/package/2006/relationships"><Relationship Id="rId2" Type="http://schemas.openxmlformats.org/officeDocument/2006/relationships/slide" Target="../slides/slide75.xml"/><Relationship Id="rId1" Type="http://schemas.openxmlformats.org/officeDocument/2006/relationships/notesMaster" Target="../notesMasters/notesMaster1.xml"/></Relationships>
</file>

<file path=ppt/notesSlides/_rels/notesSlide45.xml.rels><?xml version="1.0" encoding="UTF-8" standalone="yes"?>
<Relationships xmlns="http://schemas.openxmlformats.org/package/2006/relationships"><Relationship Id="rId2" Type="http://schemas.openxmlformats.org/officeDocument/2006/relationships/slide" Target="../slides/slide76.xml"/><Relationship Id="rId1" Type="http://schemas.openxmlformats.org/officeDocument/2006/relationships/notesMaster" Target="../notesMasters/notesMaster1.xml"/></Relationships>
</file>

<file path=ppt/notesSlides/_rels/notesSlide46.xml.rels><?xml version="1.0" encoding="UTF-8" standalone="yes"?>
<Relationships xmlns="http://schemas.openxmlformats.org/package/2006/relationships"><Relationship Id="rId2" Type="http://schemas.openxmlformats.org/officeDocument/2006/relationships/slide" Target="../slides/slide77.xml"/><Relationship Id="rId1" Type="http://schemas.openxmlformats.org/officeDocument/2006/relationships/notesMaster" Target="../notesMasters/notesMaster1.xml"/></Relationships>
</file>

<file path=ppt/notesSlides/_rels/notesSlide47.xml.rels><?xml version="1.0" encoding="UTF-8" standalone="yes"?>
<Relationships xmlns="http://schemas.openxmlformats.org/package/2006/relationships"><Relationship Id="rId2" Type="http://schemas.openxmlformats.org/officeDocument/2006/relationships/slide" Target="../slides/slide78.xml"/><Relationship Id="rId1" Type="http://schemas.openxmlformats.org/officeDocument/2006/relationships/notesMaster" Target="../notesMasters/notesMaster1.xml"/></Relationships>
</file>

<file path=ppt/notesSlides/_rels/notesSlide48.xml.rels><?xml version="1.0" encoding="UTF-8" standalone="yes"?>
<Relationships xmlns="http://schemas.openxmlformats.org/package/2006/relationships"><Relationship Id="rId2" Type="http://schemas.openxmlformats.org/officeDocument/2006/relationships/slide" Target="../slides/slide84.xml"/><Relationship Id="rId1" Type="http://schemas.openxmlformats.org/officeDocument/2006/relationships/notesMaster" Target="../notesMasters/notesMaster1.xml"/></Relationships>
</file>

<file path=ppt/notesSlides/_rels/notesSlide49.xml.rels><?xml version="1.0" encoding="UTF-8" standalone="yes"?>
<Relationships xmlns="http://schemas.openxmlformats.org/package/2006/relationships"><Relationship Id="rId2" Type="http://schemas.openxmlformats.org/officeDocument/2006/relationships/slide" Target="../slides/slide87.xml"/><Relationship Id="rId1" Type="http://schemas.openxmlformats.org/officeDocument/2006/relationships/notesMaster" Target="../notesMasters/notesMaster1.xml"/></Relationships>
</file>

<file path=ppt/notesSlides/_rels/notesSlide50.xml.rels><?xml version="1.0" encoding="UTF-8" standalone="yes"?>
<Relationships xmlns="http://schemas.openxmlformats.org/package/2006/relationships"><Relationship Id="rId2" Type="http://schemas.openxmlformats.org/officeDocument/2006/relationships/slide" Target="../slides/slide92.xml"/><Relationship Id="rId1" Type="http://schemas.openxmlformats.org/officeDocument/2006/relationships/notesMaster" Target="../notesMasters/notesMaster1.xml"/></Relationships>
</file>

<file path=ppt/notesSlides/_rels/notesSlide51.xml.rels><?xml version="1.0" encoding="UTF-8" standalone="yes"?>
<Relationships xmlns="http://schemas.openxmlformats.org/package/2006/relationships"><Relationship Id="rId2" Type="http://schemas.openxmlformats.org/officeDocument/2006/relationships/slide" Target="../slides/slide95.xml"/><Relationship Id="rId1" Type="http://schemas.openxmlformats.org/officeDocument/2006/relationships/notesMaster" Target="../notesMasters/notesMaster1.xml"/></Relationships>
</file>

<file path=ppt/notesSlides/_rels/notesSlide52.xml.rels><?xml version="1.0" encoding="UTF-8" standalone="yes"?>
<Relationships xmlns="http://schemas.openxmlformats.org/package/2006/relationships"><Relationship Id="rId2" Type="http://schemas.openxmlformats.org/officeDocument/2006/relationships/slide" Target="../slides/slide97.xml"/><Relationship Id="rId1" Type="http://schemas.openxmlformats.org/officeDocument/2006/relationships/notesMaster" Target="../notesMasters/notesMaster1.xml"/></Relationships>
</file>

<file path=ppt/notesSlides/_rels/notesSlide53.xml.rels><?xml version="1.0" encoding="UTF-8" standalone="yes"?>
<Relationships xmlns="http://schemas.openxmlformats.org/package/2006/relationships"><Relationship Id="rId2" Type="http://schemas.openxmlformats.org/officeDocument/2006/relationships/slide" Target="../slides/slide103.xml"/><Relationship Id="rId1" Type="http://schemas.openxmlformats.org/officeDocument/2006/relationships/notesMaster" Target="../notesMasters/notesMaster1.xml"/></Relationships>
</file>

<file path=ppt/notesSlides/_rels/notesSlide54.xml.rels><?xml version="1.0" encoding="UTF-8" standalone="yes"?>
<Relationships xmlns="http://schemas.openxmlformats.org/package/2006/relationships"><Relationship Id="rId2" Type="http://schemas.openxmlformats.org/officeDocument/2006/relationships/slide" Target="../slides/slide120.xml"/><Relationship Id="rId1" Type="http://schemas.openxmlformats.org/officeDocument/2006/relationships/notesMaster" Target="../notesMasters/notesMaster1.xml"/></Relationships>
</file>

<file path=ppt/notesSlides/_rels/notesSlide55.xml.rels><?xml version="1.0" encoding="UTF-8" standalone="yes"?>
<Relationships xmlns="http://schemas.openxmlformats.org/package/2006/relationships"><Relationship Id="rId2" Type="http://schemas.openxmlformats.org/officeDocument/2006/relationships/slide" Target="../slides/slide122.xml"/><Relationship Id="rId1" Type="http://schemas.openxmlformats.org/officeDocument/2006/relationships/notesMaster" Target="../notesMasters/notesMaster1.xml"/></Relationships>
</file>

<file path=ppt/notesSlides/_rels/notesSlide56.xml.rels><?xml version="1.0" encoding="UTF-8" standalone="yes"?>
<Relationships xmlns="http://schemas.openxmlformats.org/package/2006/relationships"><Relationship Id="rId2" Type="http://schemas.openxmlformats.org/officeDocument/2006/relationships/slide" Target="../slides/slide124.xml"/><Relationship Id="rId1" Type="http://schemas.openxmlformats.org/officeDocument/2006/relationships/notesMaster" Target="../notesMasters/notesMaster1.xml"/></Relationships>
</file>

<file path=ppt/notesSlides/_rels/notesSlide57.xml.rels><?xml version="1.0" encoding="UTF-8" standalone="yes"?>
<Relationships xmlns="http://schemas.openxmlformats.org/package/2006/relationships"><Relationship Id="rId2" Type="http://schemas.openxmlformats.org/officeDocument/2006/relationships/slide" Target="../slides/slide125.xml"/><Relationship Id="rId1" Type="http://schemas.openxmlformats.org/officeDocument/2006/relationships/notesMaster" Target="../notesMasters/notesMaster1.xml"/></Relationships>
</file>

<file path=ppt/notesSlides/_rels/notesSlide58.xml.rels><?xml version="1.0" encoding="UTF-8" standalone="yes"?>
<Relationships xmlns="http://schemas.openxmlformats.org/package/2006/relationships"><Relationship Id="rId2" Type="http://schemas.openxmlformats.org/officeDocument/2006/relationships/slide" Target="../slides/slide126.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Have a terminal on one screen of their </a:t>
            </a:r>
            <a:r>
              <a:rPr lang="en-US" err="1">
                <a:ea typeface="Calibri"/>
                <a:cs typeface="Calibri"/>
              </a:rPr>
              <a:t>vm</a:t>
            </a:r>
            <a:r>
              <a:rPr lang="en-US">
                <a:ea typeface="Calibri"/>
                <a:cs typeface="Calibri"/>
              </a:rPr>
              <a:t>, and the slides </a:t>
            </a:r>
            <a:r>
              <a:rPr lang="en-US" err="1">
                <a:ea typeface="Calibri"/>
                <a:cs typeface="Calibri"/>
              </a:rPr>
              <a:t>ona</a:t>
            </a:r>
            <a:r>
              <a:rPr lang="en-US">
                <a:ea typeface="Calibri"/>
                <a:cs typeface="Calibri"/>
              </a:rPr>
              <a:t> </a:t>
            </a:r>
            <a:r>
              <a:rPr lang="en-US" err="1">
                <a:ea typeface="Calibri"/>
                <a:cs typeface="Calibri"/>
              </a:rPr>
              <a:t>nother</a:t>
            </a:r>
            <a:r>
              <a:rPr lang="en-US">
                <a:ea typeface="Calibri"/>
                <a:cs typeface="Calibri"/>
              </a:rPr>
              <a:t> so I don't need to go back and forth a bunch</a:t>
            </a:r>
          </a:p>
          <a:p>
            <a:endParaRPr lang="en-US">
              <a:ea typeface="Calibri"/>
              <a:cs typeface="Calibri"/>
            </a:endParaRPr>
          </a:p>
          <a:p>
            <a:r>
              <a:rPr lang="en-US">
                <a:ea typeface="Calibri"/>
                <a:cs typeface="Calibri"/>
              </a:rPr>
              <a:t>Introduce ourselves, what we hope they get out of it (inspiration to create their own </a:t>
            </a:r>
            <a:r>
              <a:rPr lang="en-US" err="1">
                <a:ea typeface="Calibri"/>
                <a:cs typeface="Calibri"/>
              </a:rPr>
              <a:t>networksa</a:t>
            </a:r>
            <a:r>
              <a:rPr lang="en-US">
                <a:ea typeface="Calibri"/>
                <a:cs typeface="Calibri"/>
              </a:rPr>
              <a:t> and firewalls, and the knowledge to do so, or if not, at least the conceptual grasp that will help them be able to do so in the future if they do. Ideas that can be applied across different types of firewall/data center software; concepts &gt; specific implementation</a:t>
            </a:r>
          </a:p>
        </p:txBody>
      </p:sp>
      <p:sp>
        <p:nvSpPr>
          <p:cNvPr id="4" name="Slide Number Placeholder 3"/>
          <p:cNvSpPr>
            <a:spLocks noGrp="1"/>
          </p:cNvSpPr>
          <p:nvPr>
            <p:ph type="sldNum" sz="quarter" idx="5"/>
          </p:nvPr>
        </p:nvSpPr>
        <p:spPr/>
        <p:txBody>
          <a:bodyPr/>
          <a:lstStyle/>
          <a:p>
            <a:fld id="{66D43FE9-3319-4372-821B-E64A154AF2BC}" type="slidenum">
              <a:t>1</a:t>
            </a:fld>
            <a:endParaRPr lang="en-US"/>
          </a:p>
        </p:txBody>
      </p:sp>
    </p:spTree>
    <p:extLst>
      <p:ext uri="{BB962C8B-B14F-4D97-AF65-F5344CB8AC3E}">
        <p14:creationId xmlns:p14="http://schemas.microsoft.com/office/powerpoint/2010/main" val="212689993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Show by doing ctrl alt f1, then ctrl alt f7</a:t>
            </a:r>
          </a:p>
        </p:txBody>
      </p:sp>
      <p:sp>
        <p:nvSpPr>
          <p:cNvPr id="4" name="Slide Number Placeholder 3"/>
          <p:cNvSpPr>
            <a:spLocks noGrp="1"/>
          </p:cNvSpPr>
          <p:nvPr>
            <p:ph type="sldNum" sz="quarter" idx="5"/>
          </p:nvPr>
        </p:nvSpPr>
        <p:spPr/>
        <p:txBody>
          <a:bodyPr/>
          <a:lstStyle/>
          <a:p>
            <a:fld id="{66D43FE9-3319-4372-821B-E64A154AF2BC}" type="slidenum">
              <a:rPr lang="en-US"/>
              <a:t>5</a:t>
            </a:fld>
            <a:endParaRPr lang="en-US"/>
          </a:p>
        </p:txBody>
      </p:sp>
    </p:spTree>
    <p:extLst>
      <p:ext uri="{BB962C8B-B14F-4D97-AF65-F5344CB8AC3E}">
        <p14:creationId xmlns:p14="http://schemas.microsoft.com/office/powerpoint/2010/main" val="1275572467"/>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These slides are hidden because they detail how to download WSSH into your own computer instead of doing it through the jump host's WSSH service</a:t>
            </a:r>
          </a:p>
        </p:txBody>
      </p:sp>
      <p:sp>
        <p:nvSpPr>
          <p:cNvPr id="4" name="Slide Number Placeholder 3"/>
          <p:cNvSpPr>
            <a:spLocks noGrp="1"/>
          </p:cNvSpPr>
          <p:nvPr>
            <p:ph type="sldNum" sz="quarter" idx="5"/>
          </p:nvPr>
        </p:nvSpPr>
        <p:spPr/>
        <p:txBody>
          <a:bodyPr/>
          <a:lstStyle/>
          <a:p>
            <a:fld id="{66D43FE9-3319-4372-821B-E64A154AF2BC}" type="slidenum">
              <a:rPr lang="en-US"/>
              <a:t>6</a:t>
            </a:fld>
            <a:endParaRPr lang="en-US"/>
          </a:p>
        </p:txBody>
      </p:sp>
    </p:spTree>
    <p:extLst>
      <p:ext uri="{BB962C8B-B14F-4D97-AF65-F5344CB8AC3E}">
        <p14:creationId xmlns:p14="http://schemas.microsoft.com/office/powerpoint/2010/main" val="159666005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At this point I should also be on the WEBSSH Screen</a:t>
            </a:r>
          </a:p>
        </p:txBody>
      </p:sp>
      <p:sp>
        <p:nvSpPr>
          <p:cNvPr id="4" name="Slide Number Placeholder 3"/>
          <p:cNvSpPr>
            <a:spLocks noGrp="1"/>
          </p:cNvSpPr>
          <p:nvPr>
            <p:ph type="sldNum" sz="quarter" idx="5"/>
          </p:nvPr>
        </p:nvSpPr>
        <p:spPr/>
        <p:txBody>
          <a:bodyPr/>
          <a:lstStyle/>
          <a:p>
            <a:fld id="{66D43FE9-3319-4372-821B-E64A154AF2BC}" type="slidenum">
              <a:rPr lang="en-US"/>
              <a:t>8</a:t>
            </a:fld>
            <a:endParaRPr lang="en-US"/>
          </a:p>
        </p:txBody>
      </p:sp>
    </p:spTree>
    <p:extLst>
      <p:ext uri="{BB962C8B-B14F-4D97-AF65-F5344CB8AC3E}">
        <p14:creationId xmlns:p14="http://schemas.microsoft.com/office/powerpoint/2010/main" val="14942730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ea typeface="Calibri"/>
                <a:cs typeface="Calibri"/>
              </a:rPr>
              <a:t>Mention that it can manage your entire computer; including network checks, how it runs, data from its hardware, etc. Etc. Etc. </a:t>
            </a:r>
          </a:p>
          <a:p>
            <a:r>
              <a:rPr lang="en-US" b="1">
                <a:ea typeface="Calibri"/>
                <a:cs typeface="Calibri"/>
              </a:rPr>
              <a:t>One thing it does it file system navigation; compare it to inside their actual computer. We will start with this idea, then transition into network addressing </a:t>
            </a:r>
            <a:r>
              <a:rPr lang="en-US" b="1" err="1">
                <a:ea typeface="Calibri"/>
                <a:cs typeface="Calibri"/>
              </a:rPr>
              <a:t>capabilitie</a:t>
            </a:r>
            <a:r>
              <a:rPr lang="en-US" b="1">
                <a:ea typeface="Calibri"/>
                <a:cs typeface="Calibri"/>
              </a:rPr>
              <a:t>s</a:t>
            </a:r>
          </a:p>
          <a:p>
            <a:r>
              <a:rPr lang="en-US" b="1">
                <a:ea typeface="Calibri"/>
                <a:cs typeface="Calibri"/>
              </a:rPr>
              <a:t>Showing one way to access: 2 different ways to access; </a:t>
            </a:r>
            <a:r>
              <a:rPr lang="en-US" b="1" err="1">
                <a:ea typeface="Calibri"/>
                <a:cs typeface="Calibri"/>
              </a:rPr>
              <a:t>wssh</a:t>
            </a:r>
            <a:r>
              <a:rPr lang="en-US" b="1">
                <a:ea typeface="Calibri"/>
                <a:cs typeface="Calibri"/>
              </a:rPr>
              <a:t> do first vs pm. After </a:t>
            </a:r>
            <a:r>
              <a:rPr lang="en-US" b="1" err="1">
                <a:ea typeface="Calibri"/>
                <a:cs typeface="Calibri"/>
              </a:rPr>
              <a:t>linux</a:t>
            </a:r>
            <a:r>
              <a:rPr lang="en-US" b="1">
                <a:ea typeface="Calibri"/>
                <a:cs typeface="Calibri"/>
              </a:rPr>
              <a:t> command line have them </a:t>
            </a:r>
            <a:r>
              <a:rPr lang="en-US" b="1" err="1">
                <a:ea typeface="Calibri"/>
                <a:cs typeface="Calibri"/>
              </a:rPr>
              <a:t>wssh</a:t>
            </a:r>
            <a:r>
              <a:rPr lang="en-US" b="1">
                <a:ea typeface="Calibri"/>
                <a:cs typeface="Calibri"/>
              </a:rPr>
              <a:t> into </a:t>
            </a:r>
            <a:r>
              <a:rPr lang="en-US" b="1" err="1">
                <a:ea typeface="Calibri"/>
                <a:cs typeface="Calibri"/>
              </a:rPr>
              <a:t>proxmox</a:t>
            </a:r>
            <a:endParaRPr lang="en-US" b="1">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t>9</a:t>
            </a:fld>
            <a:endParaRPr lang="en-US"/>
          </a:p>
        </p:txBody>
      </p:sp>
    </p:spTree>
    <p:extLst>
      <p:ext uri="{BB962C8B-B14F-4D97-AF65-F5344CB8AC3E}">
        <p14:creationId xmlns:p14="http://schemas.microsoft.com/office/powerpoint/2010/main" val="3164480894"/>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They will type the address into their search bar to reach the interface</a:t>
            </a:r>
          </a:p>
          <a:p>
            <a:pPr marL="285750" indent="-285750">
              <a:lnSpc>
                <a:spcPct val="90000"/>
              </a:lnSpc>
              <a:spcBef>
                <a:spcPts val="1000"/>
              </a:spcBef>
              <a:buFont typeface="Arial,Sans-Serif"/>
              <a:buChar char="•"/>
            </a:pPr>
            <a:r>
              <a:rPr lang="en-US" b="1"/>
              <a:t>They need </a:t>
            </a:r>
            <a:r>
              <a:rPr lang="en-US" b="1" err="1"/>
              <a:t>proxmox</a:t>
            </a:r>
            <a:r>
              <a:rPr lang="en-US" b="1"/>
              <a:t> because they will need console access when they reset IPs, so if they tried to WSSH it would kick them out and we don't want to deal with that</a:t>
            </a:r>
            <a:endParaRPr lang="en-US">
              <a:solidFill>
                <a:srgbClr val="444444"/>
              </a:solidFill>
            </a:endParaRPr>
          </a:p>
          <a:p>
            <a:r>
              <a:rPr lang="en-US">
                <a:ea typeface="Calibri"/>
                <a:cs typeface="Calibri"/>
              </a:rPr>
              <a:t>SO to reduce the amount of logins I am having them just start module 1 with </a:t>
            </a:r>
            <a:r>
              <a:rPr lang="en-US" err="1">
                <a:ea typeface="Calibri"/>
                <a:cs typeface="Calibri"/>
              </a:rPr>
              <a:t>proxmox</a:t>
            </a:r>
            <a:r>
              <a:rPr lang="en-US">
                <a:ea typeface="Calibri"/>
                <a:cs typeface="Calibri"/>
              </a:rPr>
              <a:t>, then do </a:t>
            </a:r>
            <a:r>
              <a:rPr lang="en-US" err="1">
                <a:ea typeface="Calibri"/>
                <a:cs typeface="Calibri"/>
              </a:rPr>
              <a:t>wssh</a:t>
            </a:r>
            <a:r>
              <a:rPr lang="en-US">
                <a:ea typeface="Calibri"/>
                <a:cs typeface="Calibri"/>
              </a:rPr>
              <a:t> with module 2</a:t>
            </a:r>
          </a:p>
        </p:txBody>
      </p:sp>
      <p:sp>
        <p:nvSpPr>
          <p:cNvPr id="4" name="Slide Number Placeholder 3"/>
          <p:cNvSpPr>
            <a:spLocks noGrp="1"/>
          </p:cNvSpPr>
          <p:nvPr>
            <p:ph type="sldNum" sz="quarter" idx="5"/>
          </p:nvPr>
        </p:nvSpPr>
        <p:spPr/>
        <p:txBody>
          <a:bodyPr/>
          <a:lstStyle/>
          <a:p>
            <a:fld id="{66D43FE9-3319-4372-821B-E64A154AF2BC}" type="slidenum">
              <a:rPr lang="en-US"/>
              <a:t>10</a:t>
            </a:fld>
            <a:endParaRPr lang="en-US"/>
          </a:p>
        </p:txBody>
      </p:sp>
    </p:spTree>
    <p:extLst>
      <p:ext uri="{BB962C8B-B14F-4D97-AF65-F5344CB8AC3E}">
        <p14:creationId xmlns:p14="http://schemas.microsoft.com/office/powerpoint/2010/main" val="3354236523"/>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They'll click on tg-pve-0 and this should come up. They will be on the VMs names ptg-V20-M1</a:t>
            </a:r>
          </a:p>
        </p:txBody>
      </p:sp>
      <p:sp>
        <p:nvSpPr>
          <p:cNvPr id="4" name="Slide Number Placeholder 3"/>
          <p:cNvSpPr>
            <a:spLocks noGrp="1"/>
          </p:cNvSpPr>
          <p:nvPr>
            <p:ph type="sldNum" sz="quarter" idx="5"/>
          </p:nvPr>
        </p:nvSpPr>
        <p:spPr/>
        <p:txBody>
          <a:bodyPr/>
          <a:lstStyle/>
          <a:p>
            <a:fld id="{66D43FE9-3319-4372-821B-E64A154AF2BC}" type="slidenum">
              <a:rPr lang="en-US"/>
              <a:t>15</a:t>
            </a:fld>
            <a:endParaRPr lang="en-US"/>
          </a:p>
        </p:txBody>
      </p:sp>
    </p:spTree>
    <p:extLst>
      <p:ext uri="{BB962C8B-B14F-4D97-AF65-F5344CB8AC3E}">
        <p14:creationId xmlns:p14="http://schemas.microsoft.com/office/powerpoint/2010/main" val="428689168"/>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19</a:t>
            </a:fld>
            <a:endParaRPr lang="en-US"/>
          </a:p>
        </p:txBody>
      </p:sp>
    </p:spTree>
    <p:extLst>
      <p:ext uri="{BB962C8B-B14F-4D97-AF65-F5344CB8AC3E}">
        <p14:creationId xmlns:p14="http://schemas.microsoft.com/office/powerpoint/2010/main" val="362494248"/>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mn-lt"/>
              </a:rPr>
              <a:t>echo, </a:t>
            </a:r>
            <a:r>
              <a:rPr lang="en-US" err="1">
                <a:ea typeface="Calibri"/>
                <a:cs typeface="+mn-lt"/>
              </a:rPr>
              <a:t>pwd</a:t>
            </a:r>
            <a:r>
              <a:rPr lang="en-US">
                <a:ea typeface="Calibri"/>
                <a:cs typeface="+mn-lt"/>
              </a:rPr>
              <a:t>, everything in the test sheet, ipv4 </a:t>
            </a:r>
            <a:r>
              <a:rPr lang="en-US" err="1">
                <a:ea typeface="Calibri"/>
                <a:cs typeface="+mn-lt"/>
              </a:rPr>
              <a:t>insstead</a:t>
            </a:r>
            <a:r>
              <a:rPr lang="en-US">
                <a:ea typeface="Calibri"/>
                <a:cs typeface="+mn-lt"/>
              </a:rPr>
              <a:t> of ipv6 after going over the device </a:t>
            </a:r>
            <a:r>
              <a:rPr lang="en-US" err="1">
                <a:ea typeface="Calibri"/>
                <a:cs typeface="+mn-lt"/>
              </a:rPr>
              <a:t>ames</a:t>
            </a:r>
            <a:r>
              <a:rPr lang="en-US">
                <a:ea typeface="Calibri"/>
                <a:cs typeface="+mn-lt"/>
              </a:rPr>
              <a:t> and localhost and making a directory, touch file then catting it after and before a nano edit, echoing it, pipe and grep, then </a:t>
            </a:r>
            <a:r>
              <a:rPr lang="en-US" err="1">
                <a:ea typeface="Calibri"/>
                <a:cs typeface="+mn-lt"/>
              </a:rPr>
              <a:t>ip</a:t>
            </a:r>
            <a:r>
              <a:rPr lang="en-US">
                <a:ea typeface="Calibri"/>
                <a:cs typeface="+mn-lt"/>
              </a:rPr>
              <a:t> a last!!!</a:t>
            </a:r>
            <a:br>
              <a:rPr lang="en-US">
                <a:ea typeface="Calibri"/>
                <a:cs typeface="+mn-lt"/>
              </a:rPr>
            </a:br>
            <a:r>
              <a:rPr lang="en-US">
                <a:ea typeface="Calibri"/>
                <a:cs typeface="+mn-lt"/>
              </a:rPr>
              <a:t>-a is all, -l is long</a:t>
            </a:r>
          </a:p>
          <a:p>
            <a:r>
              <a:rPr lang="en-US">
                <a:ea typeface="Calibri"/>
                <a:cs typeface="+mn-lt"/>
              </a:rPr>
              <a:t>Sudo apt update: </a:t>
            </a:r>
            <a:r>
              <a:rPr lang="en-US" err="1">
                <a:ea typeface="Calibri"/>
                <a:cs typeface="+mn-lt"/>
              </a:rPr>
              <a:t>sudo</a:t>
            </a:r>
            <a:r>
              <a:rPr lang="en-US">
                <a:ea typeface="Calibri"/>
                <a:cs typeface="+mn-lt"/>
              </a:rPr>
              <a:t> is superuser do, apt is advanced package tool; update and upgrade </a:t>
            </a:r>
            <a:r>
              <a:rPr lang="en-US" err="1">
                <a:ea typeface="Calibri"/>
                <a:cs typeface="+mn-lt"/>
              </a:rPr>
              <a:t>theiur</a:t>
            </a:r>
            <a:r>
              <a:rPr lang="en-US">
                <a:ea typeface="Calibri"/>
                <a:cs typeface="+mn-lt"/>
              </a:rPr>
              <a:t> </a:t>
            </a:r>
            <a:r>
              <a:rPr lang="en-US" err="1">
                <a:ea typeface="Calibri"/>
                <a:cs typeface="+mn-lt"/>
              </a:rPr>
              <a:t>coputers</a:t>
            </a:r>
            <a:r>
              <a:rPr lang="en-US">
                <a:ea typeface="Calibri"/>
                <a:cs typeface="+mn-lt"/>
              </a:rPr>
              <a:t> as second to last thing. Then show </a:t>
            </a:r>
            <a:r>
              <a:rPr lang="en-US" err="1">
                <a:ea typeface="Calibri"/>
                <a:cs typeface="+mn-lt"/>
              </a:rPr>
              <a:t>sudo</a:t>
            </a:r>
            <a:r>
              <a:rPr lang="en-US">
                <a:ea typeface="Calibri"/>
                <a:cs typeface="+mn-lt"/>
              </a:rPr>
              <a:t> </a:t>
            </a:r>
            <a:r>
              <a:rPr lang="en-US" err="1">
                <a:ea typeface="Calibri"/>
                <a:cs typeface="+mn-lt"/>
              </a:rPr>
              <a:t>systemctl</a:t>
            </a:r>
            <a:r>
              <a:rPr lang="en-US">
                <a:ea typeface="Calibri"/>
                <a:cs typeface="+mn-lt"/>
              </a:rPr>
              <a:t> restart networking</a:t>
            </a:r>
          </a:p>
          <a:p>
            <a:r>
              <a:rPr lang="en-US">
                <a:ea typeface="Calibri"/>
                <a:cs typeface="+mn-lt"/>
              </a:rPr>
              <a:t>Last: </a:t>
            </a:r>
            <a:r>
              <a:rPr lang="en-US" err="1">
                <a:ea typeface="Calibri"/>
                <a:cs typeface="+mn-lt"/>
              </a:rPr>
              <a:t>ip</a:t>
            </a:r>
            <a:r>
              <a:rPr lang="en-US">
                <a:ea typeface="Calibri"/>
                <a:cs typeface="+mn-lt"/>
              </a:rPr>
              <a:t> a</a:t>
            </a:r>
            <a:br>
              <a:rPr lang="en-US">
                <a:ea typeface="Calibri"/>
                <a:cs typeface="+mn-lt"/>
              </a:rPr>
            </a:br>
            <a:br>
              <a:rPr lang="en-US">
                <a:ea typeface="Calibri"/>
                <a:cs typeface="+mn-lt"/>
              </a:rPr>
            </a:br>
            <a:br>
              <a:rPr lang="en-US">
                <a:ea typeface="Calibri"/>
                <a:cs typeface="+mn-lt"/>
              </a:rPr>
            </a:br>
            <a:br>
              <a:rPr lang="en-US">
                <a:ea typeface="Calibri"/>
                <a:cs typeface="+mn-lt"/>
              </a:rPr>
            </a:br>
            <a:endParaRPr lang="en-US">
              <a:ea typeface="Calibri"/>
              <a:cs typeface="Calibri"/>
            </a:endParaRPr>
          </a:p>
          <a:p>
            <a:r>
              <a:rPr lang="en-US" b="1">
                <a:ea typeface="Calibri" panose="020F0502020204030204"/>
                <a:cs typeface="Calibri" panose="020F0502020204030204"/>
              </a:rPr>
              <a:t>Show me logging into their computers with SSH and downloading a file from mine to theirs</a:t>
            </a:r>
          </a:p>
          <a:p>
            <a:r>
              <a:rPr lang="en-US" b="1">
                <a:ea typeface="Calibri" panose="020F0502020204030204"/>
                <a:cs typeface="Calibri" panose="020F0502020204030204"/>
              </a:rPr>
              <a:t>The / in CD means starting from root </a:t>
            </a:r>
            <a:r>
              <a:rPr lang="en-US" b="1" err="1">
                <a:ea typeface="Calibri" panose="020F0502020204030204"/>
                <a:cs typeface="Calibri" panose="020F0502020204030204"/>
              </a:rPr>
              <a:t>dir</a:t>
            </a:r>
            <a:endParaRPr lang="en-US" b="1">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66D43FE9-3319-4372-821B-E64A154AF2BC}" type="slidenum">
              <a:t>20</a:t>
            </a:fld>
            <a:endParaRPr lang="en-US"/>
          </a:p>
        </p:txBody>
      </p:sp>
    </p:spTree>
    <p:extLst>
      <p:ext uri="{BB962C8B-B14F-4D97-AF65-F5344CB8AC3E}">
        <p14:creationId xmlns:p14="http://schemas.microsoft.com/office/powerpoint/2010/main" val="1828738302"/>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21</a:t>
            </a:r>
          </a:p>
        </p:txBody>
      </p:sp>
      <p:sp>
        <p:nvSpPr>
          <p:cNvPr id="4" name="Slide Number Placeholder 3"/>
          <p:cNvSpPr>
            <a:spLocks noGrp="1"/>
          </p:cNvSpPr>
          <p:nvPr>
            <p:ph type="sldNum" sz="quarter" idx="5"/>
          </p:nvPr>
        </p:nvSpPr>
        <p:spPr/>
        <p:txBody>
          <a:bodyPr/>
          <a:lstStyle/>
          <a:p>
            <a:fld id="{66D43FE9-3319-4372-821B-E64A154AF2BC}" type="slidenum">
              <a:rPr lang="en-US"/>
              <a:t>24</a:t>
            </a:fld>
            <a:endParaRPr lang="en-US"/>
          </a:p>
        </p:txBody>
      </p:sp>
    </p:spTree>
    <p:extLst>
      <p:ext uri="{BB962C8B-B14F-4D97-AF65-F5344CB8AC3E}">
        <p14:creationId xmlns:p14="http://schemas.microsoft.com/office/powerpoint/2010/main" val="141046584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
              <a:buChar char="•"/>
            </a:pPr>
            <a:r>
              <a:rPr lang="en-US">
                <a:ea typeface="Calibri"/>
                <a:cs typeface="Calibri"/>
              </a:rPr>
              <a:t>Subnets, broadcast domains, and LANs are all referring to the same thing; same range</a:t>
            </a:r>
          </a:p>
          <a:p>
            <a:pPr marL="285750" indent="-285750">
              <a:buFont typeface="Arial"/>
              <a:buChar char="•"/>
            </a:pPr>
            <a:r>
              <a:rPr lang="en-US">
                <a:ea typeface="Calibri"/>
                <a:cs typeface="Calibri"/>
              </a:rPr>
              <a:t>Mention the max range is 255</a:t>
            </a:r>
          </a:p>
          <a:p>
            <a:pPr marL="285750" indent="-285750">
              <a:buFont typeface="Arial"/>
              <a:buChar char="•"/>
            </a:pPr>
            <a:r>
              <a:rPr lang="en-US">
                <a:ea typeface="Calibri"/>
                <a:cs typeface="Calibri"/>
              </a:rPr>
              <a:t>Talk about the structure of subnet vs host device</a:t>
            </a:r>
          </a:p>
        </p:txBody>
      </p:sp>
      <p:sp>
        <p:nvSpPr>
          <p:cNvPr id="4" name="Slide Number Placeholder 3"/>
          <p:cNvSpPr>
            <a:spLocks noGrp="1"/>
          </p:cNvSpPr>
          <p:nvPr>
            <p:ph type="sldNum" sz="quarter" idx="5"/>
          </p:nvPr>
        </p:nvSpPr>
        <p:spPr/>
        <p:txBody>
          <a:bodyPr/>
          <a:lstStyle/>
          <a:p>
            <a:fld id="{66D43FE9-3319-4372-821B-E64A154AF2BC}" type="slidenum">
              <a:rPr lang="en-US"/>
              <a:t>26</a:t>
            </a:fld>
            <a:endParaRPr lang="en-US"/>
          </a:p>
        </p:txBody>
      </p:sp>
    </p:spTree>
    <p:extLst>
      <p:ext uri="{BB962C8B-B14F-4D97-AF65-F5344CB8AC3E}">
        <p14:creationId xmlns:p14="http://schemas.microsoft.com/office/powerpoint/2010/main" val="225577903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27</a:t>
            </a:fld>
            <a:endParaRPr lang="en-US"/>
          </a:p>
        </p:txBody>
      </p:sp>
    </p:spTree>
    <p:extLst>
      <p:ext uri="{BB962C8B-B14F-4D97-AF65-F5344CB8AC3E}">
        <p14:creationId xmlns:p14="http://schemas.microsoft.com/office/powerpoint/2010/main" val="279619390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-Issues: needing entry for each device is unscalable, security concerns of </a:t>
            </a:r>
            <a:r>
              <a:rPr lang="en-US" err="1">
                <a:ea typeface="Calibri"/>
                <a:cs typeface="Calibri"/>
              </a:rPr>
              <a:t>kowing</a:t>
            </a:r>
            <a:r>
              <a:rPr lang="en-US">
                <a:ea typeface="Calibri"/>
                <a:cs typeface="Calibri"/>
              </a:rPr>
              <a:t> IPs, etc.</a:t>
            </a:r>
          </a:p>
        </p:txBody>
      </p:sp>
      <p:sp>
        <p:nvSpPr>
          <p:cNvPr id="4" name="Slide Number Placeholder 3"/>
          <p:cNvSpPr>
            <a:spLocks noGrp="1"/>
          </p:cNvSpPr>
          <p:nvPr>
            <p:ph type="sldNum" sz="quarter" idx="5"/>
          </p:nvPr>
        </p:nvSpPr>
        <p:spPr/>
        <p:txBody>
          <a:bodyPr/>
          <a:lstStyle/>
          <a:p>
            <a:fld id="{66D43FE9-3319-4372-821B-E64A154AF2BC}" type="slidenum">
              <a:rPr lang="en-US"/>
              <a:t>28</a:t>
            </a:fld>
            <a:endParaRPr lang="en-US"/>
          </a:p>
        </p:txBody>
      </p:sp>
    </p:spTree>
    <p:extLst>
      <p:ext uri="{BB962C8B-B14F-4D97-AF65-F5344CB8AC3E}">
        <p14:creationId xmlns:p14="http://schemas.microsoft.com/office/powerpoint/2010/main" val="2925915406"/>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Same range as subnet, lan. Router is like a door</a:t>
            </a:r>
          </a:p>
        </p:txBody>
      </p:sp>
      <p:sp>
        <p:nvSpPr>
          <p:cNvPr id="4" name="Slide Number Placeholder 3"/>
          <p:cNvSpPr>
            <a:spLocks noGrp="1"/>
          </p:cNvSpPr>
          <p:nvPr>
            <p:ph type="sldNum" sz="quarter" idx="5"/>
          </p:nvPr>
        </p:nvSpPr>
        <p:spPr/>
        <p:txBody>
          <a:bodyPr/>
          <a:lstStyle/>
          <a:p>
            <a:fld id="{66D43FE9-3319-4372-821B-E64A154AF2BC}" type="slidenum">
              <a:rPr lang="en-US"/>
              <a:t>31</a:t>
            </a:fld>
            <a:endParaRPr lang="en-US"/>
          </a:p>
        </p:txBody>
      </p:sp>
    </p:spTree>
    <p:extLst>
      <p:ext uri="{BB962C8B-B14F-4D97-AF65-F5344CB8AC3E}">
        <p14:creationId xmlns:p14="http://schemas.microsoft.com/office/powerpoint/2010/main" val="1361047520"/>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Often the router, and as a DHCP service often. </a:t>
            </a:r>
          </a:p>
          <a:p>
            <a:r>
              <a:rPr lang="en-US">
                <a:ea typeface="Calibri"/>
                <a:cs typeface="Calibri"/>
              </a:rPr>
              <a:t>Use door analogy</a:t>
            </a:r>
          </a:p>
          <a:p>
            <a:r>
              <a:rPr lang="en-US">
                <a:ea typeface="Calibri"/>
                <a:cs typeface="Calibri"/>
              </a:rPr>
              <a:t>Image is from AI</a:t>
            </a:r>
          </a:p>
        </p:txBody>
      </p:sp>
      <p:sp>
        <p:nvSpPr>
          <p:cNvPr id="4" name="Slide Number Placeholder 3"/>
          <p:cNvSpPr>
            <a:spLocks noGrp="1"/>
          </p:cNvSpPr>
          <p:nvPr>
            <p:ph type="sldNum" sz="quarter" idx="5"/>
          </p:nvPr>
        </p:nvSpPr>
        <p:spPr/>
        <p:txBody>
          <a:bodyPr/>
          <a:lstStyle/>
          <a:p>
            <a:fld id="{66D43FE9-3319-4372-821B-E64A154AF2BC}" type="slidenum">
              <a:rPr lang="en-US"/>
              <a:t>32</a:t>
            </a:fld>
            <a:endParaRPr lang="en-US"/>
          </a:p>
        </p:txBody>
      </p:sp>
    </p:spTree>
    <p:extLst>
      <p:ext uri="{BB962C8B-B14F-4D97-AF65-F5344CB8AC3E}">
        <p14:creationId xmlns:p14="http://schemas.microsoft.com/office/powerpoint/2010/main" val="992569268"/>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a:t>Discuss static vs dynamic IPs briefly but we will get more into that with DHCP section</a:t>
            </a:r>
          </a:p>
          <a:p>
            <a:pPr marL="285750" indent="-285750">
              <a:lnSpc>
                <a:spcPct val="90000"/>
              </a:lnSpc>
              <a:spcBef>
                <a:spcPts val="1000"/>
              </a:spcBef>
              <a:buFont typeface="Arial"/>
              <a:buChar char="•"/>
            </a:pPr>
            <a:r>
              <a:rPr lang="en-US" b="1">
                <a:ea typeface="Calibri"/>
                <a:cs typeface="Calibri"/>
              </a:rPr>
              <a:t>They need </a:t>
            </a:r>
            <a:r>
              <a:rPr lang="en-US" b="1" err="1">
                <a:ea typeface="Calibri"/>
                <a:cs typeface="Calibri"/>
              </a:rPr>
              <a:t>proxmox</a:t>
            </a:r>
            <a:r>
              <a:rPr lang="en-US" b="1">
                <a:ea typeface="Calibri"/>
                <a:cs typeface="Calibri"/>
              </a:rPr>
              <a:t> because they will need console access when they reset IPs, so if they tried to WSSH it would kick them out and we don't want to deal with that</a:t>
            </a:r>
          </a:p>
        </p:txBody>
      </p:sp>
      <p:sp>
        <p:nvSpPr>
          <p:cNvPr id="4" name="Slide Number Placeholder 3"/>
          <p:cNvSpPr>
            <a:spLocks noGrp="1"/>
          </p:cNvSpPr>
          <p:nvPr>
            <p:ph type="sldNum" sz="quarter" idx="5"/>
          </p:nvPr>
        </p:nvSpPr>
        <p:spPr/>
        <p:txBody>
          <a:bodyPr/>
          <a:lstStyle/>
          <a:p>
            <a:fld id="{66D43FE9-3319-4372-821B-E64A154AF2BC}" type="slidenum">
              <a:rPr lang="en-US"/>
              <a:t>33</a:t>
            </a:fld>
            <a:endParaRPr lang="en-US"/>
          </a:p>
        </p:txBody>
      </p:sp>
    </p:spTree>
    <p:extLst>
      <p:ext uri="{BB962C8B-B14F-4D97-AF65-F5344CB8AC3E}">
        <p14:creationId xmlns:p14="http://schemas.microsoft.com/office/powerpoint/2010/main" val="3570567516"/>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a:lnSpc>
                <a:spcPct val="90000"/>
              </a:lnSpc>
              <a:spcBef>
                <a:spcPts val="1000"/>
              </a:spcBef>
            </a:pPr>
            <a:r>
              <a:rPr lang="en-US">
                <a:ea typeface="Calibri"/>
                <a:cs typeface="Calibri"/>
              </a:rPr>
              <a:t>Have someone raise their </a:t>
            </a:r>
            <a:r>
              <a:rPr lang="en-US" err="1">
                <a:ea typeface="Calibri"/>
                <a:cs typeface="Calibri"/>
              </a:rPr>
              <a:t>handa</a:t>
            </a:r>
            <a:r>
              <a:rPr lang="en-US">
                <a:ea typeface="Calibri"/>
                <a:cs typeface="Calibri"/>
              </a:rPr>
              <a:t> </a:t>
            </a:r>
            <a:r>
              <a:rPr lang="en-US" err="1">
                <a:ea typeface="Calibri"/>
                <a:cs typeface="Calibri"/>
              </a:rPr>
              <a:t>nd</a:t>
            </a:r>
            <a:r>
              <a:rPr lang="en-US">
                <a:ea typeface="Calibri"/>
                <a:cs typeface="Calibri"/>
              </a:rPr>
              <a:t> tell me their </a:t>
            </a:r>
            <a:r>
              <a:rPr lang="en-US" err="1">
                <a:ea typeface="Calibri"/>
                <a:cs typeface="Calibri"/>
              </a:rPr>
              <a:t>ip</a:t>
            </a:r>
            <a:r>
              <a:rPr lang="en-US">
                <a:ea typeface="Calibri"/>
                <a:cs typeface="Calibri"/>
              </a:rPr>
              <a:t> address</a:t>
            </a:r>
            <a:endParaRPr lang="en-US"/>
          </a:p>
          <a:p>
            <a:pPr>
              <a:lnSpc>
                <a:spcPct val="90000"/>
              </a:lnSpc>
              <a:spcBef>
                <a:spcPts val="1000"/>
              </a:spcBef>
            </a:pPr>
            <a:r>
              <a:rPr lang="en-US">
                <a:ea typeface="Calibri"/>
                <a:cs typeface="Calibri"/>
              </a:rPr>
              <a:t>Need to do </a:t>
            </a:r>
            <a:r>
              <a:rPr lang="en-US" err="1">
                <a:ea typeface="Calibri"/>
                <a:cs typeface="Calibri"/>
              </a:rPr>
              <a:t>sudo</a:t>
            </a:r>
            <a:r>
              <a:rPr lang="en-US">
                <a:ea typeface="Calibri"/>
                <a:cs typeface="Calibri"/>
              </a:rPr>
              <a:t> because the file path is within our root user, not other one</a:t>
            </a:r>
            <a:endParaRPr lang="en-US"/>
          </a:p>
          <a:p>
            <a:pPr>
              <a:lnSpc>
                <a:spcPct val="90000"/>
              </a:lnSpc>
              <a:spcBef>
                <a:spcPts val="1000"/>
              </a:spcBef>
            </a:pPr>
            <a:r>
              <a:rPr lang="en-US"/>
              <a:t>1. Use the "</a:t>
            </a:r>
            <a:r>
              <a:rPr lang="en-US" err="1"/>
              <a:t>ip</a:t>
            </a:r>
            <a:r>
              <a:rPr lang="en-US"/>
              <a:t> a" command we went </a:t>
            </a:r>
            <a:r>
              <a:rPr lang="en-US" err="1"/>
              <a:t>overearlier</a:t>
            </a:r>
            <a:r>
              <a:rPr lang="en-US"/>
              <a:t>. Notice that you already have an </a:t>
            </a:r>
            <a:r>
              <a:rPr lang="en-US" err="1"/>
              <a:t>IP.But</a:t>
            </a:r>
            <a:r>
              <a:rPr lang="en-US"/>
              <a:t>, nobody set it, so we must be getting </a:t>
            </a:r>
            <a:r>
              <a:rPr lang="en-US" err="1"/>
              <a:t>itautomatically</a:t>
            </a:r>
            <a:r>
              <a:rPr lang="en-US"/>
              <a:t> (a process called DHCP </a:t>
            </a:r>
            <a:r>
              <a:rPr lang="en-US" err="1"/>
              <a:t>wewill</a:t>
            </a:r>
            <a:r>
              <a:rPr lang="en-US"/>
              <a:t> go over next section)</a:t>
            </a:r>
          </a:p>
          <a:p>
            <a:pPr>
              <a:lnSpc>
                <a:spcPct val="90000"/>
              </a:lnSpc>
              <a:spcBef>
                <a:spcPts val="1000"/>
              </a:spcBef>
            </a:pPr>
            <a:r>
              <a:rPr lang="en-US"/>
              <a:t>2. We are going to change it so that it </a:t>
            </a:r>
            <a:r>
              <a:rPr lang="en-US" err="1"/>
              <a:t>isn'tautomatically</a:t>
            </a:r>
            <a:r>
              <a:rPr lang="en-US"/>
              <a:t> set to some </a:t>
            </a:r>
            <a:r>
              <a:rPr lang="en-US" err="1"/>
              <a:t>randomnumber</a:t>
            </a:r>
            <a:r>
              <a:rPr lang="en-US"/>
              <a:t>, but to a specific one we want. </a:t>
            </a:r>
          </a:p>
          <a:p>
            <a:pPr>
              <a:lnSpc>
                <a:spcPct val="90000"/>
              </a:lnSpc>
              <a:spcBef>
                <a:spcPts val="1000"/>
              </a:spcBef>
            </a:pPr>
            <a:r>
              <a:rPr lang="en-US"/>
              <a:t>3. We will now use the command "</a:t>
            </a:r>
            <a:r>
              <a:rPr lang="en-US" err="1"/>
              <a:t>sudonano</a:t>
            </a:r>
            <a:r>
              <a:rPr lang="en-US"/>
              <a:t> /</a:t>
            </a:r>
            <a:r>
              <a:rPr lang="en-US" err="1"/>
              <a:t>etc</a:t>
            </a:r>
            <a:r>
              <a:rPr lang="en-US"/>
              <a:t>/network/interfaces. This is </a:t>
            </a:r>
            <a:r>
              <a:rPr lang="en-US" err="1"/>
              <a:t>toedit</a:t>
            </a:r>
            <a:r>
              <a:rPr lang="en-US"/>
              <a:t> how our network gets our IP address. </a:t>
            </a:r>
          </a:p>
        </p:txBody>
      </p:sp>
      <p:sp>
        <p:nvSpPr>
          <p:cNvPr id="4" name="Slide Number Placeholder 3"/>
          <p:cNvSpPr>
            <a:spLocks noGrp="1"/>
          </p:cNvSpPr>
          <p:nvPr>
            <p:ph type="sldNum" sz="quarter" idx="5"/>
          </p:nvPr>
        </p:nvSpPr>
        <p:spPr/>
        <p:txBody>
          <a:bodyPr/>
          <a:lstStyle/>
          <a:p>
            <a:fld id="{66D43FE9-3319-4372-821B-E64A154AF2BC}" type="slidenum">
              <a:rPr lang="en-US"/>
              <a:t>34</a:t>
            </a:fld>
            <a:endParaRPr lang="en-US"/>
          </a:p>
        </p:txBody>
      </p:sp>
    </p:spTree>
    <p:extLst>
      <p:ext uri="{BB962C8B-B14F-4D97-AF65-F5344CB8AC3E}">
        <p14:creationId xmlns:p14="http://schemas.microsoft.com/office/powerpoint/2010/main" val="1585543592"/>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solidFill>
                  <a:srgbClr val="000000"/>
                </a:solidFill>
              </a:rPr>
              <a:t>WSSH issue if we change the </a:t>
            </a:r>
            <a:r>
              <a:rPr lang="en-US" b="1" err="1">
                <a:solidFill>
                  <a:srgbClr val="000000"/>
                </a:solidFill>
              </a:rPr>
              <a:t>ip</a:t>
            </a:r>
            <a:br>
              <a:rPr lang="en-US" b="1">
                <a:ea typeface="Calibri"/>
                <a:cs typeface="+mn-lt"/>
              </a:rPr>
            </a:br>
            <a:r>
              <a:rPr lang="en-US" b="1">
                <a:solidFill>
                  <a:schemeClr val="accent6"/>
                </a:solidFill>
              </a:rPr>
              <a:t>1. We have two different images below. What're the differences between what they are saying?</a:t>
            </a:r>
            <a:endParaRPr lang="en-US">
              <a:ea typeface="Calibri"/>
              <a:cs typeface="Calibri"/>
            </a:endParaRPr>
          </a:p>
          <a:p>
            <a:pPr algn="ctr">
              <a:lnSpc>
                <a:spcPct val="90000"/>
              </a:lnSpc>
              <a:spcBef>
                <a:spcPts val="1000"/>
              </a:spcBef>
            </a:pPr>
            <a:r>
              <a:rPr lang="en-US" b="1">
                <a:solidFill>
                  <a:schemeClr val="accent6"/>
                </a:solidFill>
              </a:rPr>
              <a:t>2. Find your IP you will statically set in the table above.</a:t>
            </a:r>
            <a:endParaRPr lang="en-US"/>
          </a:p>
          <a:p>
            <a:pPr algn="ctr">
              <a:lnSpc>
                <a:spcPct val="90000"/>
              </a:lnSpc>
              <a:spcBef>
                <a:spcPts val="1000"/>
              </a:spcBef>
            </a:pPr>
            <a:r>
              <a:rPr lang="en-US" b="1">
                <a:solidFill>
                  <a:schemeClr val="accent6"/>
                </a:solidFill>
              </a:rPr>
              <a:t>3. Edit the text in the file to be like the second image, but where it says "address" fill in your IP from the table instead. ANYWHERE ITSAYS ENS## DO NOT CHANGE IT.</a:t>
            </a:r>
            <a:endParaRPr lang="en-US"/>
          </a:p>
          <a:p>
            <a:pPr algn="ctr">
              <a:lnSpc>
                <a:spcPct val="90000"/>
              </a:lnSpc>
              <a:spcBef>
                <a:spcPts val="1000"/>
              </a:spcBef>
            </a:pPr>
            <a:r>
              <a:rPr lang="en-US" b="1">
                <a:solidFill>
                  <a:schemeClr val="accent6"/>
                </a:solidFill>
              </a:rPr>
              <a:t>4. After you edit the file, check it with a partner. Then, press "</a:t>
            </a:r>
            <a:r>
              <a:rPr lang="en-US" b="1" err="1">
                <a:solidFill>
                  <a:schemeClr val="accent6"/>
                </a:solidFill>
              </a:rPr>
              <a:t>Ctrl+X</a:t>
            </a:r>
            <a:r>
              <a:rPr lang="en-US" b="1">
                <a:solidFill>
                  <a:schemeClr val="accent6"/>
                </a:solidFill>
              </a:rPr>
              <a:t>"-&gt;"y"-&gt; "enter"</a:t>
            </a:r>
            <a:endParaRPr lang="en-US"/>
          </a:p>
          <a:p>
            <a:pPr algn="ctr">
              <a:lnSpc>
                <a:spcPct val="90000"/>
              </a:lnSpc>
              <a:spcBef>
                <a:spcPts val="1000"/>
              </a:spcBef>
            </a:pPr>
            <a:r>
              <a:rPr lang="en-US" b="1">
                <a:solidFill>
                  <a:schemeClr val="accent6"/>
                </a:solidFill>
              </a:rPr>
              <a:t>5. Type "</a:t>
            </a:r>
            <a:r>
              <a:rPr lang="en-US" b="1" err="1">
                <a:solidFill>
                  <a:schemeClr val="accent6"/>
                </a:solidFill>
              </a:rPr>
              <a:t>systemctl</a:t>
            </a:r>
            <a:r>
              <a:rPr lang="en-US" b="1">
                <a:solidFill>
                  <a:schemeClr val="accent6"/>
                </a:solidFill>
              </a:rPr>
              <a:t> restart networking"</a:t>
            </a:r>
            <a:endParaRPr lang="en-US"/>
          </a:p>
          <a:p>
            <a:pPr algn="ctr">
              <a:lnSpc>
                <a:spcPct val="90000"/>
              </a:lnSpc>
              <a:spcBef>
                <a:spcPts val="1000"/>
              </a:spcBef>
            </a:pPr>
            <a:r>
              <a:rPr lang="en-US" b="1">
                <a:solidFill>
                  <a:schemeClr val="accent6"/>
                </a:solidFill>
              </a:rPr>
              <a:t>6. Try the "</a:t>
            </a:r>
            <a:r>
              <a:rPr lang="en-US" b="1" err="1">
                <a:solidFill>
                  <a:schemeClr val="accent6"/>
                </a:solidFill>
              </a:rPr>
              <a:t>ip</a:t>
            </a:r>
            <a:r>
              <a:rPr lang="en-US" b="1">
                <a:solidFill>
                  <a:schemeClr val="accent6"/>
                </a:solidFill>
              </a:rPr>
              <a:t> a" command again. What is your </a:t>
            </a:r>
            <a:r>
              <a:rPr lang="en-US" b="1" err="1">
                <a:solidFill>
                  <a:schemeClr val="accent6"/>
                </a:solidFill>
              </a:rPr>
              <a:t>ip</a:t>
            </a:r>
            <a:r>
              <a:rPr lang="en-US" b="1">
                <a:solidFill>
                  <a:schemeClr val="accent6"/>
                </a:solidFill>
              </a:rPr>
              <a:t>? What is your neighbor's?</a:t>
            </a:r>
            <a:endParaRPr lang="en-US"/>
          </a:p>
        </p:txBody>
      </p:sp>
      <p:sp>
        <p:nvSpPr>
          <p:cNvPr id="4" name="Slide Number Placeholder 3"/>
          <p:cNvSpPr>
            <a:spLocks noGrp="1"/>
          </p:cNvSpPr>
          <p:nvPr>
            <p:ph type="sldNum" sz="quarter" idx="5"/>
          </p:nvPr>
        </p:nvSpPr>
        <p:spPr/>
        <p:txBody>
          <a:bodyPr/>
          <a:lstStyle/>
          <a:p>
            <a:fld id="{66D43FE9-3319-4372-821B-E64A154AF2BC}" type="slidenum">
              <a:rPr lang="en-US"/>
              <a:t>35</a:t>
            </a:fld>
            <a:endParaRPr lang="en-US"/>
          </a:p>
        </p:txBody>
      </p:sp>
    </p:spTree>
    <p:extLst>
      <p:ext uri="{BB962C8B-B14F-4D97-AF65-F5344CB8AC3E}">
        <p14:creationId xmlns:p14="http://schemas.microsoft.com/office/powerpoint/2010/main" val="201451494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Address collision: </a:t>
            </a:r>
            <a:r>
              <a:rPr lang="en-US"/>
              <a:t>can happen if </a:t>
            </a:r>
            <a:r>
              <a:rPr lang="en-US" err="1"/>
              <a:t>youstatically</a:t>
            </a:r>
            <a:r>
              <a:rPr lang="en-US"/>
              <a:t> assign an IP in the DHCP range, or if 2+servers try to give the same address to a device</a:t>
            </a:r>
          </a:p>
          <a:p>
            <a:r>
              <a:rPr lang="en-US">
                <a:cs typeface="+mn-lt"/>
              </a:rPr>
              <a:t>Range: Talk about waiter analogy more and also the usual </a:t>
            </a:r>
            <a:r>
              <a:rPr lang="en-US" err="1">
                <a:cs typeface="+mn-lt"/>
              </a:rPr>
              <a:t>range,lease</a:t>
            </a:r>
            <a:r>
              <a:rPr lang="en-US">
                <a:cs typeface="+mn-lt"/>
              </a:rPr>
              <a:t> talk about it running out, and how the device will keep that lease for 12 </a:t>
            </a:r>
            <a:r>
              <a:rPr lang="en-US" err="1">
                <a:cs typeface="+mn-lt"/>
              </a:rPr>
              <a:t>hr</a:t>
            </a:r>
            <a:br>
              <a:rPr lang="en-US">
                <a:cs typeface="+mn-lt"/>
              </a:rPr>
            </a:br>
            <a:r>
              <a:rPr lang="en-US">
                <a:ea typeface="Calibri"/>
                <a:cs typeface="Calibri"/>
              </a:rPr>
              <a:t>:</a:t>
            </a:r>
            <a:r>
              <a:rPr lang="en-US" err="1">
                <a:ea typeface="Calibri"/>
                <a:cs typeface="Calibri"/>
              </a:rPr>
              <a:t>ibrary</a:t>
            </a:r>
            <a:r>
              <a:rPr lang="en-US">
                <a:ea typeface="Calibri"/>
                <a:cs typeface="Calibri"/>
              </a:rPr>
              <a:t> book analogy works well too</a:t>
            </a:r>
            <a:endParaRPr lang="en-US"/>
          </a:p>
        </p:txBody>
      </p:sp>
      <p:sp>
        <p:nvSpPr>
          <p:cNvPr id="4" name="Slide Number Placeholder 3"/>
          <p:cNvSpPr>
            <a:spLocks noGrp="1"/>
          </p:cNvSpPr>
          <p:nvPr>
            <p:ph type="sldNum" sz="quarter" idx="5"/>
          </p:nvPr>
        </p:nvSpPr>
        <p:spPr/>
        <p:txBody>
          <a:bodyPr/>
          <a:lstStyle/>
          <a:p>
            <a:fld id="{66D43FE9-3319-4372-821B-E64A154AF2BC}" type="slidenum">
              <a:rPr lang="en-US"/>
              <a:t>36</a:t>
            </a:fld>
            <a:endParaRPr lang="en-US"/>
          </a:p>
        </p:txBody>
      </p:sp>
    </p:spTree>
    <p:extLst>
      <p:ext uri="{BB962C8B-B14F-4D97-AF65-F5344CB8AC3E}">
        <p14:creationId xmlns:p14="http://schemas.microsoft.com/office/powerpoint/2010/main" val="979544335"/>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9A72F55-315F-9CB4-AA5D-2313BC71B7F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5E9C97E-E224-C241-058C-54517B3DE07F}"/>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1017C255-5D12-AA17-7738-E24E6DFF3DD2}"/>
              </a:ext>
            </a:extLst>
          </p:cNvPr>
          <p:cNvSpPr>
            <a:spLocks noGrp="1"/>
          </p:cNvSpPr>
          <p:nvPr>
            <p:ph type="body" idx="1"/>
          </p:nvPr>
        </p:nvSpPr>
        <p:spPr/>
        <p:txBody>
          <a:bodyPr/>
          <a:lstStyle/>
          <a:p>
            <a:pPr marL="285750" indent="-285750">
              <a:lnSpc>
                <a:spcPct val="90000"/>
              </a:lnSpc>
              <a:spcBef>
                <a:spcPts val="1000"/>
              </a:spcBef>
              <a:buFont typeface="Arial"/>
              <a:buChar char="•"/>
            </a:pPr>
            <a:endParaRPr lang="en-US">
              <a:ea typeface="Calibri"/>
              <a:cs typeface="Calibri"/>
            </a:endParaRPr>
          </a:p>
        </p:txBody>
      </p:sp>
      <p:sp>
        <p:nvSpPr>
          <p:cNvPr id="4" name="Slide Number Placeholder 3">
            <a:extLst>
              <a:ext uri="{FF2B5EF4-FFF2-40B4-BE49-F238E27FC236}">
                <a16:creationId xmlns:a16="http://schemas.microsoft.com/office/drawing/2014/main" id="{6991A10B-2C5D-C57D-CC0B-944A4C7F0B4C}"/>
              </a:ext>
            </a:extLst>
          </p:cNvPr>
          <p:cNvSpPr>
            <a:spLocks noGrp="1"/>
          </p:cNvSpPr>
          <p:nvPr>
            <p:ph type="sldNum" sz="quarter" idx="5"/>
          </p:nvPr>
        </p:nvSpPr>
        <p:spPr/>
        <p:txBody>
          <a:bodyPr/>
          <a:lstStyle/>
          <a:p>
            <a:fld id="{66D43FE9-3319-4372-821B-E64A154AF2BC}" type="slidenum">
              <a:rPr lang="en-US"/>
              <a:t>38</a:t>
            </a:fld>
            <a:endParaRPr lang="en-US"/>
          </a:p>
        </p:txBody>
      </p:sp>
    </p:spTree>
    <p:extLst>
      <p:ext uri="{BB962C8B-B14F-4D97-AF65-F5344CB8AC3E}">
        <p14:creationId xmlns:p14="http://schemas.microsoft.com/office/powerpoint/2010/main" val="2141468095"/>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D1098AC-A5F2-0D7E-9CDA-A102B35ADA3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72805F-D52F-7252-F40D-5DBA9FDD3F1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1CCB1-296C-9E62-425E-D07500BD12DA}"/>
              </a:ext>
            </a:extLst>
          </p:cNvPr>
          <p:cNvSpPr>
            <a:spLocks noGrp="1"/>
          </p:cNvSpPr>
          <p:nvPr>
            <p:ph type="body" idx="1"/>
          </p:nvPr>
        </p:nvSpPr>
        <p:spPr/>
        <p:txBody>
          <a:bodyPr/>
          <a:lstStyle/>
          <a:p>
            <a:pPr marL="285750" indent="-285750">
              <a:lnSpc>
                <a:spcPct val="90000"/>
              </a:lnSpc>
              <a:spcBef>
                <a:spcPts val="1000"/>
              </a:spcBef>
              <a:buFont typeface="Arial"/>
              <a:buChar char="•"/>
            </a:pPr>
            <a:r>
              <a:rPr lang="en-US" dirty="0">
                <a:ea typeface="Calibri"/>
                <a:cs typeface="Calibri"/>
              </a:rPr>
              <a:t>Last minute issue: When switching back to </a:t>
            </a:r>
            <a:r>
              <a:rPr lang="en-US" dirty="0" err="1">
                <a:ea typeface="Calibri"/>
                <a:cs typeface="Calibri"/>
              </a:rPr>
              <a:t>dhcp</a:t>
            </a:r>
            <a:r>
              <a:rPr lang="en-US" dirty="0">
                <a:ea typeface="Calibri"/>
                <a:cs typeface="Calibri"/>
              </a:rPr>
              <a:t> it also keeps the static one. Restarting networking service doesn't fix, and the presentation is in 30 minutes so I am just going to roll everyone back and fix later. </a:t>
            </a:r>
          </a:p>
        </p:txBody>
      </p:sp>
      <p:sp>
        <p:nvSpPr>
          <p:cNvPr id="4" name="Slide Number Placeholder 3">
            <a:extLst>
              <a:ext uri="{FF2B5EF4-FFF2-40B4-BE49-F238E27FC236}">
                <a16:creationId xmlns:a16="http://schemas.microsoft.com/office/drawing/2014/main" id="{54DC9E5B-2FA6-87EF-8226-0014D9B2EC55}"/>
              </a:ext>
            </a:extLst>
          </p:cNvPr>
          <p:cNvSpPr>
            <a:spLocks noGrp="1"/>
          </p:cNvSpPr>
          <p:nvPr>
            <p:ph type="sldNum" sz="quarter" idx="5"/>
          </p:nvPr>
        </p:nvSpPr>
        <p:spPr/>
        <p:txBody>
          <a:bodyPr/>
          <a:lstStyle/>
          <a:p>
            <a:fld id="{66D43FE9-3319-4372-821B-E64A154AF2BC}" type="slidenum">
              <a:rPr lang="en-US"/>
              <a:t>39</a:t>
            </a:fld>
            <a:endParaRPr lang="en-US"/>
          </a:p>
        </p:txBody>
      </p:sp>
    </p:spTree>
    <p:extLst>
      <p:ext uri="{BB962C8B-B14F-4D97-AF65-F5344CB8AC3E}">
        <p14:creationId xmlns:p14="http://schemas.microsoft.com/office/powerpoint/2010/main" val="2650284467"/>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1C92F77-3EB7-E77B-3631-1D7A584A59A6}"/>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C6C2EEE-C68C-EAB4-8881-9F38A8813730}"/>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A5771532-7C6C-A591-C41A-838D042555AD}"/>
              </a:ext>
            </a:extLst>
          </p:cNvPr>
          <p:cNvSpPr>
            <a:spLocks noGrp="1"/>
          </p:cNvSpPr>
          <p:nvPr>
            <p:ph type="body" idx="1"/>
          </p:nvPr>
        </p:nvSpPr>
        <p:spPr/>
        <p:txBody>
          <a:bodyPr/>
          <a:lstStyle/>
          <a:p>
            <a:pPr algn="ctr">
              <a:lnSpc>
                <a:spcPct val="90000"/>
              </a:lnSpc>
              <a:spcBef>
                <a:spcPts val="1000"/>
              </a:spcBef>
            </a:pPr>
            <a:r>
              <a:rPr lang="en-US" b="1">
                <a:solidFill>
                  <a:schemeClr val="accent6"/>
                </a:solidFill>
              </a:rPr>
              <a:t>1. We have two different images below. What're the differences between what they are saying?</a:t>
            </a:r>
            <a:endParaRPr lang="en-US"/>
          </a:p>
          <a:p>
            <a:pPr algn="ctr">
              <a:lnSpc>
                <a:spcPct val="90000"/>
              </a:lnSpc>
              <a:spcBef>
                <a:spcPts val="1000"/>
              </a:spcBef>
            </a:pPr>
            <a:r>
              <a:rPr lang="en-US" b="1">
                <a:solidFill>
                  <a:schemeClr val="accent6"/>
                </a:solidFill>
              </a:rPr>
              <a:t>2. Find your IP you will statically set in the table above.</a:t>
            </a:r>
            <a:endParaRPr lang="en-US"/>
          </a:p>
          <a:p>
            <a:pPr algn="ctr">
              <a:lnSpc>
                <a:spcPct val="90000"/>
              </a:lnSpc>
              <a:spcBef>
                <a:spcPts val="1000"/>
              </a:spcBef>
            </a:pPr>
            <a:r>
              <a:rPr lang="en-US" b="1">
                <a:solidFill>
                  <a:schemeClr val="accent6"/>
                </a:solidFill>
              </a:rPr>
              <a:t>3. Edit the text in the file to be like the second image, but where it says "address" fill in your IP from the table instead. ANYWHERE ITSAYS ENS## DO NOT CHANGE IT.</a:t>
            </a:r>
            <a:endParaRPr lang="en-US"/>
          </a:p>
          <a:p>
            <a:pPr algn="ctr">
              <a:lnSpc>
                <a:spcPct val="90000"/>
              </a:lnSpc>
              <a:spcBef>
                <a:spcPts val="1000"/>
              </a:spcBef>
            </a:pPr>
            <a:r>
              <a:rPr lang="en-US" b="1">
                <a:solidFill>
                  <a:schemeClr val="accent6"/>
                </a:solidFill>
              </a:rPr>
              <a:t>4. After you edit the file, check it with a partner. Then, press "</a:t>
            </a:r>
            <a:r>
              <a:rPr lang="en-US" b="1" err="1">
                <a:solidFill>
                  <a:schemeClr val="accent6"/>
                </a:solidFill>
              </a:rPr>
              <a:t>Ctrl+X</a:t>
            </a:r>
            <a:r>
              <a:rPr lang="en-US" b="1">
                <a:solidFill>
                  <a:schemeClr val="accent6"/>
                </a:solidFill>
              </a:rPr>
              <a:t>"-&gt;"y"-&gt; "enter"</a:t>
            </a:r>
            <a:endParaRPr lang="en-US"/>
          </a:p>
          <a:p>
            <a:pPr algn="ctr">
              <a:lnSpc>
                <a:spcPct val="90000"/>
              </a:lnSpc>
              <a:spcBef>
                <a:spcPts val="1000"/>
              </a:spcBef>
            </a:pPr>
            <a:r>
              <a:rPr lang="en-US" b="1">
                <a:solidFill>
                  <a:schemeClr val="accent6"/>
                </a:solidFill>
              </a:rPr>
              <a:t>5. Type "</a:t>
            </a:r>
            <a:r>
              <a:rPr lang="en-US" b="1" err="1">
                <a:solidFill>
                  <a:schemeClr val="accent6"/>
                </a:solidFill>
              </a:rPr>
              <a:t>systemctl</a:t>
            </a:r>
            <a:r>
              <a:rPr lang="en-US" b="1">
                <a:solidFill>
                  <a:schemeClr val="accent6"/>
                </a:solidFill>
              </a:rPr>
              <a:t> restart networking"</a:t>
            </a:r>
            <a:endParaRPr lang="en-US"/>
          </a:p>
          <a:p>
            <a:pPr algn="ctr">
              <a:lnSpc>
                <a:spcPct val="90000"/>
              </a:lnSpc>
              <a:spcBef>
                <a:spcPts val="1000"/>
              </a:spcBef>
            </a:pPr>
            <a:r>
              <a:rPr lang="en-US" b="1">
                <a:solidFill>
                  <a:schemeClr val="accent6"/>
                </a:solidFill>
              </a:rPr>
              <a:t>6. Try the "</a:t>
            </a:r>
            <a:r>
              <a:rPr lang="en-US" b="1" err="1">
                <a:solidFill>
                  <a:schemeClr val="accent6"/>
                </a:solidFill>
              </a:rPr>
              <a:t>ip</a:t>
            </a:r>
            <a:r>
              <a:rPr lang="en-US" b="1">
                <a:solidFill>
                  <a:schemeClr val="accent6"/>
                </a:solidFill>
              </a:rPr>
              <a:t> a" command again. What is your </a:t>
            </a:r>
            <a:r>
              <a:rPr lang="en-US" b="1" err="1">
                <a:solidFill>
                  <a:schemeClr val="accent6"/>
                </a:solidFill>
              </a:rPr>
              <a:t>ip</a:t>
            </a:r>
            <a:r>
              <a:rPr lang="en-US" b="1">
                <a:solidFill>
                  <a:schemeClr val="accent6"/>
                </a:solidFill>
              </a:rPr>
              <a:t>? What is your neighbor's?</a:t>
            </a:r>
            <a:endParaRPr lang="en-US"/>
          </a:p>
        </p:txBody>
      </p:sp>
      <p:sp>
        <p:nvSpPr>
          <p:cNvPr id="4" name="Slide Number Placeholder 3">
            <a:extLst>
              <a:ext uri="{FF2B5EF4-FFF2-40B4-BE49-F238E27FC236}">
                <a16:creationId xmlns:a16="http://schemas.microsoft.com/office/drawing/2014/main" id="{464AA467-6540-1063-4647-D3EA69EDC9D3}"/>
              </a:ext>
            </a:extLst>
          </p:cNvPr>
          <p:cNvSpPr>
            <a:spLocks noGrp="1"/>
          </p:cNvSpPr>
          <p:nvPr>
            <p:ph type="sldNum" sz="quarter" idx="5"/>
          </p:nvPr>
        </p:nvSpPr>
        <p:spPr/>
        <p:txBody>
          <a:bodyPr/>
          <a:lstStyle/>
          <a:p>
            <a:fld id="{66D43FE9-3319-4372-821B-E64A154AF2BC}" type="slidenum">
              <a:rPr lang="en-US"/>
              <a:t>40</a:t>
            </a:fld>
            <a:endParaRPr lang="en-US"/>
          </a:p>
        </p:txBody>
      </p:sp>
    </p:spTree>
    <p:extLst>
      <p:ext uri="{BB962C8B-B14F-4D97-AF65-F5344CB8AC3E}">
        <p14:creationId xmlns:p14="http://schemas.microsoft.com/office/powerpoint/2010/main" val="3560916952"/>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Let them guess then go to next slide</a:t>
            </a:r>
            <a:endParaRPr lang="en-US"/>
          </a:p>
          <a:p>
            <a:r>
              <a:rPr lang="en-US">
                <a:solidFill>
                  <a:srgbClr val="464649"/>
                </a:solidFill>
                <a:highlight>
                  <a:srgbClr val="FFFFFF"/>
                </a:highlight>
              </a:rPr>
              <a:t>The term </a:t>
            </a:r>
            <a:r>
              <a:rPr lang="en-US" b="1">
                <a:solidFill>
                  <a:srgbClr val="464649"/>
                </a:solidFill>
                <a:highlight>
                  <a:srgbClr val="FFFFFF"/>
                </a:highlight>
              </a:rPr>
              <a:t>Media Access Control (MAC)</a:t>
            </a:r>
            <a:r>
              <a:rPr lang="en-US">
                <a:solidFill>
                  <a:srgbClr val="464649"/>
                </a:solidFill>
                <a:highlight>
                  <a:srgbClr val="FFFFFF"/>
                </a:highlight>
              </a:rPr>
              <a:t> originates from the historical split of the Data Link Layer into two sublayers: the </a:t>
            </a:r>
            <a:r>
              <a:rPr lang="en-US" b="1">
                <a:solidFill>
                  <a:srgbClr val="464649"/>
                </a:solidFill>
                <a:highlight>
                  <a:srgbClr val="FFFFFF"/>
                </a:highlight>
              </a:rPr>
              <a:t>Logical Link Control (LLC)</a:t>
            </a:r>
            <a:r>
              <a:rPr lang="en-US">
                <a:solidFill>
                  <a:srgbClr val="464649"/>
                </a:solidFill>
                <a:highlight>
                  <a:srgbClr val="FFFFFF"/>
                </a:highlight>
              </a:rPr>
              <a:t> and the </a:t>
            </a:r>
            <a:r>
              <a:rPr lang="en-US" b="1">
                <a:solidFill>
                  <a:srgbClr val="464649"/>
                </a:solidFill>
                <a:highlight>
                  <a:srgbClr val="FFFFFF"/>
                </a:highlight>
              </a:rPr>
              <a:t>Media Access Control (MAC)</a:t>
            </a:r>
            <a:r>
              <a:rPr lang="en-US">
                <a:solidFill>
                  <a:srgbClr val="464649"/>
                </a:solidFill>
                <a:highlight>
                  <a:srgbClr val="FFFFFF"/>
                </a:highlight>
              </a:rPr>
              <a:t> sublayer.  The name was chosen to distinguish the bottom sublayer’s specific function—controlling access to the physical transmission medium—from the top sublayer’s role in forming logical links</a:t>
            </a:r>
            <a:endParaRPr lang="en-US"/>
          </a:p>
        </p:txBody>
      </p:sp>
      <p:sp>
        <p:nvSpPr>
          <p:cNvPr id="4" name="Slide Number Placeholder 3"/>
          <p:cNvSpPr>
            <a:spLocks noGrp="1"/>
          </p:cNvSpPr>
          <p:nvPr>
            <p:ph type="sldNum" sz="quarter" idx="5"/>
          </p:nvPr>
        </p:nvSpPr>
        <p:spPr/>
        <p:txBody>
          <a:bodyPr/>
          <a:lstStyle/>
          <a:p>
            <a:fld id="{66D43FE9-3319-4372-821B-E64A154AF2BC}" type="slidenum">
              <a:rPr lang="en-US"/>
              <a:t>41</a:t>
            </a:fld>
            <a:endParaRPr lang="en-US"/>
          </a:p>
        </p:txBody>
      </p:sp>
    </p:spTree>
    <p:extLst>
      <p:ext uri="{BB962C8B-B14F-4D97-AF65-F5344CB8AC3E}">
        <p14:creationId xmlns:p14="http://schemas.microsoft.com/office/powerpoint/2010/main" val="2485155298"/>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If trying to get same book after returning, it may be back, or they may have a different copy </a:t>
            </a:r>
            <a:r>
              <a:rPr lang="en-US" err="1">
                <a:ea typeface="Calibri"/>
                <a:cs typeface="Calibri"/>
              </a:rPr>
              <a:t>ecause</a:t>
            </a:r>
            <a:r>
              <a:rPr lang="en-US">
                <a:ea typeface="Calibri"/>
                <a:cs typeface="Calibri"/>
              </a:rPr>
              <a:t> </a:t>
            </a:r>
            <a:r>
              <a:rPr lang="en-US" err="1">
                <a:ea typeface="Calibri"/>
                <a:cs typeface="Calibri"/>
              </a:rPr>
              <a:t>soeone</a:t>
            </a:r>
            <a:r>
              <a:rPr lang="en-US">
                <a:ea typeface="Calibri"/>
                <a:cs typeface="Calibri"/>
              </a:rPr>
              <a:t> else got the book</a:t>
            </a:r>
          </a:p>
          <a:p>
            <a:r>
              <a:rPr lang="en-US">
                <a:ea typeface="Calibri"/>
                <a:cs typeface="Calibri"/>
              </a:rPr>
              <a:t>Stabilizes: Not always </a:t>
            </a:r>
            <a:r>
              <a:rPr lang="en-US" err="1">
                <a:ea typeface="Calibri"/>
                <a:cs typeface="Calibri"/>
              </a:rPr>
              <a:t>chaning</a:t>
            </a:r>
            <a:r>
              <a:rPr lang="en-US">
                <a:ea typeface="Calibri"/>
                <a:cs typeface="Calibri"/>
              </a:rPr>
              <a:t> identities/IPs for devices</a:t>
            </a:r>
          </a:p>
        </p:txBody>
      </p:sp>
      <p:sp>
        <p:nvSpPr>
          <p:cNvPr id="4" name="Slide Number Placeholder 3"/>
          <p:cNvSpPr>
            <a:spLocks noGrp="1"/>
          </p:cNvSpPr>
          <p:nvPr>
            <p:ph type="sldNum" sz="quarter" idx="5"/>
          </p:nvPr>
        </p:nvSpPr>
        <p:spPr/>
        <p:txBody>
          <a:bodyPr/>
          <a:lstStyle/>
          <a:p>
            <a:fld id="{66D43FE9-3319-4372-821B-E64A154AF2BC}" type="slidenum">
              <a:rPr lang="en-US"/>
              <a:t>42</a:t>
            </a:fld>
            <a:endParaRPr lang="en-US"/>
          </a:p>
        </p:txBody>
      </p:sp>
    </p:spTree>
    <p:extLst>
      <p:ext uri="{BB962C8B-B14F-4D97-AF65-F5344CB8AC3E}">
        <p14:creationId xmlns:p14="http://schemas.microsoft.com/office/powerpoint/2010/main" val="3850816132"/>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74; 64 + 10</a:t>
            </a:r>
          </a:p>
        </p:txBody>
      </p:sp>
      <p:sp>
        <p:nvSpPr>
          <p:cNvPr id="4" name="Slide Number Placeholder 3"/>
          <p:cNvSpPr>
            <a:spLocks noGrp="1"/>
          </p:cNvSpPr>
          <p:nvPr>
            <p:ph type="sldNum" sz="quarter" idx="5"/>
          </p:nvPr>
        </p:nvSpPr>
        <p:spPr/>
        <p:txBody>
          <a:bodyPr/>
          <a:lstStyle/>
          <a:p>
            <a:fld id="{66D43FE9-3319-4372-821B-E64A154AF2BC}" type="slidenum">
              <a:rPr lang="en-US"/>
              <a:t>46</a:t>
            </a:fld>
            <a:endParaRPr lang="en-US"/>
          </a:p>
        </p:txBody>
      </p:sp>
    </p:spTree>
    <p:extLst>
      <p:ext uri="{BB962C8B-B14F-4D97-AF65-F5344CB8AC3E}">
        <p14:creationId xmlns:p14="http://schemas.microsoft.com/office/powerpoint/2010/main" val="91300441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25C11F-DD52-7A84-969D-DDBC3C889F93}"/>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B7D89D5-2848-9F88-83D2-8DB24E671A0C}"/>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A74E151-E824-E279-A690-0D020348AE94}"/>
              </a:ext>
            </a:extLst>
          </p:cNvPr>
          <p:cNvSpPr>
            <a:spLocks noGrp="1"/>
          </p:cNvSpPr>
          <p:nvPr>
            <p:ph type="body" idx="1"/>
          </p:nvPr>
        </p:nvSpPr>
        <p:spPr/>
        <p:txBody>
          <a:bodyPr/>
          <a:lstStyle/>
          <a:p>
            <a:pPr>
              <a:lnSpc>
                <a:spcPct val="90000"/>
              </a:lnSpc>
              <a:spcBef>
                <a:spcPts val="1000"/>
              </a:spcBef>
            </a:pPr>
            <a:r>
              <a:rPr lang="en-US">
                <a:ea typeface="Calibri"/>
                <a:cs typeface="Calibri"/>
              </a:rPr>
              <a:t>Ip a</a:t>
            </a:r>
          </a:p>
        </p:txBody>
      </p:sp>
      <p:sp>
        <p:nvSpPr>
          <p:cNvPr id="4" name="Slide Number Placeholder 3">
            <a:extLst>
              <a:ext uri="{FF2B5EF4-FFF2-40B4-BE49-F238E27FC236}">
                <a16:creationId xmlns:a16="http://schemas.microsoft.com/office/drawing/2014/main" id="{F117131A-C6CB-DCF7-86CB-ADC5AA0B5E1C}"/>
              </a:ext>
            </a:extLst>
          </p:cNvPr>
          <p:cNvSpPr>
            <a:spLocks noGrp="1"/>
          </p:cNvSpPr>
          <p:nvPr>
            <p:ph type="sldNum" sz="quarter" idx="5"/>
          </p:nvPr>
        </p:nvSpPr>
        <p:spPr/>
        <p:txBody>
          <a:bodyPr/>
          <a:lstStyle/>
          <a:p>
            <a:fld id="{66D43FE9-3319-4372-821B-E64A154AF2BC}" type="slidenum">
              <a:rPr lang="en-US"/>
              <a:t>47</a:t>
            </a:fld>
            <a:endParaRPr lang="en-US"/>
          </a:p>
        </p:txBody>
      </p:sp>
    </p:spTree>
    <p:extLst>
      <p:ext uri="{BB962C8B-B14F-4D97-AF65-F5344CB8AC3E}">
        <p14:creationId xmlns:p14="http://schemas.microsoft.com/office/powerpoint/2010/main" val="3807382548"/>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b="1"/>
              <a:t>If they know phonebooks use that analogy. Also, Google maps analogy: you put in the name, computer returns address</a:t>
            </a:r>
            <a:endParaRPr lang="en-US" b="1">
              <a:ea typeface="Calibri"/>
              <a:cs typeface="Calibri"/>
            </a:endParaRPr>
          </a:p>
          <a:p>
            <a:r>
              <a:rPr lang="en-US" b="1">
                <a:ea typeface="Calibri"/>
                <a:cs typeface="Calibri"/>
              </a:rPr>
              <a:t>Public resolver is 8.8.8.8</a:t>
            </a:r>
          </a:p>
          <a:p>
            <a:endParaRPr lang="en-US"/>
          </a:p>
          <a:p>
            <a:r>
              <a:rPr lang="en-US"/>
              <a:t>Picture source: </a:t>
            </a:r>
            <a:r>
              <a:rPr lang="en-US">
                <a:hlinkClick r:id="rId3"/>
              </a:rPr>
              <a:t>https://www.itjones.com/blogs/understanding-dns-basics-of-computer-networking</a:t>
            </a:r>
            <a:endParaRPr lang="en-US">
              <a:ea typeface="Calibri"/>
              <a:cs typeface="Calibri"/>
              <a:hlinkClick r:id="rId3"/>
            </a:endParaRPr>
          </a:p>
          <a:p>
            <a:endParaRPr lang="en-US">
              <a:ea typeface="Calibri" panose="020F0502020204030204"/>
              <a:cs typeface="Calibri" panose="020F0502020204030204"/>
            </a:endParaRPr>
          </a:p>
        </p:txBody>
      </p:sp>
      <p:sp>
        <p:nvSpPr>
          <p:cNvPr id="4" name="Slide Number Placeholder 3"/>
          <p:cNvSpPr>
            <a:spLocks noGrp="1"/>
          </p:cNvSpPr>
          <p:nvPr>
            <p:ph type="sldNum" sz="quarter" idx="5"/>
          </p:nvPr>
        </p:nvSpPr>
        <p:spPr/>
        <p:txBody>
          <a:bodyPr/>
          <a:lstStyle/>
          <a:p>
            <a:fld id="{66D43FE9-3319-4372-821B-E64A154AF2BC}" type="slidenum">
              <a:rPr lang="en-US"/>
              <a:t>48</a:t>
            </a:fld>
            <a:endParaRPr lang="en-US"/>
          </a:p>
        </p:txBody>
      </p:sp>
    </p:spTree>
    <p:extLst>
      <p:ext uri="{BB962C8B-B14F-4D97-AF65-F5344CB8AC3E}">
        <p14:creationId xmlns:p14="http://schemas.microsoft.com/office/powerpoint/2010/main" val="921060077"/>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Can use the uaf.acep.edu address too </a:t>
            </a:r>
            <a:endParaRPr lang="en-US"/>
          </a:p>
          <a:p>
            <a:r>
              <a:rPr lang="en-US">
                <a:ea typeface="Calibri"/>
                <a:cs typeface="Calibri"/>
              </a:rPr>
              <a:t>The gateway is not the DNS server in this case. If they know phonebooks use that analogy. Also, Google maps analogy: until you put in the name, you don't get the address from your phone. </a:t>
            </a:r>
            <a:endParaRPr lang="en-US"/>
          </a:p>
        </p:txBody>
      </p:sp>
      <p:sp>
        <p:nvSpPr>
          <p:cNvPr id="4" name="Slide Number Placeholder 3"/>
          <p:cNvSpPr>
            <a:spLocks noGrp="1"/>
          </p:cNvSpPr>
          <p:nvPr>
            <p:ph type="sldNum" sz="quarter" idx="5"/>
          </p:nvPr>
        </p:nvSpPr>
        <p:spPr/>
        <p:txBody>
          <a:bodyPr/>
          <a:lstStyle/>
          <a:p>
            <a:fld id="{66D43FE9-3319-4372-821B-E64A154AF2BC}" type="slidenum">
              <a:rPr lang="en-US"/>
              <a:t>49</a:t>
            </a:fld>
            <a:endParaRPr lang="en-US"/>
          </a:p>
        </p:txBody>
      </p:sp>
    </p:spTree>
    <p:extLst>
      <p:ext uri="{BB962C8B-B14F-4D97-AF65-F5344CB8AC3E}">
        <p14:creationId xmlns:p14="http://schemas.microsoft.com/office/powerpoint/2010/main" val="1588331237"/>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Can do with uaf.acep.edu too</a:t>
            </a:r>
          </a:p>
          <a:p>
            <a:r>
              <a:rPr lang="en-US" b="1">
                <a:ea typeface="Calibri"/>
                <a:cs typeface="Calibri"/>
              </a:rPr>
              <a:t>This is translation portion</a:t>
            </a:r>
          </a:p>
          <a:p>
            <a:r>
              <a:rPr lang="en-US">
                <a:ea typeface="Calibri"/>
                <a:cs typeface="Calibri"/>
              </a:rPr>
              <a:t>Phonebook/google maps name to address </a:t>
            </a:r>
            <a:r>
              <a:rPr lang="en-US" err="1">
                <a:ea typeface="Calibri"/>
                <a:cs typeface="Calibri"/>
              </a:rPr>
              <a:t>transaltor</a:t>
            </a:r>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50</a:t>
            </a:fld>
            <a:endParaRPr lang="en-US"/>
          </a:p>
        </p:txBody>
      </p:sp>
    </p:spTree>
    <p:extLst>
      <p:ext uri="{BB962C8B-B14F-4D97-AF65-F5344CB8AC3E}">
        <p14:creationId xmlns:p14="http://schemas.microsoft.com/office/powerpoint/2010/main" val="272352810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buFont typeface="Arial,Sans-Serif"/>
              <a:buChar char="•"/>
            </a:pPr>
            <a:r>
              <a:rPr lang="en-US" b="1">
                <a:cs typeface="+mn-lt"/>
              </a:rPr>
              <a:t>Router is teacher going to </a:t>
            </a:r>
            <a:r>
              <a:rPr lang="en-US" b="1" err="1">
                <a:cs typeface="+mn-lt"/>
              </a:rPr>
              <a:t>dif</a:t>
            </a:r>
            <a:r>
              <a:rPr lang="en-US" b="1">
                <a:cs typeface="+mn-lt"/>
              </a:rPr>
              <a:t> rooms</a:t>
            </a:r>
            <a:br>
              <a:rPr lang="en-US" b="1">
                <a:cs typeface="+mn-lt"/>
              </a:rPr>
            </a:br>
            <a:r>
              <a:rPr lang="en-US" b="1">
                <a:cs typeface="+mn-lt"/>
              </a:rPr>
              <a:t>Show internal to external is 172 to 137</a:t>
            </a:r>
            <a:br>
              <a:rPr lang="en-US" b="1">
                <a:cs typeface="+mn-lt"/>
              </a:rPr>
            </a:br>
            <a:r>
              <a:rPr lang="en-US" b="1"/>
              <a:t>Shows the route</a:t>
            </a:r>
            <a:r>
              <a:rPr lang="en-US"/>
              <a:t> your data takes </a:t>
            </a:r>
            <a:r>
              <a:rPr lang="en-US" err="1"/>
              <a:t>toreach</a:t>
            </a:r>
            <a:r>
              <a:rPr lang="en-US"/>
              <a:t> a website by listing </a:t>
            </a:r>
            <a:r>
              <a:rPr lang="en-US" err="1"/>
              <a:t>eachnetwork</a:t>
            </a:r>
            <a:r>
              <a:rPr lang="en-US"/>
              <a:t> </a:t>
            </a:r>
            <a:r>
              <a:rPr lang="en-US" b="1"/>
              <a:t>hop (router)</a:t>
            </a:r>
            <a:r>
              <a:rPr lang="en-US"/>
              <a:t> along the way. </a:t>
            </a:r>
          </a:p>
          <a:p>
            <a:pPr marL="285750" indent="-285750">
              <a:buFont typeface="Arial,Sans-Serif"/>
              <a:buChar char="•"/>
            </a:pPr>
            <a:r>
              <a:rPr lang="en-US" b="1"/>
              <a:t>Measures response time</a:t>
            </a:r>
            <a:r>
              <a:rPr lang="en-US"/>
              <a:t> to </a:t>
            </a:r>
            <a:r>
              <a:rPr lang="en-US" err="1"/>
              <a:t>eachhop</a:t>
            </a:r>
            <a:r>
              <a:rPr lang="en-US"/>
              <a:t>, helping identify where </a:t>
            </a:r>
            <a:r>
              <a:rPr lang="en-US" err="1"/>
              <a:t>delaysoccur</a:t>
            </a:r>
            <a:r>
              <a:rPr lang="en-US"/>
              <a:t>. </a:t>
            </a:r>
          </a:p>
          <a:p>
            <a:pPr marL="285750" indent="-285750">
              <a:buFont typeface="Arial,Sans-Serif"/>
              <a:buChar char="•"/>
            </a:pPr>
            <a:r>
              <a:rPr lang="en-US" b="1"/>
              <a:t>Uses increasing values</a:t>
            </a:r>
            <a:r>
              <a:rPr lang="en-US"/>
              <a:t> so </a:t>
            </a:r>
            <a:r>
              <a:rPr lang="en-US" err="1"/>
              <a:t>eachrouter</a:t>
            </a:r>
            <a:r>
              <a:rPr lang="en-US"/>
              <a:t> reveals itself one at a time. </a:t>
            </a:r>
          </a:p>
          <a:p>
            <a:pPr marL="285750" indent="-285750">
              <a:buFont typeface="Arial,Sans-Serif"/>
              <a:buChar char="•"/>
            </a:pPr>
            <a:r>
              <a:rPr lang="en-US" b="1"/>
              <a:t>May show * * * or fail</a:t>
            </a:r>
            <a:r>
              <a:rPr lang="en-US"/>
              <a:t> if a router </a:t>
            </a:r>
            <a:r>
              <a:rPr lang="en-US" err="1"/>
              <a:t>orfirewall</a:t>
            </a:r>
            <a:r>
              <a:rPr lang="en-US"/>
              <a:t> blocks or ignores </a:t>
            </a:r>
            <a:r>
              <a:rPr lang="en-US" err="1"/>
              <a:t>tracerouterequests</a:t>
            </a:r>
            <a:r>
              <a:rPr lang="en-US"/>
              <a:t>, even if the destination is </a:t>
            </a:r>
            <a:r>
              <a:rPr lang="en-US" err="1"/>
              <a:t>stillreachable</a:t>
            </a:r>
            <a:r>
              <a:rPr lang="en-US"/>
              <a:t>.</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51</a:t>
            </a:fld>
            <a:endParaRPr lang="en-US"/>
          </a:p>
        </p:txBody>
      </p:sp>
    </p:spTree>
    <p:extLst>
      <p:ext uri="{BB962C8B-B14F-4D97-AF65-F5344CB8AC3E}">
        <p14:creationId xmlns:p14="http://schemas.microsoft.com/office/powerpoint/2010/main" val="194786356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44E118-8C31-D7EE-2EA7-A93C9CE7DF8C}"/>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5698255C-6466-8C35-87F1-8728C86B0DC8}"/>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8233573F-BEDE-6E5F-2299-92499505A16E}"/>
              </a:ext>
            </a:extLst>
          </p:cNvPr>
          <p:cNvSpPr>
            <a:spLocks noGrp="1"/>
          </p:cNvSpPr>
          <p:nvPr>
            <p:ph type="body" idx="1"/>
          </p:nvPr>
        </p:nvSpPr>
        <p:spPr/>
        <p:txBody>
          <a:bodyPr/>
          <a:lstStyle/>
          <a:p>
            <a:pPr marL="285750" indent="-285750">
              <a:buFont typeface="Arial,Sans-Serif"/>
              <a:buChar char="•"/>
            </a:pPr>
            <a:r>
              <a:rPr lang="en-US" b="1"/>
              <a:t>Shows the route</a:t>
            </a:r>
            <a:r>
              <a:rPr lang="en-US"/>
              <a:t> your data takes </a:t>
            </a:r>
            <a:r>
              <a:rPr lang="en-US" err="1"/>
              <a:t>toreach</a:t>
            </a:r>
            <a:r>
              <a:rPr lang="en-US"/>
              <a:t> a website by listing </a:t>
            </a:r>
            <a:r>
              <a:rPr lang="en-US" err="1"/>
              <a:t>eachnetwork</a:t>
            </a:r>
            <a:r>
              <a:rPr lang="en-US"/>
              <a:t> </a:t>
            </a:r>
            <a:r>
              <a:rPr lang="en-US" b="1"/>
              <a:t>hop (router)</a:t>
            </a:r>
            <a:r>
              <a:rPr lang="en-US"/>
              <a:t> along the way. </a:t>
            </a:r>
          </a:p>
          <a:p>
            <a:pPr marL="285750" indent="-285750">
              <a:buFont typeface="Arial,Sans-Serif"/>
              <a:buChar char="•"/>
            </a:pPr>
            <a:r>
              <a:rPr lang="en-US" b="1"/>
              <a:t>Measures response time</a:t>
            </a:r>
            <a:r>
              <a:rPr lang="en-US"/>
              <a:t> to </a:t>
            </a:r>
            <a:r>
              <a:rPr lang="en-US" err="1"/>
              <a:t>eachhop</a:t>
            </a:r>
            <a:r>
              <a:rPr lang="en-US"/>
              <a:t>, helping identify where </a:t>
            </a:r>
            <a:r>
              <a:rPr lang="en-US" err="1"/>
              <a:t>delaysoccur</a:t>
            </a:r>
            <a:r>
              <a:rPr lang="en-US"/>
              <a:t>. </a:t>
            </a:r>
          </a:p>
          <a:p>
            <a:pPr marL="285750" indent="-285750">
              <a:buFont typeface="Arial,Sans-Serif"/>
              <a:buChar char="•"/>
            </a:pPr>
            <a:r>
              <a:rPr lang="en-US" b="1"/>
              <a:t>Uses increasing values</a:t>
            </a:r>
            <a:r>
              <a:rPr lang="en-US"/>
              <a:t> so </a:t>
            </a:r>
            <a:r>
              <a:rPr lang="en-US" err="1"/>
              <a:t>eachrouter</a:t>
            </a:r>
            <a:r>
              <a:rPr lang="en-US"/>
              <a:t> reveals itself one at a time. </a:t>
            </a:r>
          </a:p>
          <a:p>
            <a:pPr marL="285750" indent="-285750">
              <a:buFont typeface="Arial,Sans-Serif"/>
              <a:buChar char="•"/>
            </a:pPr>
            <a:r>
              <a:rPr lang="en-US" b="1"/>
              <a:t>May show * * * or fail</a:t>
            </a:r>
            <a:r>
              <a:rPr lang="en-US"/>
              <a:t> if a router </a:t>
            </a:r>
            <a:r>
              <a:rPr lang="en-US" err="1"/>
              <a:t>orfirewall</a:t>
            </a:r>
            <a:r>
              <a:rPr lang="en-US"/>
              <a:t> blocks or ignores </a:t>
            </a:r>
            <a:r>
              <a:rPr lang="en-US" err="1"/>
              <a:t>tracerouterequests</a:t>
            </a:r>
            <a:r>
              <a:rPr lang="en-US"/>
              <a:t>, even if the destination is </a:t>
            </a:r>
            <a:r>
              <a:rPr lang="en-US" err="1"/>
              <a:t>stillreachable</a:t>
            </a:r>
            <a:r>
              <a:rPr lang="en-US"/>
              <a:t>.</a:t>
            </a:r>
          </a:p>
          <a:p>
            <a:endParaRPr lang="en-US">
              <a:ea typeface="Calibri"/>
              <a:cs typeface="Calibri"/>
            </a:endParaRPr>
          </a:p>
        </p:txBody>
      </p:sp>
      <p:sp>
        <p:nvSpPr>
          <p:cNvPr id="4" name="Slide Number Placeholder 3">
            <a:extLst>
              <a:ext uri="{FF2B5EF4-FFF2-40B4-BE49-F238E27FC236}">
                <a16:creationId xmlns:a16="http://schemas.microsoft.com/office/drawing/2014/main" id="{BD80485F-1240-D327-9A62-250F861B73D3}"/>
              </a:ext>
            </a:extLst>
          </p:cNvPr>
          <p:cNvSpPr>
            <a:spLocks noGrp="1"/>
          </p:cNvSpPr>
          <p:nvPr>
            <p:ph type="sldNum" sz="quarter" idx="5"/>
          </p:nvPr>
        </p:nvSpPr>
        <p:spPr/>
        <p:txBody>
          <a:bodyPr/>
          <a:lstStyle/>
          <a:p>
            <a:fld id="{66D43FE9-3319-4372-821B-E64A154AF2BC}" type="slidenum">
              <a:rPr lang="en-US"/>
              <a:t>52</a:t>
            </a:fld>
            <a:endParaRPr lang="en-US"/>
          </a:p>
        </p:txBody>
      </p:sp>
    </p:spTree>
    <p:extLst>
      <p:ext uri="{BB962C8B-B14F-4D97-AF65-F5344CB8AC3E}">
        <p14:creationId xmlns:p14="http://schemas.microsoft.com/office/powerpoint/2010/main" val="2927637555"/>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285750" indent="-285750">
              <a:lnSpc>
                <a:spcPct val="90000"/>
              </a:lnSpc>
              <a:spcBef>
                <a:spcPts val="1000"/>
              </a:spcBef>
              <a:buFont typeface="Arial"/>
              <a:buChar char="•"/>
            </a:pPr>
            <a:r>
              <a:rPr lang="en-US"/>
              <a:t>There is more but that is all they should know for now. It's like a game of telephone with time getting less accurate between servers from </a:t>
            </a:r>
            <a:r>
              <a:rPr lang="en-US" err="1"/>
              <a:t>og</a:t>
            </a:r>
            <a:r>
              <a:rPr lang="en-US"/>
              <a:t> source.</a:t>
            </a:r>
          </a:p>
          <a:p>
            <a:pPr marL="285750" indent="-285750">
              <a:lnSpc>
                <a:spcPct val="90000"/>
              </a:lnSpc>
              <a:spcBef>
                <a:spcPts val="1000"/>
              </a:spcBef>
              <a:buFont typeface="Arial"/>
              <a:buChar char="•"/>
            </a:pPr>
            <a:r>
              <a:rPr lang="en-US">
                <a:ea typeface="Calibri"/>
                <a:cs typeface="Calibri"/>
              </a:rPr>
              <a:t>Instructed not to discuss stratum much if at all</a:t>
            </a:r>
          </a:p>
        </p:txBody>
      </p:sp>
      <p:sp>
        <p:nvSpPr>
          <p:cNvPr id="4" name="Slide Number Placeholder 3"/>
          <p:cNvSpPr>
            <a:spLocks noGrp="1"/>
          </p:cNvSpPr>
          <p:nvPr>
            <p:ph type="sldNum" sz="quarter" idx="5"/>
          </p:nvPr>
        </p:nvSpPr>
        <p:spPr/>
        <p:txBody>
          <a:bodyPr/>
          <a:lstStyle/>
          <a:p>
            <a:fld id="{66D43FE9-3319-4372-821B-E64A154AF2BC}" type="slidenum">
              <a:rPr lang="en-US"/>
              <a:t>54</a:t>
            </a:fld>
            <a:endParaRPr lang="en-US"/>
          </a:p>
        </p:txBody>
      </p:sp>
    </p:spTree>
    <p:extLst>
      <p:ext uri="{BB962C8B-B14F-4D97-AF65-F5344CB8AC3E}">
        <p14:creationId xmlns:p14="http://schemas.microsoft.com/office/powerpoint/2010/main" val="126499073"/>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Show next slide if it is a few minutes off.</a:t>
            </a:r>
          </a:p>
        </p:txBody>
      </p:sp>
      <p:sp>
        <p:nvSpPr>
          <p:cNvPr id="4" name="Slide Number Placeholder 3"/>
          <p:cNvSpPr>
            <a:spLocks noGrp="1"/>
          </p:cNvSpPr>
          <p:nvPr>
            <p:ph type="sldNum" sz="quarter" idx="5"/>
          </p:nvPr>
        </p:nvSpPr>
        <p:spPr/>
        <p:txBody>
          <a:bodyPr/>
          <a:lstStyle/>
          <a:p>
            <a:fld id="{66D43FE9-3319-4372-821B-E64A154AF2BC}" type="slidenum">
              <a:rPr lang="en-US"/>
              <a:t>56</a:t>
            </a:fld>
            <a:endParaRPr lang="en-US"/>
          </a:p>
        </p:txBody>
      </p:sp>
    </p:spTree>
    <p:extLst>
      <p:ext uri="{BB962C8B-B14F-4D97-AF65-F5344CB8AC3E}">
        <p14:creationId xmlns:p14="http://schemas.microsoft.com/office/powerpoint/2010/main" val="2002318678"/>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57</a:t>
            </a:fld>
            <a:endParaRPr lang="en-US"/>
          </a:p>
        </p:txBody>
      </p:sp>
    </p:spTree>
    <p:extLst>
      <p:ext uri="{BB962C8B-B14F-4D97-AF65-F5344CB8AC3E}">
        <p14:creationId xmlns:p14="http://schemas.microsoft.com/office/powerpoint/2010/main" val="1880124764"/>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Only take analogy as far as it will go. A switch is like a classroom getting more students assigned to your class. Other LANs, router, computer/devices = easy. Wireless vs wired lol don't use analogy. Router talk about WAN/LAN connection and NAT. Show the connections between </a:t>
            </a:r>
            <a:r>
              <a:rPr lang="en-US" err="1">
                <a:ea typeface="Calibri"/>
                <a:cs typeface="Calibri"/>
              </a:rPr>
              <a:t>acces</a:t>
            </a:r>
            <a:r>
              <a:rPr lang="en-US">
                <a:ea typeface="Calibri"/>
                <a:cs typeface="Calibri"/>
              </a:rPr>
              <a:t> point and switch directly</a:t>
            </a:r>
          </a:p>
        </p:txBody>
      </p:sp>
      <p:sp>
        <p:nvSpPr>
          <p:cNvPr id="4" name="Slide Number Placeholder 3"/>
          <p:cNvSpPr>
            <a:spLocks noGrp="1"/>
          </p:cNvSpPr>
          <p:nvPr>
            <p:ph type="sldNum" sz="quarter" idx="5"/>
          </p:nvPr>
        </p:nvSpPr>
        <p:spPr/>
        <p:txBody>
          <a:bodyPr/>
          <a:lstStyle/>
          <a:p>
            <a:fld id="{66D43FE9-3319-4372-821B-E64A154AF2BC}" type="slidenum">
              <a:rPr lang="en-US"/>
              <a:t>58</a:t>
            </a:fld>
            <a:endParaRPr lang="en-US"/>
          </a:p>
        </p:txBody>
      </p:sp>
    </p:spTree>
    <p:extLst>
      <p:ext uri="{BB962C8B-B14F-4D97-AF65-F5344CB8AC3E}">
        <p14:creationId xmlns:p14="http://schemas.microsoft.com/office/powerpoint/2010/main" val="2656711217"/>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ea typeface="Calibri"/>
                <a:cs typeface="Calibri"/>
              </a:rPr>
              <a:t>Tell them to bring their diagrams we passed out up too. </a:t>
            </a:r>
            <a:r>
              <a:rPr lang="en-US" err="1">
                <a:solidFill>
                  <a:srgbClr val="444444"/>
                </a:solidFill>
              </a:rPr>
              <a:t>nmanaged</a:t>
            </a:r>
            <a:r>
              <a:rPr lang="en-US">
                <a:solidFill>
                  <a:srgbClr val="444444"/>
                </a:solidFill>
              </a:rPr>
              <a:t> switches just expand ports for a LAN </a:t>
            </a:r>
          </a:p>
          <a:p>
            <a:pPr marL="171450" indent="-171450">
              <a:buFont typeface="Arial"/>
              <a:buChar char="•"/>
            </a:pPr>
            <a:r>
              <a:rPr lang="en-US">
                <a:solidFill>
                  <a:srgbClr val="444444"/>
                </a:solidFill>
              </a:rPr>
              <a:t>Managed switches let you configure, monitor, + secure the LAN. Can have different VLANs on different ports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61</a:t>
            </a:fld>
            <a:endParaRPr lang="en-US"/>
          </a:p>
        </p:txBody>
      </p:sp>
    </p:spTree>
    <p:extLst>
      <p:ext uri="{BB962C8B-B14F-4D97-AF65-F5344CB8AC3E}">
        <p14:creationId xmlns:p14="http://schemas.microsoft.com/office/powerpoint/2010/main" val="3251111568"/>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a:buChar char="•"/>
            </a:pPr>
            <a:r>
              <a:rPr lang="en-US">
                <a:solidFill>
                  <a:srgbClr val="444444"/>
                </a:solidFill>
              </a:rPr>
              <a:t>Better security (a compromised device can't roam the whole network), </a:t>
            </a:r>
          </a:p>
          <a:p>
            <a:pPr marL="171450" indent="-171450">
              <a:buFont typeface="Arial"/>
              <a:buChar char="•"/>
            </a:pPr>
            <a:r>
              <a:rPr lang="en-US">
                <a:solidFill>
                  <a:srgbClr val="444444"/>
                </a:solidFill>
              </a:rPr>
              <a:t>Better performance (smaller broadcast domains) with less traffic to wade through </a:t>
            </a:r>
          </a:p>
          <a:p>
            <a:pPr marL="171450" indent="-171450">
              <a:buFont typeface="Arial"/>
              <a:buChar char="•"/>
            </a:pPr>
            <a:r>
              <a:rPr lang="en-US">
                <a:solidFill>
                  <a:srgbClr val="444444"/>
                </a:solidFill>
              </a:rPr>
              <a:t>Easier troubleshooting since you know what smaller subnet the issue comes from</a:t>
            </a:r>
          </a:p>
          <a:p>
            <a:pPr marL="171450" indent="-171450">
              <a:buFont typeface="Arial"/>
              <a:buChar char="•"/>
            </a:pPr>
            <a:r>
              <a:rPr lang="en-US">
                <a:solidFill>
                  <a:srgbClr val="444444"/>
                </a:solidFill>
              </a:rPr>
              <a:t>More organized i.e. why have cameras on the same </a:t>
            </a:r>
            <a:r>
              <a:rPr lang="en-US" err="1">
                <a:solidFill>
                  <a:srgbClr val="444444"/>
                </a:solidFill>
              </a:rPr>
              <a:t>wifi</a:t>
            </a:r>
            <a:r>
              <a:rPr lang="en-US">
                <a:solidFill>
                  <a:srgbClr val="444444"/>
                </a:solidFill>
              </a:rPr>
              <a:t> as guests</a:t>
            </a:r>
          </a:p>
          <a:p>
            <a:pPr marL="171450" indent="-171450">
              <a:buFont typeface="Arial"/>
              <a:buChar char="•"/>
            </a:pPr>
            <a:r>
              <a:rPr lang="en-US">
                <a:solidFill>
                  <a:srgbClr val="444444"/>
                </a:solidFill>
              </a:rPr>
              <a:t>We will see more of this in our second module - firewalls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63</a:t>
            </a:fld>
            <a:endParaRPr lang="en-US"/>
          </a:p>
        </p:txBody>
      </p:sp>
    </p:spTree>
    <p:extLst>
      <p:ext uri="{BB962C8B-B14F-4D97-AF65-F5344CB8AC3E}">
        <p14:creationId xmlns:p14="http://schemas.microsoft.com/office/powerpoint/2010/main" val="2072596397"/>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Geeksforgeeks.org is image source</a:t>
            </a:r>
          </a:p>
          <a:p>
            <a:pPr marL="171450" indent="-171450">
              <a:buFont typeface="Arial"/>
              <a:buChar char="•"/>
            </a:pPr>
            <a:r>
              <a:rPr lang="en-US">
                <a:solidFill>
                  <a:srgbClr val="444444"/>
                </a:solidFill>
              </a:rPr>
              <a:t>Better security (a compromised device can't roam the whole network), </a:t>
            </a:r>
          </a:p>
          <a:p>
            <a:pPr marL="171450" indent="-171450">
              <a:buFont typeface="Arial"/>
              <a:buChar char="•"/>
            </a:pPr>
            <a:r>
              <a:rPr lang="en-US">
                <a:solidFill>
                  <a:srgbClr val="444444"/>
                </a:solidFill>
              </a:rPr>
              <a:t>Better performance (smaller broadcast domains) with less traffic to wade through </a:t>
            </a:r>
          </a:p>
          <a:p>
            <a:pPr marL="171450" indent="-171450">
              <a:buFont typeface="Arial"/>
              <a:buChar char="•"/>
            </a:pPr>
            <a:r>
              <a:rPr lang="en-US">
                <a:solidFill>
                  <a:srgbClr val="444444"/>
                </a:solidFill>
              </a:rPr>
              <a:t>Easier troubleshooting since you know what smaller subnet the issue comes from</a:t>
            </a:r>
          </a:p>
          <a:p>
            <a:pPr marL="171450" indent="-171450">
              <a:buFont typeface="Arial"/>
              <a:buChar char="•"/>
            </a:pPr>
            <a:r>
              <a:rPr lang="en-US">
                <a:solidFill>
                  <a:srgbClr val="444444"/>
                </a:solidFill>
              </a:rPr>
              <a:t>More organized i.e. why have cameras on the same </a:t>
            </a:r>
            <a:r>
              <a:rPr lang="en-US" err="1">
                <a:solidFill>
                  <a:srgbClr val="444444"/>
                </a:solidFill>
              </a:rPr>
              <a:t>wifi</a:t>
            </a:r>
            <a:r>
              <a:rPr lang="en-US">
                <a:solidFill>
                  <a:srgbClr val="444444"/>
                </a:solidFill>
              </a:rPr>
              <a:t> as guests</a:t>
            </a:r>
            <a:endParaRPr lang="en-US">
              <a:solidFill>
                <a:srgbClr val="444444"/>
              </a:solidFill>
              <a:ea typeface="Calibri"/>
              <a:cs typeface="Calibri"/>
            </a:endParaRPr>
          </a:p>
          <a:p>
            <a:pPr marL="171450" indent="-171450">
              <a:buFont typeface="Arial"/>
              <a:buChar char="•"/>
            </a:pPr>
            <a:r>
              <a:rPr lang="en-US">
                <a:solidFill>
                  <a:srgbClr val="444444"/>
                </a:solidFill>
              </a:rPr>
              <a:t>We will see more of this in our second module - firewalls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64</a:t>
            </a:fld>
            <a:endParaRPr lang="en-US"/>
          </a:p>
        </p:txBody>
      </p:sp>
    </p:spTree>
    <p:extLst>
      <p:ext uri="{BB962C8B-B14F-4D97-AF65-F5344CB8AC3E}">
        <p14:creationId xmlns:p14="http://schemas.microsoft.com/office/powerpoint/2010/main" val="4113873810"/>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Good: Own computer </a:t>
            </a:r>
            <a:r>
              <a:rPr lang="en-US" err="1">
                <a:ea typeface="Calibri"/>
                <a:cs typeface="Calibri"/>
              </a:rPr>
              <a:t>managament</a:t>
            </a:r>
            <a:r>
              <a:rPr lang="en-US">
                <a:ea typeface="Calibri"/>
                <a:cs typeface="Calibri"/>
              </a:rPr>
              <a:t> from far away if network is running. Bad: Downloading files with malware onto another person's computer. They need to have SSH enabled on their computer, and you </a:t>
            </a:r>
            <a:r>
              <a:rPr lang="en-US" err="1">
                <a:ea typeface="Calibri"/>
                <a:cs typeface="Calibri"/>
              </a:rPr>
              <a:t>ened</a:t>
            </a:r>
            <a:r>
              <a:rPr lang="en-US">
                <a:ea typeface="Calibri"/>
                <a:cs typeface="Calibri"/>
              </a:rPr>
              <a:t> to know the login/password of an account on the computer for it to work; most have a root account with a dedicated password</a:t>
            </a:r>
          </a:p>
        </p:txBody>
      </p:sp>
      <p:sp>
        <p:nvSpPr>
          <p:cNvPr id="4" name="Slide Number Placeholder 3"/>
          <p:cNvSpPr>
            <a:spLocks noGrp="1"/>
          </p:cNvSpPr>
          <p:nvPr>
            <p:ph type="sldNum" sz="quarter" idx="5"/>
          </p:nvPr>
        </p:nvSpPr>
        <p:spPr/>
        <p:txBody>
          <a:bodyPr/>
          <a:lstStyle/>
          <a:p>
            <a:fld id="{66D43FE9-3319-4372-821B-E64A154AF2BC}" type="slidenum">
              <a:t>67</a:t>
            </a:fld>
            <a:endParaRPr lang="en-US"/>
          </a:p>
        </p:txBody>
      </p:sp>
    </p:spTree>
    <p:extLst>
      <p:ext uri="{BB962C8B-B14F-4D97-AF65-F5344CB8AC3E}">
        <p14:creationId xmlns:p14="http://schemas.microsoft.com/office/powerpoint/2010/main" val="1864867320"/>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 new VMs should already be started up</a:t>
            </a:r>
          </a:p>
        </p:txBody>
      </p:sp>
      <p:sp>
        <p:nvSpPr>
          <p:cNvPr id="4" name="Slide Number Placeholder 3"/>
          <p:cNvSpPr>
            <a:spLocks noGrp="1"/>
          </p:cNvSpPr>
          <p:nvPr>
            <p:ph type="sldNum" sz="quarter" idx="5"/>
          </p:nvPr>
        </p:nvSpPr>
        <p:spPr/>
        <p:txBody>
          <a:bodyPr/>
          <a:lstStyle/>
          <a:p>
            <a:fld id="{66D43FE9-3319-4372-821B-E64A154AF2BC}" type="slidenum">
              <a:rPr lang="en-US"/>
              <a:t>68</a:t>
            </a:fld>
            <a:endParaRPr lang="en-US"/>
          </a:p>
        </p:txBody>
      </p:sp>
    </p:spTree>
    <p:extLst>
      <p:ext uri="{BB962C8B-B14F-4D97-AF65-F5344CB8AC3E}">
        <p14:creationId xmlns:p14="http://schemas.microsoft.com/office/powerpoint/2010/main" val="3585716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Use for end of M1 network segmentation into a different virtual machine if doing WSSH</a:t>
            </a:r>
          </a:p>
        </p:txBody>
      </p:sp>
      <p:sp>
        <p:nvSpPr>
          <p:cNvPr id="4" name="Slide Number Placeholder 3"/>
          <p:cNvSpPr>
            <a:spLocks noGrp="1"/>
          </p:cNvSpPr>
          <p:nvPr>
            <p:ph type="sldNum" sz="quarter" idx="5"/>
          </p:nvPr>
        </p:nvSpPr>
        <p:spPr/>
        <p:txBody>
          <a:bodyPr/>
          <a:lstStyle/>
          <a:p>
            <a:fld id="{66D43FE9-3319-4372-821B-E64A154AF2BC}" type="slidenum">
              <a:rPr lang="en-US"/>
              <a:t>69</a:t>
            </a:fld>
            <a:endParaRPr lang="en-US"/>
          </a:p>
        </p:txBody>
      </p:sp>
    </p:spTree>
    <p:extLst>
      <p:ext uri="{BB962C8B-B14F-4D97-AF65-F5344CB8AC3E}">
        <p14:creationId xmlns:p14="http://schemas.microsoft.com/office/powerpoint/2010/main" val="4077689224"/>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Start &gt; Console</a:t>
            </a:r>
          </a:p>
          <a:p>
            <a:r>
              <a:rPr lang="en-US" b="1">
                <a:ea typeface="Calibri"/>
                <a:cs typeface="Calibri"/>
              </a:rPr>
              <a:t>TO WORK: Turn off </a:t>
            </a:r>
            <a:r>
              <a:rPr lang="en-US" b="1" err="1">
                <a:ea typeface="Calibri"/>
                <a:cs typeface="Calibri"/>
              </a:rPr>
              <a:t>dhcp</a:t>
            </a:r>
            <a:r>
              <a:rPr lang="en-US" b="1">
                <a:ea typeface="Calibri"/>
                <a:cs typeface="Calibri"/>
              </a:rPr>
              <a:t> </a:t>
            </a:r>
            <a:r>
              <a:rPr lang="en-US" b="1" err="1">
                <a:ea typeface="Calibri"/>
                <a:cs typeface="Calibri"/>
              </a:rPr>
              <a:t>vm</a:t>
            </a:r>
            <a:r>
              <a:rPr lang="en-US" b="1">
                <a:ea typeface="Calibri"/>
                <a:cs typeface="Calibri"/>
              </a:rPr>
              <a:t>, then turn on </a:t>
            </a:r>
            <a:r>
              <a:rPr lang="en-US" b="1" err="1">
                <a:ea typeface="Calibri"/>
                <a:cs typeface="Calibri"/>
              </a:rPr>
              <a:t>opnsense</a:t>
            </a:r>
            <a:r>
              <a:rPr lang="en-US" b="1">
                <a:ea typeface="Calibri"/>
                <a:cs typeface="Calibri"/>
              </a:rPr>
              <a:t> firewall </a:t>
            </a:r>
            <a:r>
              <a:rPr lang="en-US" b="1" err="1">
                <a:ea typeface="Calibri"/>
                <a:cs typeface="Calibri"/>
              </a:rPr>
              <a:t>vm</a:t>
            </a:r>
            <a:r>
              <a:rPr lang="en-US" b="1">
                <a:ea typeface="Calibri"/>
                <a:cs typeface="Calibri"/>
              </a:rPr>
              <a:t>. Have them all do </a:t>
            </a:r>
            <a:r>
              <a:rPr lang="en-US" b="1" err="1">
                <a:ea typeface="Calibri"/>
                <a:cs typeface="Calibri"/>
              </a:rPr>
              <a:t>systemctl</a:t>
            </a:r>
            <a:r>
              <a:rPr lang="en-US" b="1">
                <a:ea typeface="Calibri"/>
                <a:cs typeface="Calibri"/>
              </a:rPr>
              <a:t> restart networking</a:t>
            </a:r>
            <a:endParaRPr lang="en-US" b="1"/>
          </a:p>
          <a:p>
            <a:r>
              <a:rPr lang="en-US">
                <a:ea typeface="Calibri"/>
                <a:cs typeface="Calibri"/>
              </a:rPr>
              <a:t>May need to change the </a:t>
            </a:r>
            <a:r>
              <a:rPr lang="en-US" err="1">
                <a:ea typeface="Calibri"/>
                <a:cs typeface="Calibri"/>
              </a:rPr>
              <a:t>ip</a:t>
            </a:r>
            <a:r>
              <a:rPr lang="en-US">
                <a:ea typeface="Calibri"/>
                <a:cs typeface="Calibri"/>
              </a:rPr>
              <a:t> values to the appropriate ones shown by jump </a:t>
            </a:r>
            <a:r>
              <a:rPr lang="en-US" err="1">
                <a:ea typeface="Calibri"/>
                <a:cs typeface="Calibri"/>
              </a:rPr>
              <a:t>vm</a:t>
            </a:r>
            <a:r>
              <a:rPr lang="en-US">
                <a:ea typeface="Calibri"/>
                <a:cs typeface="Calibri"/>
              </a:rPr>
              <a:t>/their </a:t>
            </a:r>
            <a:r>
              <a:rPr lang="en-US" err="1">
                <a:ea typeface="Calibri"/>
                <a:cs typeface="Calibri"/>
              </a:rPr>
              <a:t>ip</a:t>
            </a:r>
            <a:r>
              <a:rPr lang="en-US">
                <a:ea typeface="Calibri"/>
                <a:cs typeface="Calibri"/>
              </a:rPr>
              <a:t> a in the moment; not bad, just you may need to check each</a:t>
            </a:r>
          </a:p>
        </p:txBody>
      </p:sp>
      <p:sp>
        <p:nvSpPr>
          <p:cNvPr id="4" name="Slide Number Placeholder 3"/>
          <p:cNvSpPr>
            <a:spLocks noGrp="1"/>
          </p:cNvSpPr>
          <p:nvPr>
            <p:ph type="sldNum" sz="quarter" idx="5"/>
          </p:nvPr>
        </p:nvSpPr>
        <p:spPr/>
        <p:txBody>
          <a:bodyPr/>
          <a:lstStyle/>
          <a:p>
            <a:fld id="{66D43FE9-3319-4372-821B-E64A154AF2BC}" type="slidenum">
              <a:rPr lang="en-US"/>
              <a:t>70</a:t>
            </a:fld>
            <a:endParaRPr lang="en-US"/>
          </a:p>
        </p:txBody>
      </p:sp>
    </p:spTree>
    <p:extLst>
      <p:ext uri="{BB962C8B-B14F-4D97-AF65-F5344CB8AC3E}">
        <p14:creationId xmlns:p14="http://schemas.microsoft.com/office/powerpoint/2010/main" val="1057920499"/>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628650" lvl="1" indent="-171450">
              <a:buFont typeface="Arial"/>
              <a:buChar char="•"/>
            </a:pPr>
            <a:r>
              <a:rPr lang="en-US" err="1">
                <a:ea typeface="Calibri"/>
                <a:cs typeface="Calibri"/>
              </a:rPr>
              <a:t>Firsst</a:t>
            </a:r>
            <a:r>
              <a:rPr lang="en-US">
                <a:ea typeface="Calibri"/>
                <a:cs typeface="Calibri"/>
              </a:rPr>
              <a:t> notice: Can't ping on different subnets now:</a:t>
            </a:r>
            <a:endParaRPr lang="en-US"/>
          </a:p>
          <a:p>
            <a:pPr marL="628650" lvl="1" indent="-171450">
              <a:buFont typeface="Arial"/>
              <a:buChar char="•"/>
            </a:pPr>
            <a:r>
              <a:rPr lang="en-US">
                <a:ea typeface="Calibri"/>
                <a:cs typeface="Calibri"/>
              </a:rPr>
              <a:t>Second notice: </a:t>
            </a:r>
            <a:r>
              <a:rPr lang="en-US">
                <a:solidFill>
                  <a:srgbClr val="444444"/>
                </a:solidFill>
              </a:rPr>
              <a:t>A single router hop away because you're on different VLAN subnets </a:t>
            </a:r>
            <a:r>
              <a:rPr lang="en-US" err="1">
                <a:solidFill>
                  <a:srgbClr val="444444"/>
                </a:solidFill>
              </a:rPr>
              <a:t>ofthe</a:t>
            </a:r>
            <a:r>
              <a:rPr lang="en-US">
                <a:solidFill>
                  <a:srgbClr val="444444"/>
                </a:solidFill>
              </a:rPr>
              <a:t> same router</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71</a:t>
            </a:fld>
            <a:endParaRPr lang="en-US"/>
          </a:p>
        </p:txBody>
      </p:sp>
    </p:spTree>
    <p:extLst>
      <p:ext uri="{BB962C8B-B14F-4D97-AF65-F5344CB8AC3E}">
        <p14:creationId xmlns:p14="http://schemas.microsoft.com/office/powerpoint/2010/main" val="2819966267"/>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DHCP VM off</a:t>
            </a:r>
          </a:p>
        </p:txBody>
      </p:sp>
      <p:sp>
        <p:nvSpPr>
          <p:cNvPr id="4" name="Slide Number Placeholder 3"/>
          <p:cNvSpPr>
            <a:spLocks noGrp="1"/>
          </p:cNvSpPr>
          <p:nvPr>
            <p:ph type="sldNum" sz="quarter" idx="5"/>
          </p:nvPr>
        </p:nvSpPr>
        <p:spPr/>
        <p:txBody>
          <a:bodyPr/>
          <a:lstStyle/>
          <a:p>
            <a:fld id="{66D43FE9-3319-4372-821B-E64A154AF2BC}" type="slidenum">
              <a:rPr lang="en-US"/>
              <a:t>75</a:t>
            </a:fld>
            <a:endParaRPr lang="en-US"/>
          </a:p>
        </p:txBody>
      </p:sp>
    </p:spTree>
    <p:extLst>
      <p:ext uri="{BB962C8B-B14F-4D97-AF65-F5344CB8AC3E}">
        <p14:creationId xmlns:p14="http://schemas.microsoft.com/office/powerpoint/2010/main" val="4119253002"/>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lnSpc>
                <a:spcPct val="90000"/>
              </a:lnSpc>
              <a:spcBef>
                <a:spcPts val="1000"/>
              </a:spcBef>
              <a:buFont typeface="Arial"/>
              <a:buChar char="•"/>
            </a:pPr>
            <a:r>
              <a:rPr lang="en-US"/>
              <a:t>The bouncer at a party's front door, checking a list of people and rules they've </a:t>
            </a:r>
            <a:r>
              <a:rPr lang="en-US" err="1"/>
              <a:t>beengiven</a:t>
            </a:r>
            <a:r>
              <a:rPr lang="en-US"/>
              <a:t> before letting anyone in or out.</a:t>
            </a:r>
          </a:p>
          <a:p>
            <a:pPr marL="171450" indent="-171450">
              <a:lnSpc>
                <a:spcPct val="90000"/>
              </a:lnSpc>
              <a:spcBef>
                <a:spcPts val="1000"/>
              </a:spcBef>
              <a:buFont typeface="Arial"/>
              <a:buChar char="•"/>
            </a:pPr>
            <a:r>
              <a:rPr lang="en-US"/>
              <a:t>Checkpoint that decides what network traffic is allowed through</a:t>
            </a:r>
          </a:p>
          <a:p>
            <a:pPr marL="171450" indent="-171450">
              <a:lnSpc>
                <a:spcPct val="90000"/>
              </a:lnSpc>
              <a:spcBef>
                <a:spcPts val="1000"/>
              </a:spcBef>
              <a:buFont typeface="Arial"/>
              <a:buChar char="•"/>
            </a:pPr>
            <a:r>
              <a:rPr lang="en-US"/>
              <a:t>Boundary of two networks – most commonly between your LAN, other LANs, and </a:t>
            </a:r>
            <a:r>
              <a:rPr lang="en-US" err="1"/>
              <a:t>theInternet</a:t>
            </a:r>
          </a:p>
          <a:p>
            <a:pPr marL="171450" indent="-171450">
              <a:lnSpc>
                <a:spcPct val="90000"/>
              </a:lnSpc>
              <a:spcBef>
                <a:spcPts val="1000"/>
              </a:spcBef>
              <a:buFont typeface="Arial"/>
              <a:buChar char="•"/>
            </a:pPr>
            <a:r>
              <a:rPr lang="en-US"/>
              <a:t>Rules guide the decisions: types of services allowed, IP/subnets </a:t>
            </a:r>
            <a:r>
              <a:rPr lang="en-US" err="1"/>
              <a:t>allowed,source</a:t>
            </a:r>
            <a:r>
              <a:rPr lang="en-US"/>
              <a:t>/destination, etc.</a:t>
            </a:r>
          </a:p>
          <a:p>
            <a:pPr marL="171450" indent="-171450">
              <a:lnSpc>
                <a:spcPct val="90000"/>
              </a:lnSpc>
              <a:spcBef>
                <a:spcPts val="1000"/>
              </a:spcBef>
              <a:buFont typeface="Arial"/>
              <a:buChar char="•"/>
            </a:pPr>
            <a:r>
              <a:rPr lang="en-US"/>
              <a:t>Can be dedicated with hardware, or software like </a:t>
            </a:r>
            <a:r>
              <a:rPr lang="en-US" err="1"/>
              <a:t>OPNsense</a:t>
            </a:r>
          </a:p>
          <a:p>
            <a:pPr marL="171450" indent="-171450">
              <a:lnSpc>
                <a:spcPct val="90000"/>
              </a:lnSpc>
              <a:spcBef>
                <a:spcPts val="1000"/>
              </a:spcBef>
              <a:buFont typeface="Arial"/>
              <a:buChar char="•"/>
            </a:pPr>
            <a:r>
              <a:rPr lang="en-US"/>
              <a:t>Without one, every device on your network is directly exposed to</a:t>
            </a:r>
          </a:p>
          <a:p>
            <a:pPr>
              <a:lnSpc>
                <a:spcPct val="90000"/>
              </a:lnSpc>
              <a:spcBef>
                <a:spcPts val="1000"/>
              </a:spcBef>
            </a:pPr>
            <a:r>
              <a:rPr lang="en-US"/>
              <a:t>     anything on the internet trying to reach it</a:t>
            </a:r>
          </a:p>
          <a:p>
            <a:pPr marL="171450" indent="-171450">
              <a:lnSpc>
                <a:spcPct val="90000"/>
              </a:lnSpc>
              <a:spcBef>
                <a:spcPts val="1000"/>
              </a:spcBef>
              <a:buFont typeface="Arial"/>
              <a:buChar char="•"/>
            </a:pPr>
            <a:endParaRPr lang="en-US"/>
          </a:p>
          <a:p>
            <a:r>
              <a:rPr lang="en-US" b="1">
                <a:ea typeface="Calibri"/>
                <a:cs typeface="Calibri"/>
              </a:rPr>
              <a:t>Go through a configured </a:t>
            </a:r>
            <a:r>
              <a:rPr lang="en-US" b="1" err="1">
                <a:ea typeface="Calibri"/>
                <a:cs typeface="Calibri"/>
              </a:rPr>
              <a:t>opnsense</a:t>
            </a:r>
            <a:r>
              <a:rPr lang="en-US" b="1">
                <a:ea typeface="Calibri"/>
                <a:cs typeface="Calibri"/>
              </a:rPr>
              <a:t>, and show me changing the rules and then being able to ping vs not</a:t>
            </a:r>
            <a:endParaRPr lang="en-US"/>
          </a:p>
        </p:txBody>
      </p:sp>
      <p:sp>
        <p:nvSpPr>
          <p:cNvPr id="4" name="Slide Number Placeholder 3"/>
          <p:cNvSpPr>
            <a:spLocks noGrp="1"/>
          </p:cNvSpPr>
          <p:nvPr>
            <p:ph type="sldNum" sz="quarter" idx="5"/>
          </p:nvPr>
        </p:nvSpPr>
        <p:spPr/>
        <p:txBody>
          <a:bodyPr/>
          <a:lstStyle/>
          <a:p>
            <a:fld id="{66D43FE9-3319-4372-821B-E64A154AF2BC}" type="slidenum">
              <a:rPr lang="en-US"/>
              <a:t>76</a:t>
            </a:fld>
            <a:endParaRPr lang="en-US"/>
          </a:p>
        </p:txBody>
      </p:sp>
    </p:spTree>
    <p:extLst>
      <p:ext uri="{BB962C8B-B14F-4D97-AF65-F5344CB8AC3E}">
        <p14:creationId xmlns:p14="http://schemas.microsoft.com/office/powerpoint/2010/main" val="2955062174"/>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Show them how I can't currently talk to one on another subnet, but then change rules so that I can</a:t>
            </a:r>
          </a:p>
          <a:p>
            <a:r>
              <a:rPr lang="en-US">
                <a:ea typeface="Calibri"/>
                <a:cs typeface="Calibri"/>
              </a:rPr>
              <a:t>VLAN 20 is pinging 21; change 21's </a:t>
            </a:r>
            <a:r>
              <a:rPr lang="en-US" err="1">
                <a:ea typeface="Calibri"/>
                <a:cs typeface="Calibri"/>
              </a:rPr>
              <a:t>opnsense</a:t>
            </a:r>
            <a:r>
              <a:rPr lang="en-US">
                <a:ea typeface="Calibri"/>
                <a:cs typeface="Calibri"/>
              </a:rPr>
              <a:t> rules to allow all communication from 21, right after the only other allow command</a:t>
            </a:r>
          </a:p>
        </p:txBody>
      </p:sp>
      <p:sp>
        <p:nvSpPr>
          <p:cNvPr id="4" name="Slide Number Placeholder 3"/>
          <p:cNvSpPr>
            <a:spLocks noGrp="1"/>
          </p:cNvSpPr>
          <p:nvPr>
            <p:ph type="sldNum" sz="quarter" idx="5"/>
          </p:nvPr>
        </p:nvSpPr>
        <p:spPr/>
        <p:txBody>
          <a:bodyPr/>
          <a:lstStyle/>
          <a:p>
            <a:fld id="{66D43FE9-3319-4372-821B-E64A154AF2BC}" type="slidenum">
              <a:rPr lang="en-US"/>
              <a:t>77</a:t>
            </a:fld>
            <a:endParaRPr lang="en-US"/>
          </a:p>
        </p:txBody>
      </p:sp>
    </p:spTree>
    <p:extLst>
      <p:ext uri="{BB962C8B-B14F-4D97-AF65-F5344CB8AC3E}">
        <p14:creationId xmlns:p14="http://schemas.microsoft.com/office/powerpoint/2010/main" val="142621222"/>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27FC453-F7B1-DF5C-DEF5-8B26654C2928}"/>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2AF7D978-73EA-7B09-DF93-94AEA10F1E92}"/>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08C0D0D5-793B-E209-88AD-8D4D7E7FDA10}"/>
              </a:ext>
            </a:extLst>
          </p:cNvPr>
          <p:cNvSpPr>
            <a:spLocks noGrp="1"/>
          </p:cNvSpPr>
          <p:nvPr>
            <p:ph type="body" idx="1"/>
          </p:nvPr>
        </p:nvSpPr>
        <p:spPr/>
        <p:txBody>
          <a:bodyPr/>
          <a:lstStyle/>
          <a:p>
            <a:r>
              <a:rPr lang="en-US">
                <a:ea typeface="Calibri"/>
                <a:cs typeface="Calibri"/>
              </a:rPr>
              <a:t>Show them how I can't currently talk to one on another subnet, but then change rules so that I can</a:t>
            </a:r>
          </a:p>
          <a:p>
            <a:r>
              <a:rPr lang="en-US">
                <a:ea typeface="Calibri"/>
                <a:cs typeface="Calibri"/>
              </a:rPr>
              <a:t>VLAN 20 is pinging 21; change 21's </a:t>
            </a:r>
            <a:r>
              <a:rPr lang="en-US" err="1">
                <a:ea typeface="Calibri"/>
                <a:cs typeface="Calibri"/>
              </a:rPr>
              <a:t>opnsense</a:t>
            </a:r>
            <a:r>
              <a:rPr lang="en-US">
                <a:ea typeface="Calibri"/>
                <a:cs typeface="Calibri"/>
              </a:rPr>
              <a:t> rules to allow all communication from 21, right after the only other allow command</a:t>
            </a:r>
          </a:p>
        </p:txBody>
      </p:sp>
      <p:sp>
        <p:nvSpPr>
          <p:cNvPr id="4" name="Slide Number Placeholder 3">
            <a:extLst>
              <a:ext uri="{FF2B5EF4-FFF2-40B4-BE49-F238E27FC236}">
                <a16:creationId xmlns:a16="http://schemas.microsoft.com/office/drawing/2014/main" id="{9F2EAC6E-BD62-86E8-F0E0-E6AA19601348}"/>
              </a:ext>
            </a:extLst>
          </p:cNvPr>
          <p:cNvSpPr>
            <a:spLocks noGrp="1"/>
          </p:cNvSpPr>
          <p:nvPr>
            <p:ph type="sldNum" sz="quarter" idx="5"/>
          </p:nvPr>
        </p:nvSpPr>
        <p:spPr/>
        <p:txBody>
          <a:bodyPr/>
          <a:lstStyle/>
          <a:p>
            <a:fld id="{66D43FE9-3319-4372-821B-E64A154AF2BC}" type="slidenum">
              <a:rPr lang="en-US"/>
              <a:t>78</a:t>
            </a:fld>
            <a:endParaRPr lang="en-US"/>
          </a:p>
        </p:txBody>
      </p:sp>
    </p:spTree>
    <p:extLst>
      <p:ext uri="{BB962C8B-B14F-4D97-AF65-F5344CB8AC3E}">
        <p14:creationId xmlns:p14="http://schemas.microsoft.com/office/powerpoint/2010/main" val="3606165581"/>
      </p:ext>
    </p:extLst>
  </p:cSld>
  <p:clrMapOvr>
    <a:masterClrMapping/>
  </p:clrMapOvr>
</p:notes>
</file>

<file path=ppt/notesSlides/notesSlide4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Make sure diagram is the firewall with ports coming out. And it should be talking to other LANs in our case. </a:t>
            </a:r>
          </a:p>
        </p:txBody>
      </p:sp>
      <p:sp>
        <p:nvSpPr>
          <p:cNvPr id="4" name="Slide Number Placeholder 3"/>
          <p:cNvSpPr>
            <a:spLocks noGrp="1"/>
          </p:cNvSpPr>
          <p:nvPr>
            <p:ph type="sldNum" sz="quarter" idx="5"/>
          </p:nvPr>
        </p:nvSpPr>
        <p:spPr/>
        <p:txBody>
          <a:bodyPr/>
          <a:lstStyle/>
          <a:p>
            <a:fld id="{66D43FE9-3319-4372-821B-E64A154AF2BC}" type="slidenum">
              <a:rPr lang="en-US"/>
              <a:t>84</a:t>
            </a:fld>
            <a:endParaRPr lang="en-US"/>
          </a:p>
        </p:txBody>
      </p:sp>
    </p:spTree>
    <p:extLst>
      <p:ext uri="{BB962C8B-B14F-4D97-AF65-F5344CB8AC3E}">
        <p14:creationId xmlns:p14="http://schemas.microsoft.com/office/powerpoint/2010/main" val="2970790442"/>
      </p:ext>
    </p:extLst>
  </p:cSld>
  <p:clrMapOvr>
    <a:masterClrMapping/>
  </p:clrMapOvr>
</p:notes>
</file>

<file path=ppt/notesSlides/notesSlide4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Third bullet is call back to slide 18 and some reserved stuff like gateways</a:t>
            </a:r>
          </a:p>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87</a:t>
            </a:fld>
            <a:endParaRPr lang="en-US"/>
          </a:p>
        </p:txBody>
      </p:sp>
    </p:spTree>
    <p:extLst>
      <p:ext uri="{BB962C8B-B14F-4D97-AF65-F5344CB8AC3E}">
        <p14:creationId xmlns:p14="http://schemas.microsoft.com/office/powerpoint/2010/main" val="209339774"/>
      </p:ext>
    </p:extLst>
  </p:cSld>
  <p:clrMapOvr>
    <a:masterClrMapping/>
  </p:clrMapOvr>
</p:notes>
</file>

<file path=ppt/notesSlides/notesSlide5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ea typeface="Calibri"/>
                <a:cs typeface="Calibri"/>
              </a:rPr>
              <a:t>They will need to do this for each VLAN</a:t>
            </a:r>
            <a:endParaRPr lang="en-US"/>
          </a:p>
        </p:txBody>
      </p:sp>
      <p:sp>
        <p:nvSpPr>
          <p:cNvPr id="4" name="Slide Number Placeholder 3"/>
          <p:cNvSpPr>
            <a:spLocks noGrp="1"/>
          </p:cNvSpPr>
          <p:nvPr>
            <p:ph type="sldNum" sz="quarter" idx="5"/>
          </p:nvPr>
        </p:nvSpPr>
        <p:spPr/>
        <p:txBody>
          <a:bodyPr/>
          <a:lstStyle/>
          <a:p>
            <a:fld id="{66D43FE9-3319-4372-821B-E64A154AF2BC}" type="slidenum">
              <a:rPr lang="en-US"/>
              <a:t>92</a:t>
            </a:fld>
            <a:endParaRPr lang="en-US"/>
          </a:p>
        </p:txBody>
      </p:sp>
    </p:spTree>
    <p:extLst>
      <p:ext uri="{BB962C8B-B14F-4D97-AF65-F5344CB8AC3E}">
        <p14:creationId xmlns:p14="http://schemas.microsoft.com/office/powerpoint/2010/main" val="1165305462"/>
      </p:ext>
    </p:extLst>
  </p:cSld>
  <p:clrMapOvr>
    <a:masterClrMapping/>
  </p:clrMapOvr>
</p:notes>
</file>

<file path=ppt/notesSlides/notesSlide5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333333"/>
                </a:solidFill>
                <a:highlight>
                  <a:srgbClr val="FFFFFF"/>
                </a:highlight>
              </a:rPr>
              <a:t>unbound </a:t>
            </a:r>
            <a:r>
              <a:rPr lang="en-US" err="1">
                <a:solidFill>
                  <a:srgbClr val="333333"/>
                </a:solidFill>
                <a:highlight>
                  <a:srgbClr val="FFFFFF"/>
                </a:highlight>
              </a:rPr>
              <a:t>dns</a:t>
            </a:r>
            <a:r>
              <a:rPr lang="en-US">
                <a:solidFill>
                  <a:srgbClr val="333333"/>
                </a:solidFill>
                <a:highlight>
                  <a:srgbClr val="FFFFFF"/>
                </a:highlight>
              </a:rPr>
              <a:t> server is providing local </a:t>
            </a:r>
            <a:r>
              <a:rPr lang="en-US" err="1">
                <a:solidFill>
                  <a:srgbClr val="333333"/>
                </a:solidFill>
                <a:highlight>
                  <a:srgbClr val="FFFFFF"/>
                </a:highlight>
              </a:rPr>
              <a:t>dns</a:t>
            </a:r>
            <a:r>
              <a:rPr lang="en-US">
                <a:solidFill>
                  <a:srgbClr val="333333"/>
                </a:solidFill>
                <a:highlight>
                  <a:srgbClr val="FFFFFF"/>
                </a:highlight>
              </a:rPr>
              <a:t> for local area networks. Authoritative source for local </a:t>
            </a:r>
            <a:r>
              <a:rPr lang="en-US" err="1">
                <a:solidFill>
                  <a:srgbClr val="333333"/>
                </a:solidFill>
                <a:highlight>
                  <a:srgbClr val="FFFFFF"/>
                </a:highlight>
              </a:rPr>
              <a:t>dns</a:t>
            </a:r>
            <a:r>
              <a:rPr lang="en-US">
                <a:solidFill>
                  <a:srgbClr val="333333"/>
                </a:solidFill>
                <a:highlight>
                  <a:srgbClr val="FFFFFF"/>
                </a:highlight>
              </a:rPr>
              <a:t>. Everything inside networks on LAN sides, all of them, Name mapping correct is decided by </a:t>
            </a:r>
            <a:r>
              <a:rPr lang="en-US" err="1">
                <a:solidFill>
                  <a:srgbClr val="333333"/>
                </a:solidFill>
                <a:highlight>
                  <a:srgbClr val="FFFFFF"/>
                </a:highlight>
              </a:rPr>
              <a:t>opnsense</a:t>
            </a:r>
            <a:r>
              <a:rPr lang="en-US">
                <a:solidFill>
                  <a:srgbClr val="333333"/>
                </a:solidFill>
                <a:highlight>
                  <a:srgbClr val="FFFFFF"/>
                </a:highlight>
              </a:rPr>
              <a:t> server, but for looking up non-lan </a:t>
            </a:r>
            <a:r>
              <a:rPr lang="en-US" err="1">
                <a:solidFill>
                  <a:srgbClr val="333333"/>
                </a:solidFill>
                <a:highlight>
                  <a:srgbClr val="FFFFFF"/>
                </a:highlight>
              </a:rPr>
              <a:t>serviceds</a:t>
            </a:r>
            <a:r>
              <a:rPr lang="en-US">
                <a:solidFill>
                  <a:srgbClr val="333333"/>
                </a:solidFill>
                <a:highlight>
                  <a:srgbClr val="FFFFFF"/>
                </a:highlight>
              </a:rPr>
              <a:t> </a:t>
            </a:r>
            <a:r>
              <a:rPr lang="en-US" err="1">
                <a:solidFill>
                  <a:srgbClr val="333333"/>
                </a:solidFill>
                <a:highlight>
                  <a:srgbClr val="FFFFFF"/>
                </a:highlight>
              </a:rPr>
              <a:t>specififed</a:t>
            </a:r>
            <a:r>
              <a:rPr lang="en-US">
                <a:solidFill>
                  <a:srgbClr val="333333"/>
                </a:solidFill>
                <a:highlight>
                  <a:srgbClr val="FFFFFF"/>
                </a:highlight>
              </a:rPr>
              <a:t> in </a:t>
            </a:r>
            <a:r>
              <a:rPr lang="en-US" err="1">
                <a:solidFill>
                  <a:srgbClr val="333333"/>
                </a:solidFill>
                <a:highlight>
                  <a:srgbClr val="FFFFFF"/>
                </a:highlight>
              </a:rPr>
              <a:t>opnsense</a:t>
            </a:r>
            <a:r>
              <a:rPr lang="en-US">
                <a:solidFill>
                  <a:srgbClr val="333333"/>
                </a:solidFill>
                <a:highlight>
                  <a:srgbClr val="FFFFFF"/>
                </a:highlight>
              </a:rPr>
              <a:t> it will upstream it to get the name mapping for hosts try google</a:t>
            </a:r>
            <a:endParaRPr lang="en-US"/>
          </a:p>
        </p:txBody>
      </p:sp>
      <p:sp>
        <p:nvSpPr>
          <p:cNvPr id="4" name="Slide Number Placeholder 3"/>
          <p:cNvSpPr>
            <a:spLocks noGrp="1"/>
          </p:cNvSpPr>
          <p:nvPr>
            <p:ph type="sldNum" sz="quarter" idx="5"/>
          </p:nvPr>
        </p:nvSpPr>
        <p:spPr/>
        <p:txBody>
          <a:bodyPr/>
          <a:lstStyle/>
          <a:p>
            <a:fld id="{66D43FE9-3319-4372-821B-E64A154AF2BC}" type="slidenum">
              <a:rPr lang="en-US"/>
              <a:t>95</a:t>
            </a:fld>
            <a:endParaRPr lang="en-US"/>
          </a:p>
        </p:txBody>
      </p:sp>
    </p:spTree>
    <p:extLst>
      <p:ext uri="{BB962C8B-B14F-4D97-AF65-F5344CB8AC3E}">
        <p14:creationId xmlns:p14="http://schemas.microsoft.com/office/powerpoint/2010/main" val="1238996499"/>
      </p:ext>
    </p:extLst>
  </p:cSld>
  <p:clrMapOvr>
    <a:masterClrMapping/>
  </p:clrMapOvr>
</p:notes>
</file>

<file path=ppt/notesSlides/notesSlide5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solidFill>
                  <a:srgbClr val="333333"/>
                </a:solidFill>
                <a:highlight>
                  <a:srgbClr val="FFFFFF"/>
                </a:highlight>
              </a:rPr>
              <a:t>don't need to sync within lan for </a:t>
            </a:r>
            <a:r>
              <a:rPr lang="en-US" err="1">
                <a:solidFill>
                  <a:srgbClr val="333333"/>
                </a:solidFill>
                <a:highlight>
                  <a:srgbClr val="FFFFFF"/>
                </a:highlight>
              </a:rPr>
              <a:t>ntp</a:t>
            </a:r>
            <a:r>
              <a:rPr lang="en-US">
                <a:solidFill>
                  <a:srgbClr val="333333"/>
                </a:solidFill>
                <a:highlight>
                  <a:srgbClr val="FFFFFF"/>
                </a:highlight>
              </a:rPr>
              <a:t>, can use wider </a:t>
            </a:r>
            <a:r>
              <a:rPr lang="en-US" err="1">
                <a:solidFill>
                  <a:srgbClr val="333333"/>
                </a:solidFill>
                <a:highlight>
                  <a:srgbClr val="FFFFFF"/>
                </a:highlight>
              </a:rPr>
              <a:t>netwrok</a:t>
            </a:r>
            <a:r>
              <a:rPr lang="en-US">
                <a:solidFill>
                  <a:srgbClr val="333333"/>
                </a:solidFill>
                <a:highlight>
                  <a:srgbClr val="FFFFFF"/>
                </a:highlight>
              </a:rPr>
              <a:t> because </a:t>
            </a:r>
            <a:r>
              <a:rPr lang="en-US" err="1">
                <a:solidFill>
                  <a:srgbClr val="333333"/>
                </a:solidFill>
                <a:highlight>
                  <a:srgbClr val="FFFFFF"/>
                </a:highlight>
              </a:rPr>
              <a:t>peolpe</a:t>
            </a:r>
            <a:r>
              <a:rPr lang="en-US">
                <a:solidFill>
                  <a:srgbClr val="333333"/>
                </a:solidFill>
                <a:highlight>
                  <a:srgbClr val="FFFFFF"/>
                </a:highlight>
              </a:rPr>
              <a:t> don't run own </a:t>
            </a:r>
            <a:r>
              <a:rPr lang="en-US" err="1">
                <a:solidFill>
                  <a:srgbClr val="333333"/>
                </a:solidFill>
                <a:highlight>
                  <a:srgbClr val="FFFFFF"/>
                </a:highlight>
              </a:rPr>
              <a:t>ntp</a:t>
            </a:r>
            <a:r>
              <a:rPr lang="en-US">
                <a:solidFill>
                  <a:srgbClr val="333333"/>
                </a:solidFill>
                <a:highlight>
                  <a:srgbClr val="FFFFFF"/>
                </a:highlight>
              </a:rPr>
              <a:t> servers. Matters in like a utility </a:t>
            </a:r>
            <a:r>
              <a:rPr lang="en-US" err="1">
                <a:solidFill>
                  <a:srgbClr val="333333"/>
                </a:solidFill>
                <a:highlight>
                  <a:srgbClr val="FFFFFF"/>
                </a:highlight>
              </a:rPr>
              <a:t>entwork</a:t>
            </a:r>
            <a:r>
              <a:rPr lang="en-US">
                <a:solidFill>
                  <a:srgbClr val="333333"/>
                </a:solidFill>
                <a:highlight>
                  <a:srgbClr val="FFFFFF"/>
                </a:highlight>
              </a:rPr>
              <a:t> because if internet goes </a:t>
            </a:r>
            <a:r>
              <a:rPr lang="en-US" err="1">
                <a:solidFill>
                  <a:srgbClr val="333333"/>
                </a:solidFill>
                <a:highlight>
                  <a:srgbClr val="FFFFFF"/>
                </a:highlight>
              </a:rPr>
              <a:t>dw</a:t>
            </a:r>
            <a:r>
              <a:rPr lang="en-US">
                <a:solidFill>
                  <a:srgbClr val="333333"/>
                </a:solidFill>
                <a:highlight>
                  <a:srgbClr val="FFFFFF"/>
                </a:highlight>
              </a:rPr>
              <a:t> n it will need a local one</a:t>
            </a:r>
            <a:endParaRPr lang="en-US"/>
          </a:p>
        </p:txBody>
      </p:sp>
      <p:sp>
        <p:nvSpPr>
          <p:cNvPr id="4" name="Slide Number Placeholder 3"/>
          <p:cNvSpPr>
            <a:spLocks noGrp="1"/>
          </p:cNvSpPr>
          <p:nvPr>
            <p:ph type="sldNum" sz="quarter" idx="5"/>
          </p:nvPr>
        </p:nvSpPr>
        <p:spPr/>
        <p:txBody>
          <a:bodyPr/>
          <a:lstStyle/>
          <a:p>
            <a:fld id="{66D43FE9-3319-4372-821B-E64A154AF2BC}" type="slidenum">
              <a:rPr lang="en-US"/>
              <a:t>97</a:t>
            </a:fld>
            <a:endParaRPr lang="en-US"/>
          </a:p>
        </p:txBody>
      </p:sp>
    </p:spTree>
    <p:extLst>
      <p:ext uri="{BB962C8B-B14F-4D97-AF65-F5344CB8AC3E}">
        <p14:creationId xmlns:p14="http://schemas.microsoft.com/office/powerpoint/2010/main" val="1693060807"/>
      </p:ext>
    </p:extLst>
  </p:cSld>
  <p:clrMapOvr>
    <a:masterClrMapping/>
  </p:clrMapOvr>
</p:notes>
</file>

<file path=ppt/notesSlides/notesSlide5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err="1">
                <a:ea typeface="Calibri"/>
                <a:cs typeface="Calibri"/>
              </a:rPr>
              <a:t>Specifc</a:t>
            </a:r>
            <a:r>
              <a:rPr lang="en-US">
                <a:ea typeface="Calibri"/>
                <a:cs typeface="Calibri"/>
              </a:rPr>
              <a:t> rule example: </a:t>
            </a:r>
            <a:r>
              <a:rPr lang="en-US"/>
              <a:t> "Allow </a:t>
            </a:r>
            <a:r>
              <a:rPr lang="en-US" err="1"/>
              <a:t>LANdevices</a:t>
            </a:r>
            <a:r>
              <a:rPr lang="en-US"/>
              <a:t> to reach port 443 on the internet"&gt; "Allow all LAN traffic"</a:t>
            </a:r>
          </a:p>
          <a:p>
            <a:r>
              <a:rPr lang="en-US">
                <a:ea typeface="Calibri"/>
                <a:cs typeface="+mn-lt"/>
              </a:rPr>
              <a:t>Ask why we would want a block vs a reject</a:t>
            </a:r>
          </a:p>
          <a:p>
            <a:br>
              <a:rPr lang="en-US">
                <a:ea typeface="Calibri"/>
                <a:cs typeface="+mn-lt"/>
              </a:rPr>
            </a:br>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103</a:t>
            </a:fld>
            <a:endParaRPr lang="en-US"/>
          </a:p>
        </p:txBody>
      </p:sp>
    </p:spTree>
    <p:extLst>
      <p:ext uri="{BB962C8B-B14F-4D97-AF65-F5344CB8AC3E}">
        <p14:creationId xmlns:p14="http://schemas.microsoft.com/office/powerpoint/2010/main" val="1831225337"/>
      </p:ext>
    </p:extLst>
  </p:cSld>
  <p:clrMapOvr>
    <a:masterClrMapping/>
  </p:clrMapOvr>
</p:notes>
</file>

<file path=ppt/notesSlides/notesSlide5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640EA97-BDBB-AD5E-3B42-279523512289}"/>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A4883E21-C607-4915-9F9C-8F63F6E1B3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4B6A4ED9-AB96-3073-B9B6-EB131157AF05}"/>
              </a:ext>
            </a:extLst>
          </p:cNvPr>
          <p:cNvSpPr>
            <a:spLocks noGrp="1"/>
          </p:cNvSpPr>
          <p:nvPr>
            <p:ph type="body" idx="1"/>
          </p:nvPr>
        </p:nvSpPr>
        <p:spPr/>
        <p:txBody>
          <a:bodyPr/>
          <a:lstStyle/>
          <a:p>
            <a:r>
              <a:rPr lang="en-US">
                <a:ea typeface="Calibri"/>
                <a:cs typeface="Calibri"/>
              </a:rPr>
              <a:t>They will type the address into their search bar to reach the interface</a:t>
            </a:r>
          </a:p>
          <a:p>
            <a:pPr marL="285750" indent="-285750">
              <a:lnSpc>
                <a:spcPct val="90000"/>
              </a:lnSpc>
              <a:spcBef>
                <a:spcPts val="1000"/>
              </a:spcBef>
              <a:buFont typeface="Arial,Sans-Serif"/>
              <a:buChar char="•"/>
            </a:pPr>
            <a:r>
              <a:rPr lang="en-US" b="1"/>
              <a:t>They need </a:t>
            </a:r>
            <a:r>
              <a:rPr lang="en-US" b="1" err="1"/>
              <a:t>proxmox</a:t>
            </a:r>
            <a:r>
              <a:rPr lang="en-US" b="1"/>
              <a:t> because they will need console access when they reset IPs, so if they tried to WSSH it would kick them out and we don't want to deal with that</a:t>
            </a:r>
            <a:endParaRPr lang="en-US">
              <a:solidFill>
                <a:srgbClr val="444444"/>
              </a:solidFill>
            </a:endParaRPr>
          </a:p>
          <a:p>
            <a:r>
              <a:rPr lang="en-US">
                <a:ea typeface="Calibri"/>
                <a:cs typeface="Calibri"/>
              </a:rPr>
              <a:t>SO to reduce the amount of logins I am having them just start module 1 with </a:t>
            </a:r>
            <a:r>
              <a:rPr lang="en-US" err="1">
                <a:ea typeface="Calibri"/>
                <a:cs typeface="Calibri"/>
              </a:rPr>
              <a:t>proxmox</a:t>
            </a:r>
            <a:r>
              <a:rPr lang="en-US">
                <a:ea typeface="Calibri"/>
                <a:cs typeface="Calibri"/>
              </a:rPr>
              <a:t>, then do </a:t>
            </a:r>
            <a:r>
              <a:rPr lang="en-US" err="1">
                <a:ea typeface="Calibri"/>
                <a:cs typeface="Calibri"/>
              </a:rPr>
              <a:t>wssh</a:t>
            </a:r>
            <a:r>
              <a:rPr lang="en-US">
                <a:ea typeface="Calibri"/>
                <a:cs typeface="Calibri"/>
              </a:rPr>
              <a:t> with module 2</a:t>
            </a:r>
          </a:p>
        </p:txBody>
      </p:sp>
      <p:sp>
        <p:nvSpPr>
          <p:cNvPr id="4" name="Slide Number Placeholder 3">
            <a:extLst>
              <a:ext uri="{FF2B5EF4-FFF2-40B4-BE49-F238E27FC236}">
                <a16:creationId xmlns:a16="http://schemas.microsoft.com/office/drawing/2014/main" id="{5141BEA8-B4E9-BBAF-5956-B80279FC672D}"/>
              </a:ext>
            </a:extLst>
          </p:cNvPr>
          <p:cNvSpPr>
            <a:spLocks noGrp="1"/>
          </p:cNvSpPr>
          <p:nvPr>
            <p:ph type="sldNum" sz="quarter" idx="5"/>
          </p:nvPr>
        </p:nvSpPr>
        <p:spPr/>
        <p:txBody>
          <a:bodyPr/>
          <a:lstStyle/>
          <a:p>
            <a:fld id="{66D43FE9-3319-4372-821B-E64A154AF2BC}" type="slidenum">
              <a:rPr lang="en-US"/>
              <a:t>120</a:t>
            </a:fld>
            <a:endParaRPr lang="en-US"/>
          </a:p>
        </p:txBody>
      </p:sp>
    </p:spTree>
    <p:extLst>
      <p:ext uri="{BB962C8B-B14F-4D97-AF65-F5344CB8AC3E}">
        <p14:creationId xmlns:p14="http://schemas.microsoft.com/office/powerpoint/2010/main" val="2527335577"/>
      </p:ext>
    </p:extLst>
  </p:cSld>
  <p:clrMapOvr>
    <a:masterClrMapping/>
  </p:clrMapOvr>
</p:notes>
</file>

<file path=ppt/notesSlides/notesSlide5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DD23C74-CFAF-C69F-89C2-31883131F63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BDE2DB1-9304-39E4-77DD-43264DD6D52A}"/>
              </a:ext>
            </a:extLst>
          </p:cNvPr>
          <p:cNvSpPr>
            <a:spLocks noGrp="1" noRot="1" noChangeAspect="1"/>
          </p:cNvSpPr>
          <p:nvPr>
            <p:ph type="sldImg"/>
          </p:nvPr>
        </p:nvSpPr>
        <p:spPr/>
      </p:sp>
      <p:sp>
        <p:nvSpPr>
          <p:cNvPr id="3" name="Notes Placeholder 2">
            <a:extLst>
              <a:ext uri="{FF2B5EF4-FFF2-40B4-BE49-F238E27FC236}">
                <a16:creationId xmlns:a16="http://schemas.microsoft.com/office/drawing/2014/main" id="{32D9D3E3-6618-4212-BC9C-D285500A4E7A}"/>
              </a:ext>
            </a:extLst>
          </p:cNvPr>
          <p:cNvSpPr>
            <a:spLocks noGrp="1"/>
          </p:cNvSpPr>
          <p:nvPr>
            <p:ph type="body" idx="1"/>
          </p:nvPr>
        </p:nvSpPr>
        <p:spPr/>
        <p:txBody>
          <a:bodyPr/>
          <a:lstStyle/>
          <a:p>
            <a:r>
              <a:rPr lang="en-US">
                <a:ea typeface="Calibri"/>
                <a:cs typeface="Calibri"/>
              </a:rPr>
              <a:t>They'll click on tg-pve-0 and this should come up. They will be on the VMs names ptg-V20-M1</a:t>
            </a:r>
          </a:p>
        </p:txBody>
      </p:sp>
      <p:sp>
        <p:nvSpPr>
          <p:cNvPr id="4" name="Slide Number Placeholder 3">
            <a:extLst>
              <a:ext uri="{FF2B5EF4-FFF2-40B4-BE49-F238E27FC236}">
                <a16:creationId xmlns:a16="http://schemas.microsoft.com/office/drawing/2014/main" id="{63026B88-63E5-EEB8-E1E0-95789D27D9CC}"/>
              </a:ext>
            </a:extLst>
          </p:cNvPr>
          <p:cNvSpPr>
            <a:spLocks noGrp="1"/>
          </p:cNvSpPr>
          <p:nvPr>
            <p:ph type="sldNum" sz="quarter" idx="5"/>
          </p:nvPr>
        </p:nvSpPr>
        <p:spPr/>
        <p:txBody>
          <a:bodyPr/>
          <a:lstStyle/>
          <a:p>
            <a:fld id="{66D43FE9-3319-4372-821B-E64A154AF2BC}" type="slidenum">
              <a:rPr lang="en-US"/>
              <a:t>122</a:t>
            </a:fld>
            <a:endParaRPr lang="en-US"/>
          </a:p>
        </p:txBody>
      </p:sp>
    </p:spTree>
    <p:extLst>
      <p:ext uri="{BB962C8B-B14F-4D97-AF65-F5344CB8AC3E}">
        <p14:creationId xmlns:p14="http://schemas.microsoft.com/office/powerpoint/2010/main" val="1790074545"/>
      </p:ext>
    </p:extLst>
  </p:cSld>
  <p:clrMapOvr>
    <a:masterClrMapping/>
  </p:clrMapOvr>
</p:notes>
</file>

<file path=ppt/notesSlides/notesSlide5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Only one rule needed now, and it lives on A's interface tab only:</a:t>
            </a:r>
            <a:br>
              <a:rPr lang="en-US">
                <a:cs typeface="+mn-lt"/>
              </a:rPr>
            </a:br>
            <a:r>
              <a:rPr lang="en-US"/>
              <a:t> Pass, Interface = [A's VLAN], Protocol = ICMP, Source = [A's VLAN] net, Destination = [B's VLAN subnet]</a:t>
            </a:r>
            <a:endParaRPr lang="en-US">
              <a:ea typeface="Calibri"/>
              <a:cs typeface="Calibri"/>
            </a:endParaRPr>
          </a:p>
          <a:p>
            <a:r>
              <a:rPr lang="en-US"/>
              <a:t>Nothing changes on B's tab. B still can't reach A because B's tab still only has the baseline (no rule permitting B to A), and A's own tab was never touched to allow anything in from B.</a:t>
            </a:r>
            <a:endParaRPr lang="en-US">
              <a:ea typeface="Calibri"/>
              <a:cs typeface="Calibri"/>
            </a:endParaRPr>
          </a:p>
          <a:p>
            <a:r>
              <a:rPr lang="en-US"/>
              <a:t>If a group asks "don't we need to also touch B's interface?" And  that's the exact misconception to correct: the destination side doesn't need to agree for a ping to arrive, only for it to be </a:t>
            </a:r>
            <a:r>
              <a:rPr lang="en-US" i="1"/>
              <a:t>initiated</a:t>
            </a:r>
            <a:r>
              <a:rPr lang="en-US"/>
              <a:t>. Good moment to ask them to explain, in their own words, why that's true.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124</a:t>
            </a:fld>
            <a:endParaRPr lang="en-US"/>
          </a:p>
        </p:txBody>
      </p:sp>
    </p:spTree>
    <p:extLst>
      <p:ext uri="{BB962C8B-B14F-4D97-AF65-F5344CB8AC3E}">
        <p14:creationId xmlns:p14="http://schemas.microsoft.com/office/powerpoint/2010/main" val="3475807319"/>
      </p:ext>
    </p:extLst>
  </p:cSld>
  <p:clrMapOvr>
    <a:masterClrMapping/>
  </p:clrMapOvr>
</p:notes>
</file>

<file path=ppt/notesSlides/notesSlide5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Two rules, but now both live on the </a:t>
            </a:r>
            <a:r>
              <a:rPr lang="en-US" b="1"/>
              <a:t>same box, </a:t>
            </a:r>
            <a:r>
              <a:rPr lang="en-US"/>
              <a:t>that's the contrast with Challenge 1 worth calling out:</a:t>
            </a:r>
          </a:p>
          <a:p>
            <a:pPr marL="171450" indent="-171450">
              <a:buFont typeface="Arial"/>
              <a:buChar char="•"/>
            </a:pPr>
            <a:r>
              <a:rPr lang="en-US"/>
              <a:t>On </a:t>
            </a:r>
            <a:r>
              <a:rPr lang="en-US" b="1"/>
              <a:t>B's tab:</a:t>
            </a:r>
            <a:r>
              <a:rPr lang="en-US"/>
              <a:t> Pass, ICMP, Source = B's VLAN net, Destination = C's VLAN subnet</a:t>
            </a:r>
          </a:p>
          <a:p>
            <a:pPr marL="171450" indent="-171450">
              <a:buFont typeface="Arial"/>
              <a:buChar char="•"/>
            </a:pPr>
            <a:r>
              <a:rPr lang="en-US"/>
              <a:t>On </a:t>
            </a:r>
            <a:r>
              <a:rPr lang="en-US" b="1"/>
              <a:t>C's tab:</a:t>
            </a:r>
            <a:r>
              <a:rPr lang="en-US"/>
              <a:t> Pass, ICMP, Source = C's VLAN net, Destination = B's VLAN subnet</a:t>
            </a:r>
          </a:p>
          <a:p>
            <a:r>
              <a:rPr lang="en-US"/>
              <a:t>Leave A's tab untouched as the baseline already keeps A isolated in both directions.</a:t>
            </a:r>
            <a:endParaRPr lang="en-US">
              <a:ea typeface="Calibri"/>
              <a:cs typeface="Calibri"/>
            </a:endParaRPr>
          </a:p>
          <a:p>
            <a:r>
              <a:rPr lang="en-US"/>
              <a:t>Ask groups directly: "why didn't you need to touch A's tab to keep A blocked?", which reinforces that isolation is the </a:t>
            </a:r>
            <a:r>
              <a:rPr lang="en-US" i="1"/>
              <a:t>default</a:t>
            </a:r>
            <a:r>
              <a:rPr lang="en-US"/>
              <a:t>, not something they have to actively maintain per challenge.</a:t>
            </a:r>
            <a:endParaRPr lang="en-US">
              <a:ea typeface="Calibri"/>
              <a:cs typeface="Calibri"/>
            </a:endParaRPr>
          </a:p>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125</a:t>
            </a:fld>
            <a:endParaRPr lang="en-US"/>
          </a:p>
        </p:txBody>
      </p:sp>
    </p:spTree>
    <p:extLst>
      <p:ext uri="{BB962C8B-B14F-4D97-AF65-F5344CB8AC3E}">
        <p14:creationId xmlns:p14="http://schemas.microsoft.com/office/powerpoint/2010/main" val="1276788963"/>
      </p:ext>
    </p:extLst>
  </p:cSld>
  <p:clrMapOvr>
    <a:masterClrMapping/>
  </p:clrMapOvr>
</p:notes>
</file>

<file path=ppt/notesSlides/notesSlide5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t>Have them add an overly broad rule on A's tab before this challenge, like initial accept </a:t>
            </a:r>
            <a:r>
              <a:rPr lang="en-US" err="1"/>
              <a:t>everythign</a:t>
            </a:r>
            <a:r>
              <a:rPr lang="en-US"/>
              <a:t>.</a:t>
            </a:r>
            <a:br>
              <a:rPr lang="en-US">
                <a:cs typeface="+mn-lt"/>
              </a:rPr>
            </a:br>
            <a:r>
              <a:rPr lang="en-US"/>
              <a:t> Pass, ICMP, Source = A's VLAN net, Destination = any (or both B's and C's subnets)</a:t>
            </a:r>
          </a:p>
          <a:p>
            <a:r>
              <a:rPr lang="en-US" b="1"/>
              <a:t>Fix:</a:t>
            </a:r>
            <a:r>
              <a:rPr lang="en-US"/>
              <a:t> narrow the </a:t>
            </a:r>
            <a:r>
              <a:rPr lang="en-US" b="1"/>
              <a:t>Destination</a:t>
            </a:r>
            <a:r>
              <a:rPr lang="en-US"/>
              <a:t> field down to just B's subnet, rather than deleting and rebuilding.</a:t>
            </a:r>
          </a:p>
          <a:p>
            <a:r>
              <a:rPr lang="en-US">
                <a:ea typeface="Calibri"/>
                <a:cs typeface="Calibri"/>
              </a:rPr>
              <a:t>Note the shift from Challenge 3's old version: before, the fix was narrowing </a:t>
            </a:r>
            <a:r>
              <a:rPr lang="en-US" i="1">
                <a:ea typeface="Calibri"/>
                <a:cs typeface="Calibri"/>
              </a:rPr>
              <a:t>source</a:t>
            </a:r>
            <a:r>
              <a:rPr lang="en-US">
                <a:ea typeface="Calibri"/>
                <a:cs typeface="Calibri"/>
              </a:rPr>
              <a:t> (who can reach you). Now it's narrowing </a:t>
            </a:r>
            <a:r>
              <a:rPr lang="en-US" i="1">
                <a:ea typeface="Calibri"/>
                <a:cs typeface="Calibri"/>
              </a:rPr>
              <a:t>destination</a:t>
            </a:r>
            <a:r>
              <a:rPr lang="en-US">
                <a:ea typeface="Calibri"/>
                <a:cs typeface="Calibri"/>
              </a:rPr>
              <a:t> (what you can reach), which is worth naming, since it's easy to assume "specificity" only ever means one thing.</a:t>
            </a:r>
            <a:endParaRPr lang="en-US"/>
          </a:p>
          <a:p>
            <a:endParaRPr lang="en-US">
              <a:ea typeface="Calibri"/>
              <a:cs typeface="Calibri"/>
            </a:endParaRPr>
          </a:p>
        </p:txBody>
      </p:sp>
      <p:sp>
        <p:nvSpPr>
          <p:cNvPr id="4" name="Slide Number Placeholder 3"/>
          <p:cNvSpPr>
            <a:spLocks noGrp="1"/>
          </p:cNvSpPr>
          <p:nvPr>
            <p:ph type="sldNum" sz="quarter" idx="5"/>
          </p:nvPr>
        </p:nvSpPr>
        <p:spPr/>
        <p:txBody>
          <a:bodyPr/>
          <a:lstStyle/>
          <a:p>
            <a:fld id="{66D43FE9-3319-4372-821B-E64A154AF2BC}" type="slidenum">
              <a:rPr lang="en-US"/>
              <a:t>126</a:t>
            </a:fld>
            <a:endParaRPr lang="en-US"/>
          </a:p>
        </p:txBody>
      </p:sp>
    </p:spTree>
    <p:extLst>
      <p:ext uri="{BB962C8B-B14F-4D97-AF65-F5344CB8AC3E}">
        <p14:creationId xmlns:p14="http://schemas.microsoft.com/office/powerpoint/2010/main" val="3176419135"/>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p>
        </p:txBody>
      </p:sp>
      <p:sp>
        <p:nvSpPr>
          <p:cNvPr id="3" name="Subtitle 2"/>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p>
        </p:txBody>
      </p:sp>
      <p:sp>
        <p:nvSpPr>
          <p:cNvPr id="4" name="Date Placeholder 3"/>
          <p:cNvSpPr>
            <a:spLocks noGrp="1"/>
          </p:cNvSpPr>
          <p:nvPr>
            <p:ph type="dt" sz="half" idx="10"/>
          </p:nvPr>
        </p:nvSpPr>
        <p:spPr/>
        <p:txBody>
          <a:bodyPr/>
          <a:lstStyle/>
          <a:p>
            <a:fld id="{846CE7D5-CF57-46EF-B807-FDD0502418D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38538789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94913845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831850" y="1709738"/>
            <a:ext cx="10515600" cy="2852737"/>
          </a:xfrm>
        </p:spPr>
        <p:txBody>
          <a:bodyPr anchor="b"/>
          <a:lstStyle>
            <a:lvl1pPr>
              <a:defRPr sz="6000"/>
            </a:lvl1pPr>
          </a:lstStyle>
          <a:p>
            <a:r>
              <a:rPr lang="en-US"/>
              <a:t>Click to edit Master title style</a:t>
            </a:r>
          </a:p>
        </p:txBody>
      </p:sp>
      <p:sp>
        <p:nvSpPr>
          <p:cNvPr id="3" name="Text Placeholder 2"/>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846CE7D5-CF57-46EF-B807-FDD0502418D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591524520"/>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846CE7D5-CF57-46EF-B807-FDD0502418D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203092039"/>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839788" y="365125"/>
            <a:ext cx="10515600" cy="1325563"/>
          </a:xfrm>
        </p:spPr>
        <p:txBody>
          <a:bodyPr/>
          <a:lstStyle/>
          <a:p>
            <a:r>
              <a:rPr lang="en-US"/>
              <a:t>Click to edit Master title style</a:t>
            </a:r>
          </a:p>
        </p:txBody>
      </p:sp>
      <p:sp>
        <p:nvSpPr>
          <p:cNvPr id="3" name="Text Placeholder 2"/>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846CE7D5-CF57-46EF-B807-FDD0502418D4}" type="datetimeFigureOut">
              <a:rPr lang="en-US" smtClean="0"/>
              <a:t>7/29/2026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73317233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846CE7D5-CF57-46EF-B807-FDD0502418D4}" type="datetimeFigureOut">
              <a:rPr lang="en-US" smtClean="0"/>
              <a:t>7/29/2026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210312558"/>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846CE7D5-CF57-46EF-B807-FDD0502418D4}" type="datetimeFigureOut">
              <a:rPr lang="en-US" smtClean="0"/>
              <a:t>7/29/2026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46388984"/>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Content Placeholder 2"/>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17184145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839788" y="457200"/>
            <a:ext cx="3932237" cy="1600200"/>
          </a:xfrm>
        </p:spPr>
        <p:txBody>
          <a:bodyPr anchor="b"/>
          <a:lstStyle>
            <a:lvl1pPr>
              <a:defRPr sz="3200"/>
            </a:lvl1pPr>
          </a:lstStyle>
          <a:p>
            <a:r>
              <a:rPr lang="en-US"/>
              <a:t>Click to edit Master title style</a:t>
            </a:r>
          </a:p>
        </p:txBody>
      </p:sp>
      <p:sp>
        <p:nvSpPr>
          <p:cNvPr id="3" name="Picture Placeholder 2"/>
          <p:cNvSpPr>
            <a:spLocks noGrp="1" noChangeAspect="1"/>
          </p:cNvSpPr>
          <p:nvPr>
            <p:ph type="pic" idx="1"/>
          </p:nvPr>
        </p:nvSpPr>
        <p:spPr>
          <a:xfrm>
            <a:off x="5183188" y="987425"/>
            <a:ext cx="6172200" cy="4873625"/>
          </a:xfrm>
        </p:spPr>
        <p:txBody>
          <a:bodyPr anchor="t"/>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en-US"/>
              <a:t>Click icon to add picture</a:t>
            </a:r>
          </a:p>
        </p:txBody>
      </p:sp>
      <p:sp>
        <p:nvSpPr>
          <p:cNvPr id="4" name="Text Placeholder 3"/>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p:cNvSpPr>
            <a:spLocks noGrp="1"/>
          </p:cNvSpPr>
          <p:nvPr>
            <p:ph type="dt" sz="half" idx="10"/>
          </p:nvPr>
        </p:nvSpPr>
        <p:spPr/>
        <p:txBody>
          <a:bodyPr/>
          <a:lstStyle/>
          <a:p>
            <a:fld id="{846CE7D5-CF57-46EF-B807-FDD0502418D4}" type="datetimeFigureOut">
              <a:rPr lang="en-US" smtClean="0"/>
              <a:t>7/29/2026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171895827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2202905451"/>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365125"/>
            <a:ext cx="2628900" cy="5811838"/>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846CE7D5-CF57-46EF-B807-FDD0502418D4}" type="datetimeFigureOut">
              <a:rPr lang="en-US" smtClean="0"/>
              <a:t>7/29/2026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330EA680-D336-4FF7-8B7A-9848BB0A1C32}" type="slidenum">
              <a:rPr lang="en-US" smtClean="0"/>
              <a:t>‹#›</a:t>
            </a:fld>
            <a:endParaRPr lang="en-US"/>
          </a:p>
        </p:txBody>
      </p:sp>
    </p:spTree>
    <p:extLst>
      <p:ext uri="{BB962C8B-B14F-4D97-AF65-F5344CB8AC3E}">
        <p14:creationId xmlns:p14="http://schemas.microsoft.com/office/powerpoint/2010/main" val="3479445657"/>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846CE7D5-CF57-46EF-B807-FDD0502418D4}" type="datetimeFigureOut">
              <a:rPr lang="en-US" smtClean="0"/>
              <a:t>7/29/2026</a:t>
            </a:fld>
            <a:endParaRPr lang="en-US"/>
          </a:p>
        </p:txBody>
      </p:sp>
      <p:sp>
        <p:nvSpPr>
          <p:cNvPr id="5" name="Footer Placeholder 4"/>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en-US"/>
          </a:p>
        </p:txBody>
      </p:sp>
      <p:sp>
        <p:nvSpPr>
          <p:cNvPr id="6" name="Slide Number Placeholder 5"/>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30EA680-D336-4FF7-8B7A-9848BB0A1C32}" type="slidenum">
              <a:rPr lang="en-US" smtClean="0"/>
              <a:t>‹#›</a:t>
            </a:fld>
            <a:endParaRPr lang="en-US"/>
          </a:p>
        </p:txBody>
      </p:sp>
    </p:spTree>
    <p:extLst>
      <p:ext uri="{BB962C8B-B14F-4D97-AF65-F5344CB8AC3E}">
        <p14:creationId xmlns:p14="http://schemas.microsoft.com/office/powerpoint/2010/main" val="2460954070"/>
      </p:ext>
    </p:extLst>
  </p:cSld>
  <p:clrMap bg1="lt1" tx1="dk1" bg2="lt2" tx2="dk2" accent1="accent1" accent2="accent2" accent3="accent3" accent4="accent4" accent5="accent5" accent6="accent6" hlink="hlink" folHlink="folHlink"/>
  <p:sldLayoutIdLst>
    <p:sldLayoutId id="2147483661" r:id="rId1"/>
    <p:sldLayoutId id="2147483662" r:id="rId2"/>
    <p:sldLayoutId id="2147483663" r:id="rId3"/>
    <p:sldLayoutId id="2147483664" r:id="rId4"/>
    <p:sldLayoutId id="2147483665" r:id="rId5"/>
    <p:sldLayoutId id="2147483666" r:id="rId6"/>
    <p:sldLayoutId id="2147483667" r:id="rId7"/>
    <p:sldLayoutId id="2147483668" r:id="rId8"/>
    <p:sldLayoutId id="2147483669" r:id="rId9"/>
    <p:sldLayoutId id="2147483670" r:id="rId10"/>
    <p:sldLayoutId id="2147483671"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microsoft.com/office/2018/10/relationships/comments" Target="../comments/modernComment_100_68C49C6.xml"/><Relationship Id="rId2" Type="http://schemas.openxmlformats.org/officeDocument/2006/relationships/notesSlide" Target="../notesSlides/notesSlide1.xml"/><Relationship Id="rId1" Type="http://schemas.openxmlformats.org/officeDocument/2006/relationships/slideLayout" Target="../slideLayouts/slideLayout1.xml"/><Relationship Id="rId5" Type="http://schemas.openxmlformats.org/officeDocument/2006/relationships/image" Target="../media/image2.png"/><Relationship Id="rId4" Type="http://schemas.openxmlformats.org/officeDocument/2006/relationships/image" Target="../media/image1.jpeg"/></Relationships>
</file>

<file path=ppt/slides/_rels/slide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hyperlink" Target="https://drive.google.com/file/d/1453nKcI7BZ03UPW69p4fKi_TH23mH3DW/view?usp=sharing" TargetMode="Externa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8_CA6F614C.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8" Type="http://schemas.openxmlformats.org/officeDocument/2006/relationships/diagramColors" Target="../diagrams/colors1.xml"/><Relationship Id="rId3" Type="http://schemas.microsoft.com/office/2018/10/relationships/comments" Target="../comments/modernComment_10D_6AD608FA.xml"/><Relationship Id="rId7" Type="http://schemas.openxmlformats.org/officeDocument/2006/relationships/diagramQuickStyle" Target="../diagrams/quickStyle1.xml"/><Relationship Id="rId2" Type="http://schemas.openxmlformats.org/officeDocument/2006/relationships/notesSlide" Target="../notesSlides/notesSlide3.xml"/><Relationship Id="rId1" Type="http://schemas.openxmlformats.org/officeDocument/2006/relationships/slideLayout" Target="../slideLayouts/slideLayout2.xml"/><Relationship Id="rId6" Type="http://schemas.openxmlformats.org/officeDocument/2006/relationships/diagramLayout" Target="../diagrams/layout1.xml"/><Relationship Id="rId5" Type="http://schemas.openxmlformats.org/officeDocument/2006/relationships/diagramData" Target="../diagrams/data1.xml"/><Relationship Id="rId10" Type="http://schemas.openxmlformats.org/officeDocument/2006/relationships/image" Target="../media/image2.png"/><Relationship Id="rId4" Type="http://schemas.openxmlformats.org/officeDocument/2006/relationships/image" Target="../media/image3.jpeg"/><Relationship Id="rId9" Type="http://schemas.microsoft.com/office/2007/relationships/diagramDrawing" Target="../diagrams/drawing1.xml"/></Relationships>
</file>

<file path=ppt/slides/_rels/slide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image" Target="../media/image3.jpeg"/><Relationship Id="rId1" Type="http://schemas.openxmlformats.org/officeDocument/2006/relationships/slideLayout" Target="../slideLayouts/slideLayout2.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8.xml.rels><?xml version="1.0" encoding="UTF-8" standalone="yes"?>
<Relationships xmlns="http://schemas.openxmlformats.org/package/2006/relationships"><Relationship Id="rId8" Type="http://schemas.microsoft.com/office/2007/relationships/diagramDrawing" Target="../diagrams/drawing3.xml"/><Relationship Id="rId3" Type="http://schemas.openxmlformats.org/officeDocument/2006/relationships/image" Target="../media/image3.jpeg"/><Relationship Id="rId7" Type="http://schemas.openxmlformats.org/officeDocument/2006/relationships/diagramColors" Target="../diagrams/colors3.xml"/><Relationship Id="rId2" Type="http://schemas.openxmlformats.org/officeDocument/2006/relationships/notesSlide" Target="../notesSlides/notesSlide4.xml"/><Relationship Id="rId1" Type="http://schemas.openxmlformats.org/officeDocument/2006/relationships/slideLayout" Target="../slideLayouts/slideLayout2.xml"/><Relationship Id="rId6" Type="http://schemas.openxmlformats.org/officeDocument/2006/relationships/diagramQuickStyle" Target="../diagrams/quickStyle3.xml"/><Relationship Id="rId5" Type="http://schemas.openxmlformats.org/officeDocument/2006/relationships/diagramLayout" Target="../diagrams/layout3.xml"/><Relationship Id="rId4" Type="http://schemas.openxmlformats.org/officeDocument/2006/relationships/diagramData" Target="../diagrams/data3.xml"/><Relationship Id="rId9" Type="http://schemas.openxmlformats.org/officeDocument/2006/relationships/image" Target="../media/image2.png"/></Relationships>
</file>

<file path=ppt/slides/_rels/slide9.xml.rels><?xml version="1.0" encoding="UTF-8" standalone="yes"?>
<Relationships xmlns="http://schemas.openxmlformats.org/package/2006/relationships"><Relationship Id="rId3" Type="http://schemas.microsoft.com/office/2018/10/relationships/comments" Target="../comments/modernComment_103_143D41DC.xml"/><Relationship Id="rId2" Type="http://schemas.openxmlformats.org/officeDocument/2006/relationships/notesSlide" Target="../notesSlides/notesSlide5.xml"/><Relationship Id="rId1" Type="http://schemas.openxmlformats.org/officeDocument/2006/relationships/slideLayout" Target="../slideLayouts/slideLayout2.xml"/><Relationship Id="rId5" Type="http://schemas.openxmlformats.org/officeDocument/2006/relationships/image" Target="../media/image4.png"/><Relationship Id="rId4" Type="http://schemas.openxmlformats.org/officeDocument/2006/relationships/image" Target="../media/image2.png"/></Relationships>
</file>

<file path=ppt/slides/_rels/slide1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6.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3B_63E5F794.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4.xml.rels><?xml version="1.0" encoding="UTF-8" standalone="yes"?>
<Relationships xmlns="http://schemas.openxmlformats.org/package/2006/relationships"><Relationship Id="rId2" Type="http://schemas.openxmlformats.org/officeDocument/2006/relationships/image" Target="../media/image9.png"/><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41_5477177.xml"/><Relationship Id="rId2" Type="http://schemas.openxmlformats.org/officeDocument/2006/relationships/notesSlide" Target="../notesSlides/notesSlide7.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11.png"/><Relationship Id="rId1" Type="http://schemas.openxmlformats.org/officeDocument/2006/relationships/slideLayout" Target="../slideLayouts/slideLayout8.xml"/></Relationships>
</file>

<file path=ppt/slides/_rels/slide19.xml.rels><?xml version="1.0" encoding="UTF-8" standalone="yes"?>
<Relationships xmlns="http://schemas.openxmlformats.org/package/2006/relationships"><Relationship Id="rId3" Type="http://schemas.microsoft.com/office/2018/10/relationships/comments" Target="../comments/modernComment_14F_A0D5795E.xml"/><Relationship Id="rId2" Type="http://schemas.openxmlformats.org/officeDocument/2006/relationships/notesSlide" Target="../notesSlides/notesSlide8.xml"/><Relationship Id="rId1" Type="http://schemas.openxmlformats.org/officeDocument/2006/relationships/slideLayout" Target="../slideLayouts/slideLayout9.xml"/><Relationship Id="rId5" Type="http://schemas.openxmlformats.org/officeDocument/2006/relationships/image" Target="../media/image12.png"/><Relationship Id="rId4" Type="http://schemas.openxmlformats.org/officeDocument/2006/relationships/image" Target="../media/image2.png"/></Relationships>
</file>

<file path=ppt/slides/_rels/slide2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21.xml.rels><?xml version="1.0" encoding="UTF-8" standalone="yes"?>
<Relationships xmlns="http://schemas.openxmlformats.org/package/2006/relationships"><Relationship Id="rId3" Type="http://schemas.openxmlformats.org/officeDocument/2006/relationships/diagramLayout" Target="../diagrams/layout4.xml"/><Relationship Id="rId7" Type="http://schemas.openxmlformats.org/officeDocument/2006/relationships/image" Target="../media/image2.png"/><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2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10_2C75EC61.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microsoft.com/office/2018/10/relationships/comments" Target="../comments/modernComment_113_DADF289.xml"/><Relationship Id="rId2" Type="http://schemas.openxmlformats.org/officeDocument/2006/relationships/notesSlide" Target="../notesSlides/notesSlide1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2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26.xml.rels><?xml version="1.0" encoding="UTF-8" standalone="yes"?>
<Relationships xmlns="http://schemas.openxmlformats.org/package/2006/relationships"><Relationship Id="rId3" Type="http://schemas.openxmlformats.org/officeDocument/2006/relationships/image" Target="../media/image16.png"/><Relationship Id="rId2" Type="http://schemas.openxmlformats.org/officeDocument/2006/relationships/notesSlide" Target="../notesSlides/notesSlide11.xml"/><Relationship Id="rId1" Type="http://schemas.openxmlformats.org/officeDocument/2006/relationships/slideLayout" Target="../slideLayouts/slideLayout4.xml"/><Relationship Id="rId4" Type="http://schemas.openxmlformats.org/officeDocument/2006/relationships/image" Target="../media/image2.png"/></Relationships>
</file>

<file path=ppt/slides/_rels/slide27.xml.rels><?xml version="1.0" encoding="UTF-8" standalone="yes"?>
<Relationships xmlns="http://schemas.openxmlformats.org/package/2006/relationships"><Relationship Id="rId3" Type="http://schemas.microsoft.com/office/2018/10/relationships/comments" Target="../comments/modernComment_133_29C1057A.xml"/><Relationship Id="rId2" Type="http://schemas.openxmlformats.org/officeDocument/2006/relationships/notesSlide" Target="../notesSlides/notesSlide12.xml"/><Relationship Id="rId1" Type="http://schemas.openxmlformats.org/officeDocument/2006/relationships/slideLayout" Target="../slideLayouts/slideLayout4.xml"/><Relationship Id="rId5" Type="http://schemas.openxmlformats.org/officeDocument/2006/relationships/image" Target="../media/image17.png"/><Relationship Id="rId4" Type="http://schemas.openxmlformats.org/officeDocument/2006/relationships/image" Target="../media/image2.png"/></Relationships>
</file>

<file path=ppt/slides/_rels/slide28.xml.rels><?xml version="1.0" encoding="UTF-8" standalone="yes"?>
<Relationships xmlns="http://schemas.openxmlformats.org/package/2006/relationships"><Relationship Id="rId3" Type="http://schemas.openxmlformats.org/officeDocument/2006/relationships/image" Target="../media/image18.jpeg"/><Relationship Id="rId2" Type="http://schemas.openxmlformats.org/officeDocument/2006/relationships/notesSlide" Target="../notesSlides/notesSlide1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2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4.xml"/></Relationships>
</file>

<file path=ppt/slides/_rels/slide30.xml.rels><?xml version="1.0" encoding="UTF-8" standalone="yes"?>
<Relationships xmlns="http://schemas.openxmlformats.org/package/2006/relationships"><Relationship Id="rId3" Type="http://schemas.openxmlformats.org/officeDocument/2006/relationships/diagramLayout" Target="../diagrams/layout5.xml"/><Relationship Id="rId7" Type="http://schemas.openxmlformats.org/officeDocument/2006/relationships/image" Target="../media/image2.png"/><Relationship Id="rId2" Type="http://schemas.openxmlformats.org/officeDocument/2006/relationships/diagramData" Target="../diagrams/data5.xml"/><Relationship Id="rId1" Type="http://schemas.openxmlformats.org/officeDocument/2006/relationships/slideLayout" Target="../slideLayouts/slideLayout4.xml"/><Relationship Id="rId6" Type="http://schemas.microsoft.com/office/2007/relationships/diagramDrawing" Target="../diagrams/drawing5.xml"/><Relationship Id="rId5" Type="http://schemas.openxmlformats.org/officeDocument/2006/relationships/diagramColors" Target="../diagrams/colors5.xml"/><Relationship Id="rId4" Type="http://schemas.openxmlformats.org/officeDocument/2006/relationships/diagramQuickStyle" Target="../diagrams/quickStyle5.xml"/></Relationships>
</file>

<file path=ppt/slides/_rels/slide31.xml.rels><?xml version="1.0" encoding="UTF-8" standalone="yes"?>
<Relationships xmlns="http://schemas.openxmlformats.org/package/2006/relationships"><Relationship Id="rId8" Type="http://schemas.openxmlformats.org/officeDocument/2006/relationships/diagramColors" Target="../diagrams/colors6.xml"/><Relationship Id="rId3" Type="http://schemas.microsoft.com/office/2018/10/relationships/comments" Target="../comments/modernComment_11A_913D2D7.xml"/><Relationship Id="rId7" Type="http://schemas.openxmlformats.org/officeDocument/2006/relationships/diagramQuickStyle" Target="../diagrams/quickStyle6.xml"/><Relationship Id="rId2" Type="http://schemas.openxmlformats.org/officeDocument/2006/relationships/notesSlide" Target="../notesSlides/notesSlide14.xml"/><Relationship Id="rId1" Type="http://schemas.openxmlformats.org/officeDocument/2006/relationships/slideLayout" Target="../slideLayouts/slideLayout2.xml"/><Relationship Id="rId6" Type="http://schemas.openxmlformats.org/officeDocument/2006/relationships/diagramLayout" Target="../diagrams/layout6.xml"/><Relationship Id="rId5" Type="http://schemas.openxmlformats.org/officeDocument/2006/relationships/diagramData" Target="../diagrams/data6.xml"/><Relationship Id="rId10" Type="http://schemas.openxmlformats.org/officeDocument/2006/relationships/image" Target="../media/image19.png"/><Relationship Id="rId4" Type="http://schemas.openxmlformats.org/officeDocument/2006/relationships/image" Target="../media/image2.png"/><Relationship Id="rId9" Type="http://schemas.microsoft.com/office/2007/relationships/diagramDrawing" Target="../diagrams/drawing6.xml"/></Relationships>
</file>

<file path=ppt/slides/_rels/slide32.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5.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3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34.xml.rels><?xml version="1.0" encoding="UTF-8" standalone="yes"?>
<Relationships xmlns="http://schemas.openxmlformats.org/package/2006/relationships"><Relationship Id="rId3" Type="http://schemas.openxmlformats.org/officeDocument/2006/relationships/image" Target="../media/image21.png"/><Relationship Id="rId2" Type="http://schemas.openxmlformats.org/officeDocument/2006/relationships/notesSlide" Target="../notesSlides/notesSlide17.xml"/><Relationship Id="rId1" Type="http://schemas.openxmlformats.org/officeDocument/2006/relationships/slideLayout" Target="../slideLayouts/slideLayout8.xml"/><Relationship Id="rId5" Type="http://schemas.openxmlformats.org/officeDocument/2006/relationships/image" Target="../media/image23.png"/><Relationship Id="rId4" Type="http://schemas.openxmlformats.org/officeDocument/2006/relationships/image" Target="../media/image22.png"/></Relationships>
</file>

<file path=ppt/slides/_rels/slide35.xml.rels><?xml version="1.0" encoding="UTF-8" standalone="yes"?>
<Relationships xmlns="http://schemas.openxmlformats.org/package/2006/relationships"><Relationship Id="rId3" Type="http://schemas.microsoft.com/office/2018/10/relationships/comments" Target="../comments/modernComment_13D_FCBC4A8F.xml"/><Relationship Id="rId7" Type="http://schemas.openxmlformats.org/officeDocument/2006/relationships/image" Target="../media/image25.png"/><Relationship Id="rId2" Type="http://schemas.openxmlformats.org/officeDocument/2006/relationships/notesSlide" Target="../notesSlides/notesSlide18.xml"/><Relationship Id="rId1" Type="http://schemas.openxmlformats.org/officeDocument/2006/relationships/slideLayout" Target="../slideLayouts/slideLayout3.xml"/><Relationship Id="rId6" Type="http://schemas.openxmlformats.org/officeDocument/2006/relationships/image" Target="../media/image2.png"/><Relationship Id="rId5" Type="http://schemas.openxmlformats.org/officeDocument/2006/relationships/image" Target="../media/image21.png"/><Relationship Id="rId4" Type="http://schemas.openxmlformats.org/officeDocument/2006/relationships/image" Target="../media/image24.png"/></Relationships>
</file>

<file path=ppt/slides/_rels/slide36.xml.rels><?xml version="1.0" encoding="UTF-8" standalone="yes"?>
<Relationships xmlns="http://schemas.openxmlformats.org/package/2006/relationships"><Relationship Id="rId3" Type="http://schemas.microsoft.com/office/2018/10/relationships/comments" Target="../comments/modernComment_11D_1659F78C.xml"/><Relationship Id="rId2" Type="http://schemas.openxmlformats.org/officeDocument/2006/relationships/notesSlide" Target="../notesSlides/notesSlide19.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26.png"/></Relationships>
</file>

<file path=ppt/slides/_rels/slide3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3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0.xml"/><Relationship Id="rId1" Type="http://schemas.openxmlformats.org/officeDocument/2006/relationships/slideLayout" Target="../slideLayouts/slideLayout3.xml"/></Relationships>
</file>

<file path=ppt/slides/_rels/slide3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1.xml"/><Relationship Id="rId1" Type="http://schemas.openxmlformats.org/officeDocument/2006/relationships/slideLayout" Target="../slideLayouts/slideLayout3.xml"/></Relationships>
</file>

<file path=ppt/slides/_rels/slide4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22.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21.png"/></Relationships>
</file>

<file path=ppt/slides/_rels/slide4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3.xml"/><Relationship Id="rId1" Type="http://schemas.openxmlformats.org/officeDocument/2006/relationships/slideLayout" Target="../slideLayouts/slideLayout3.xml"/></Relationships>
</file>

<file path=ppt/slides/_rels/slide42.xml.rels><?xml version="1.0" encoding="UTF-8" standalone="yes"?>
<Relationships xmlns="http://schemas.openxmlformats.org/package/2006/relationships"><Relationship Id="rId8" Type="http://schemas.microsoft.com/office/2007/relationships/diagramDrawing" Target="../diagrams/drawing7.xml"/><Relationship Id="rId3" Type="http://schemas.openxmlformats.org/officeDocument/2006/relationships/image" Target="../media/image2.png"/><Relationship Id="rId7" Type="http://schemas.openxmlformats.org/officeDocument/2006/relationships/diagramColors" Target="../diagrams/colors7.xml"/><Relationship Id="rId2" Type="http://schemas.openxmlformats.org/officeDocument/2006/relationships/notesSlide" Target="../notesSlides/notesSlide24.xml"/><Relationship Id="rId1" Type="http://schemas.openxmlformats.org/officeDocument/2006/relationships/slideLayout" Target="../slideLayouts/slideLayout2.xml"/><Relationship Id="rId6" Type="http://schemas.openxmlformats.org/officeDocument/2006/relationships/diagramQuickStyle" Target="../diagrams/quickStyle7.xml"/><Relationship Id="rId5" Type="http://schemas.openxmlformats.org/officeDocument/2006/relationships/diagramLayout" Target="../diagrams/layout7.xml"/><Relationship Id="rId4" Type="http://schemas.openxmlformats.org/officeDocument/2006/relationships/diagramData" Target="../diagrams/data7.xml"/></Relationships>
</file>

<file path=ppt/slides/_rels/slide43.xml.rels><?xml version="1.0" encoding="UTF-8" standalone="yes"?>
<Relationships xmlns="http://schemas.openxmlformats.org/package/2006/relationships"><Relationship Id="rId8" Type="http://schemas.openxmlformats.org/officeDocument/2006/relationships/image" Target="../media/image27.png"/><Relationship Id="rId3" Type="http://schemas.openxmlformats.org/officeDocument/2006/relationships/diagramData" Target="../diagrams/data8.xml"/><Relationship Id="rId7" Type="http://schemas.microsoft.com/office/2007/relationships/diagramDrawing" Target="../diagrams/drawing8.xml"/><Relationship Id="rId2" Type="http://schemas.microsoft.com/office/2018/10/relationships/comments" Target="../comments/modernComment_115_AEB10A88.xml"/><Relationship Id="rId1" Type="http://schemas.openxmlformats.org/officeDocument/2006/relationships/slideLayout" Target="../slideLayouts/slideLayout2.xml"/><Relationship Id="rId6" Type="http://schemas.openxmlformats.org/officeDocument/2006/relationships/diagramColors" Target="../diagrams/colors8.xml"/><Relationship Id="rId5" Type="http://schemas.openxmlformats.org/officeDocument/2006/relationships/diagramQuickStyle" Target="../diagrams/quickStyle8.xml"/><Relationship Id="rId4" Type="http://schemas.openxmlformats.org/officeDocument/2006/relationships/diagramLayout" Target="../diagrams/layout8.xml"/><Relationship Id="rId9" Type="http://schemas.openxmlformats.org/officeDocument/2006/relationships/image" Target="../media/image2.png"/></Relationships>
</file>

<file path=ppt/slides/_rels/slide44.xml.rels><?xml version="1.0" encoding="UTF-8" standalone="yes"?>
<Relationships xmlns="http://schemas.openxmlformats.org/package/2006/relationships"><Relationship Id="rId3" Type="http://schemas.openxmlformats.org/officeDocument/2006/relationships/diagramLayout" Target="../diagrams/layout9.xml"/><Relationship Id="rId7" Type="http://schemas.openxmlformats.org/officeDocument/2006/relationships/image" Target="../media/image2.png"/><Relationship Id="rId2" Type="http://schemas.openxmlformats.org/officeDocument/2006/relationships/diagramData" Target="../diagrams/data9.xml"/><Relationship Id="rId1" Type="http://schemas.openxmlformats.org/officeDocument/2006/relationships/slideLayout" Target="../slideLayouts/slideLayout2.xml"/><Relationship Id="rId6" Type="http://schemas.microsoft.com/office/2007/relationships/diagramDrawing" Target="../diagrams/drawing9.xml"/><Relationship Id="rId5" Type="http://schemas.openxmlformats.org/officeDocument/2006/relationships/diagramColors" Target="../diagrams/colors9.xml"/><Relationship Id="rId4" Type="http://schemas.openxmlformats.org/officeDocument/2006/relationships/diagramQuickStyle" Target="../diagrams/quickStyle9.xml"/></Relationships>
</file>

<file path=ppt/slides/_rels/slide4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25.xml"/><Relationship Id="rId1" Type="http://schemas.openxmlformats.org/officeDocument/2006/relationships/slideLayout" Target="../slideLayouts/slideLayout3.xml"/></Relationships>
</file>

<file path=ppt/slides/_rels/slide47.xml.rels><?xml version="1.0" encoding="UTF-8" standalone="yes"?>
<Relationships xmlns="http://schemas.openxmlformats.org/package/2006/relationships"><Relationship Id="rId3" Type="http://schemas.microsoft.com/office/2018/10/relationships/comments" Target="../comments/modernComment_138_5843067.xml"/><Relationship Id="rId2" Type="http://schemas.openxmlformats.org/officeDocument/2006/relationships/notesSlide" Target="../notesSlides/notesSlide2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48.xml.rels><?xml version="1.0" encoding="UTF-8" standalone="yes"?>
<Relationships xmlns="http://schemas.openxmlformats.org/package/2006/relationships"><Relationship Id="rId8" Type="http://schemas.microsoft.com/office/2007/relationships/diagramDrawing" Target="../diagrams/drawing10.xml"/><Relationship Id="rId3" Type="http://schemas.microsoft.com/office/2018/10/relationships/comments" Target="../comments/modernComment_11F_4C12A447.xml"/><Relationship Id="rId7" Type="http://schemas.openxmlformats.org/officeDocument/2006/relationships/diagramColors" Target="../diagrams/colors10.xml"/><Relationship Id="rId2" Type="http://schemas.openxmlformats.org/officeDocument/2006/relationships/notesSlide" Target="../notesSlides/notesSlide27.xml"/><Relationship Id="rId1" Type="http://schemas.openxmlformats.org/officeDocument/2006/relationships/slideLayout" Target="../slideLayouts/slideLayout2.xml"/><Relationship Id="rId6" Type="http://schemas.openxmlformats.org/officeDocument/2006/relationships/diagramQuickStyle" Target="../diagrams/quickStyle10.xml"/><Relationship Id="rId5" Type="http://schemas.openxmlformats.org/officeDocument/2006/relationships/diagramLayout" Target="../diagrams/layout10.xml"/><Relationship Id="rId10" Type="http://schemas.openxmlformats.org/officeDocument/2006/relationships/image" Target="../media/image2.png"/><Relationship Id="rId4" Type="http://schemas.openxmlformats.org/officeDocument/2006/relationships/diagramData" Target="../diagrams/data10.xml"/><Relationship Id="rId9" Type="http://schemas.openxmlformats.org/officeDocument/2006/relationships/image" Target="../media/image28.png"/></Relationships>
</file>

<file path=ppt/slides/_rels/slide49.xml.rels><?xml version="1.0" encoding="UTF-8" standalone="yes"?>
<Relationships xmlns="http://schemas.openxmlformats.org/package/2006/relationships"><Relationship Id="rId3" Type="http://schemas.microsoft.com/office/2018/10/relationships/comments" Target="../comments/modernComment_149_17B28CE5.xml"/><Relationship Id="rId2" Type="http://schemas.openxmlformats.org/officeDocument/2006/relationships/notesSlide" Target="../notesSlides/notesSlide28.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29.png"/></Relationships>
</file>

<file path=ppt/slides/_rels/slide50.xml.rels><?xml version="1.0" encoding="UTF-8" standalone="yes"?>
<Relationships xmlns="http://schemas.openxmlformats.org/package/2006/relationships"><Relationship Id="rId8" Type="http://schemas.openxmlformats.org/officeDocument/2006/relationships/diagramColors" Target="../diagrams/colors11.xml"/><Relationship Id="rId13" Type="http://schemas.openxmlformats.org/officeDocument/2006/relationships/diagramColors" Target="../diagrams/colors12.xml"/><Relationship Id="rId3" Type="http://schemas.openxmlformats.org/officeDocument/2006/relationships/image" Target="../media/image29.png"/><Relationship Id="rId7" Type="http://schemas.openxmlformats.org/officeDocument/2006/relationships/diagramQuickStyle" Target="../diagrams/quickStyle11.xml"/><Relationship Id="rId12" Type="http://schemas.openxmlformats.org/officeDocument/2006/relationships/diagramQuickStyle" Target="../diagrams/quickStyle12.xml"/><Relationship Id="rId2" Type="http://schemas.openxmlformats.org/officeDocument/2006/relationships/notesSlide" Target="../notesSlides/notesSlide29.xml"/><Relationship Id="rId1" Type="http://schemas.openxmlformats.org/officeDocument/2006/relationships/slideLayout" Target="../slideLayouts/slideLayout2.xml"/><Relationship Id="rId6" Type="http://schemas.openxmlformats.org/officeDocument/2006/relationships/diagramLayout" Target="../diagrams/layout11.xml"/><Relationship Id="rId11" Type="http://schemas.openxmlformats.org/officeDocument/2006/relationships/diagramLayout" Target="../diagrams/layout12.xml"/><Relationship Id="rId5" Type="http://schemas.openxmlformats.org/officeDocument/2006/relationships/diagramData" Target="../diagrams/data11.xml"/><Relationship Id="rId10" Type="http://schemas.openxmlformats.org/officeDocument/2006/relationships/diagramData" Target="../diagrams/data12.xml"/><Relationship Id="rId4" Type="http://schemas.openxmlformats.org/officeDocument/2006/relationships/image" Target="../media/image23.png"/><Relationship Id="rId9" Type="http://schemas.microsoft.com/office/2007/relationships/diagramDrawing" Target="../diagrams/drawing11.xml"/><Relationship Id="rId14" Type="http://schemas.microsoft.com/office/2007/relationships/diagramDrawing" Target="../diagrams/drawing12.xml"/></Relationships>
</file>

<file path=ppt/slides/_rels/slide51.xml.rels><?xml version="1.0" encoding="UTF-8" standalone="yes"?>
<Relationships xmlns="http://schemas.openxmlformats.org/package/2006/relationships"><Relationship Id="rId3" Type="http://schemas.microsoft.com/office/2018/10/relationships/comments" Target="../comments/modernComment_14A_9B6AE226.xml"/><Relationship Id="rId2" Type="http://schemas.openxmlformats.org/officeDocument/2006/relationships/notesSlide" Target="../notesSlides/notesSlide30.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0.png"/></Relationships>
</file>

<file path=ppt/slides/_rels/slide52.xml.rels><?xml version="1.0" encoding="UTF-8" standalone="yes"?>
<Relationships xmlns="http://schemas.openxmlformats.org/package/2006/relationships"><Relationship Id="rId3" Type="http://schemas.openxmlformats.org/officeDocument/2006/relationships/image" Target="../media/image30.png"/><Relationship Id="rId2" Type="http://schemas.openxmlformats.org/officeDocument/2006/relationships/notesSlide" Target="../notesSlides/notesSlide3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5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55.xml.rels><?xml version="1.0" encoding="UTF-8" standalone="yes"?>
<Relationships xmlns="http://schemas.openxmlformats.org/package/2006/relationships"><Relationship Id="rId3" Type="http://schemas.openxmlformats.org/officeDocument/2006/relationships/image" Target="../media/image31.png"/><Relationship Id="rId2" Type="http://schemas.microsoft.com/office/2018/10/relationships/comments" Target="../comments/modernComment_121_C391E17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56.xml.rels><?xml version="1.0" encoding="UTF-8" standalone="yes"?>
<Relationships xmlns="http://schemas.openxmlformats.org/package/2006/relationships"><Relationship Id="rId8" Type="http://schemas.microsoft.com/office/2007/relationships/diagramDrawing" Target="../diagrams/drawing13.xml"/><Relationship Id="rId3" Type="http://schemas.openxmlformats.org/officeDocument/2006/relationships/image" Target="../media/image2.png"/><Relationship Id="rId7" Type="http://schemas.openxmlformats.org/officeDocument/2006/relationships/diagramColors" Target="../diagrams/colors13.xml"/><Relationship Id="rId2" Type="http://schemas.openxmlformats.org/officeDocument/2006/relationships/notesSlide" Target="../notesSlides/notesSlide33.xml"/><Relationship Id="rId1" Type="http://schemas.openxmlformats.org/officeDocument/2006/relationships/slideLayout" Target="../slideLayouts/slideLayout2.xml"/><Relationship Id="rId6" Type="http://schemas.openxmlformats.org/officeDocument/2006/relationships/diagramQuickStyle" Target="../diagrams/quickStyle13.xml"/><Relationship Id="rId5" Type="http://schemas.openxmlformats.org/officeDocument/2006/relationships/diagramLayout" Target="../diagrams/layout13.xml"/><Relationship Id="rId4" Type="http://schemas.openxmlformats.org/officeDocument/2006/relationships/diagramData" Target="../diagrams/data13.xml"/></Relationships>
</file>

<file path=ppt/slides/_rels/slide57.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4.xml"/><Relationship Id="rId1" Type="http://schemas.openxmlformats.org/officeDocument/2006/relationships/slideLayout" Target="../slideLayouts/slideLayout3.xml"/></Relationships>
</file>

<file path=ppt/slides/_rels/slide58.xml.rels><?xml version="1.0" encoding="UTF-8" standalone="yes"?>
<Relationships xmlns="http://schemas.openxmlformats.org/package/2006/relationships"><Relationship Id="rId3" Type="http://schemas.microsoft.com/office/2018/10/relationships/comments" Target="../comments/modernComment_125_50735C17.xml"/><Relationship Id="rId2" Type="http://schemas.openxmlformats.org/officeDocument/2006/relationships/notesSlide" Target="../notesSlides/notesSlide35.xml"/><Relationship Id="rId1" Type="http://schemas.openxmlformats.org/officeDocument/2006/relationships/slideLayout" Target="../slideLayouts/slideLayout2.xml"/><Relationship Id="rId5" Type="http://schemas.openxmlformats.org/officeDocument/2006/relationships/image" Target="../media/image32.png"/><Relationship Id="rId4" Type="http://schemas.openxmlformats.org/officeDocument/2006/relationships/image" Target="../media/image2.png"/></Relationships>
</file>

<file path=ppt/slides/_rels/slide59.xml.rels><?xml version="1.0" encoding="UTF-8" standalone="yes"?>
<Relationships xmlns="http://schemas.openxmlformats.org/package/2006/relationships"><Relationship Id="rId3" Type="http://schemas.openxmlformats.org/officeDocument/2006/relationships/image" Target="../media/image33.png"/><Relationship Id="rId2" Type="http://schemas.microsoft.com/office/2018/10/relationships/comments" Target="../comments/modernComment_14E_DE6C9D26.xml"/><Relationship Id="rId1" Type="http://schemas.openxmlformats.org/officeDocument/2006/relationships/slideLayout" Target="../slideLayouts/slideLayout2.xml"/><Relationship Id="rId5" Type="http://schemas.openxmlformats.org/officeDocument/2006/relationships/image" Target="../media/image2.png"/><Relationship Id="rId4" Type="http://schemas.openxmlformats.org/officeDocument/2006/relationships/image" Target="../media/image34.png"/></Relationships>
</file>

<file path=ppt/slides/_rels/slide6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35.png"/><Relationship Id="rId1" Type="http://schemas.openxmlformats.org/officeDocument/2006/relationships/slideLayout" Target="../slideLayouts/slideLayout2.xml"/></Relationships>
</file>

<file path=ppt/slides/_rels/slide61.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14.xml"/><Relationship Id="rId7" Type="http://schemas.microsoft.com/office/2007/relationships/diagramDrawing" Target="../diagrams/drawing14.xml"/><Relationship Id="rId2" Type="http://schemas.openxmlformats.org/officeDocument/2006/relationships/notesSlide" Target="../notesSlides/notesSlide36.xml"/><Relationship Id="rId1" Type="http://schemas.openxmlformats.org/officeDocument/2006/relationships/slideLayout" Target="../slideLayouts/slideLayout2.xml"/><Relationship Id="rId6" Type="http://schemas.openxmlformats.org/officeDocument/2006/relationships/diagramColors" Target="../diagrams/colors14.xml"/><Relationship Id="rId5" Type="http://schemas.openxmlformats.org/officeDocument/2006/relationships/diagramQuickStyle" Target="../diagrams/quickStyle14.xml"/><Relationship Id="rId4" Type="http://schemas.openxmlformats.org/officeDocument/2006/relationships/diagramLayout" Target="../diagrams/layout14.xml"/></Relationships>
</file>

<file path=ppt/slides/_rels/slide62.xml.rels><?xml version="1.0" encoding="UTF-8" standalone="yes"?>
<Relationships xmlns="http://schemas.openxmlformats.org/package/2006/relationships"><Relationship Id="rId3" Type="http://schemas.openxmlformats.org/officeDocument/2006/relationships/image" Target="../media/image36.png"/><Relationship Id="rId2" Type="http://schemas.microsoft.com/office/2018/10/relationships/comments" Target="../comments/modernComment_123_4F2B5FA7.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6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37.xml"/><Relationship Id="rId1" Type="http://schemas.openxmlformats.org/officeDocument/2006/relationships/slideLayout" Target="../slideLayouts/slideLayout3.xml"/></Relationships>
</file>

<file path=ppt/slides/_rels/slide64.xml.rels><?xml version="1.0" encoding="UTF-8" standalone="yes"?>
<Relationships xmlns="http://schemas.openxmlformats.org/package/2006/relationships"><Relationship Id="rId8" Type="http://schemas.openxmlformats.org/officeDocument/2006/relationships/image" Target="../media/image37.jpeg"/><Relationship Id="rId3" Type="http://schemas.openxmlformats.org/officeDocument/2006/relationships/diagramData" Target="../diagrams/data15.xml"/><Relationship Id="rId7" Type="http://schemas.microsoft.com/office/2007/relationships/diagramDrawing" Target="../diagrams/drawing15.xml"/><Relationship Id="rId2" Type="http://schemas.openxmlformats.org/officeDocument/2006/relationships/notesSlide" Target="../notesSlides/notesSlide38.xml"/><Relationship Id="rId1" Type="http://schemas.openxmlformats.org/officeDocument/2006/relationships/slideLayout" Target="../slideLayouts/slideLayout2.xml"/><Relationship Id="rId6" Type="http://schemas.openxmlformats.org/officeDocument/2006/relationships/diagramColors" Target="../diagrams/colors15.xml"/><Relationship Id="rId5" Type="http://schemas.openxmlformats.org/officeDocument/2006/relationships/diagramQuickStyle" Target="../diagrams/quickStyle15.xml"/><Relationship Id="rId4" Type="http://schemas.openxmlformats.org/officeDocument/2006/relationships/diagramLayout" Target="../diagrams/layout15.xml"/><Relationship Id="rId9" Type="http://schemas.openxmlformats.org/officeDocument/2006/relationships/image" Target="../media/image2.png"/></Relationships>
</file>

<file path=ppt/slides/_rels/slide65.xml.rels><?xml version="1.0" encoding="UTF-8" standalone="yes"?>
<Relationships xmlns="http://schemas.openxmlformats.org/package/2006/relationships"><Relationship Id="rId3" Type="http://schemas.openxmlformats.org/officeDocument/2006/relationships/diagramData" Target="../diagrams/data16.xml"/><Relationship Id="rId7" Type="http://schemas.microsoft.com/office/2007/relationships/diagramDrawing" Target="../diagrams/drawing16.xml"/><Relationship Id="rId2" Type="http://schemas.openxmlformats.org/officeDocument/2006/relationships/image" Target="../media/image2.png"/><Relationship Id="rId1" Type="http://schemas.openxmlformats.org/officeDocument/2006/relationships/slideLayout" Target="../slideLayouts/slideLayout2.xml"/><Relationship Id="rId6" Type="http://schemas.openxmlformats.org/officeDocument/2006/relationships/diagramColors" Target="../diagrams/colors16.xml"/><Relationship Id="rId5" Type="http://schemas.openxmlformats.org/officeDocument/2006/relationships/diagramQuickStyle" Target="../diagrams/quickStyle16.xml"/><Relationship Id="rId4" Type="http://schemas.openxmlformats.org/officeDocument/2006/relationships/diagramLayout" Target="../diagrams/layout16.xml"/></Relationships>
</file>

<file path=ppt/slides/_rels/slide6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67.xml.rels><?xml version="1.0" encoding="UTF-8" standalone="yes"?>
<Relationships xmlns="http://schemas.openxmlformats.org/package/2006/relationships"><Relationship Id="rId3" Type="http://schemas.microsoft.com/office/2018/10/relationships/comments" Target="../comments/modernComment_104_4B6A82FD.xml"/><Relationship Id="rId2" Type="http://schemas.openxmlformats.org/officeDocument/2006/relationships/notesSlide" Target="../notesSlides/notesSlide39.xml"/><Relationship Id="rId1" Type="http://schemas.openxmlformats.org/officeDocument/2006/relationships/slideLayout" Target="../slideLayouts/slideLayout8.xml"/><Relationship Id="rId5" Type="http://schemas.openxmlformats.org/officeDocument/2006/relationships/image" Target="../media/image38.png"/><Relationship Id="rId4" Type="http://schemas.openxmlformats.org/officeDocument/2006/relationships/image" Target="../media/image2.png"/></Relationships>
</file>

<file path=ppt/slides/_rels/slide68.xml.rels><?xml version="1.0" encoding="UTF-8" standalone="yes"?>
<Relationships xmlns="http://schemas.openxmlformats.org/package/2006/relationships"><Relationship Id="rId3" Type="http://schemas.microsoft.com/office/2018/10/relationships/comments" Target="../comments/modernComment_12D_CC7B37B7.xml"/><Relationship Id="rId2" Type="http://schemas.openxmlformats.org/officeDocument/2006/relationships/notesSlide" Target="../notesSlides/notesSlide40.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69.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notesSlide" Target="../notesSlides/notesSlide41.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0.xml.rels><?xml version="1.0" encoding="UTF-8" standalone="yes"?>
<Relationships xmlns="http://schemas.openxmlformats.org/package/2006/relationships"><Relationship Id="rId8" Type="http://schemas.microsoft.com/office/2007/relationships/diagramDrawing" Target="../diagrams/drawing17.xml"/><Relationship Id="rId3" Type="http://schemas.microsoft.com/office/2018/10/relationships/comments" Target="../comments/modernComment_13F_533DAB2A.xml"/><Relationship Id="rId7" Type="http://schemas.openxmlformats.org/officeDocument/2006/relationships/diagramColors" Target="../diagrams/colors17.xml"/><Relationship Id="rId2" Type="http://schemas.openxmlformats.org/officeDocument/2006/relationships/notesSlide" Target="../notesSlides/notesSlide42.xml"/><Relationship Id="rId1" Type="http://schemas.openxmlformats.org/officeDocument/2006/relationships/slideLayout" Target="../slideLayouts/slideLayout2.xml"/><Relationship Id="rId6" Type="http://schemas.openxmlformats.org/officeDocument/2006/relationships/diagramQuickStyle" Target="../diagrams/quickStyle17.xml"/><Relationship Id="rId5" Type="http://schemas.openxmlformats.org/officeDocument/2006/relationships/diagramLayout" Target="../diagrams/layout17.xml"/><Relationship Id="rId4" Type="http://schemas.openxmlformats.org/officeDocument/2006/relationships/diagramData" Target="../diagrams/data17.xml"/><Relationship Id="rId9" Type="http://schemas.openxmlformats.org/officeDocument/2006/relationships/image" Target="../media/image2.png"/></Relationships>
</file>

<file path=ppt/slides/_rels/slide71.xml.rels><?xml version="1.0" encoding="UTF-8" standalone="yes"?>
<Relationships xmlns="http://schemas.openxmlformats.org/package/2006/relationships"><Relationship Id="rId8" Type="http://schemas.microsoft.com/office/2007/relationships/diagramDrawing" Target="../diagrams/drawing18.xml"/><Relationship Id="rId3" Type="http://schemas.openxmlformats.org/officeDocument/2006/relationships/image" Target="../media/image2.png"/><Relationship Id="rId7" Type="http://schemas.openxmlformats.org/officeDocument/2006/relationships/diagramColors" Target="../diagrams/colors18.xml"/><Relationship Id="rId2" Type="http://schemas.openxmlformats.org/officeDocument/2006/relationships/notesSlide" Target="../notesSlides/notesSlide43.xml"/><Relationship Id="rId1" Type="http://schemas.openxmlformats.org/officeDocument/2006/relationships/slideLayout" Target="../slideLayouts/slideLayout2.xml"/><Relationship Id="rId6" Type="http://schemas.openxmlformats.org/officeDocument/2006/relationships/diagramQuickStyle" Target="../diagrams/quickStyle18.xml"/><Relationship Id="rId5" Type="http://schemas.openxmlformats.org/officeDocument/2006/relationships/diagramLayout" Target="../diagrams/layout18.xml"/><Relationship Id="rId4" Type="http://schemas.openxmlformats.org/officeDocument/2006/relationships/diagramData" Target="../diagrams/data18.xml"/></Relationships>
</file>

<file path=ppt/slides/_rels/slide7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0.png"/><Relationship Id="rId1" Type="http://schemas.openxmlformats.org/officeDocument/2006/relationships/slideLayout" Target="../slideLayouts/slideLayout2.xml"/><Relationship Id="rId4" Type="http://schemas.openxmlformats.org/officeDocument/2006/relationships/image" Target="../media/image41.png"/></Relationships>
</file>

<file path=ppt/slides/_rels/slide73.xml.rels><?xml version="1.0" encoding="UTF-8" standalone="yes"?>
<Relationships xmlns="http://schemas.openxmlformats.org/package/2006/relationships"><Relationship Id="rId3" Type="http://schemas.openxmlformats.org/officeDocument/2006/relationships/diagramLayout" Target="../diagrams/layout19.xml"/><Relationship Id="rId7" Type="http://schemas.openxmlformats.org/officeDocument/2006/relationships/image" Target="../media/image2.png"/><Relationship Id="rId2" Type="http://schemas.openxmlformats.org/officeDocument/2006/relationships/diagramData" Target="../diagrams/data19.xml"/><Relationship Id="rId1" Type="http://schemas.openxmlformats.org/officeDocument/2006/relationships/slideLayout" Target="../slideLayouts/slideLayout2.xml"/><Relationship Id="rId6" Type="http://schemas.microsoft.com/office/2007/relationships/diagramDrawing" Target="../diagrams/drawing19.xml"/><Relationship Id="rId5" Type="http://schemas.openxmlformats.org/officeDocument/2006/relationships/diagramColors" Target="../diagrams/colors19.xml"/><Relationship Id="rId4" Type="http://schemas.openxmlformats.org/officeDocument/2006/relationships/diagramQuickStyle" Target="../diagrams/quickStyle19.xml"/></Relationships>
</file>

<file path=ppt/slides/_rels/slide74.xml.rels><?xml version="1.0" encoding="UTF-8" standalone="yes"?>
<Relationships xmlns="http://schemas.openxmlformats.org/package/2006/relationships"><Relationship Id="rId3" Type="http://schemas.openxmlformats.org/officeDocument/2006/relationships/image" Target="../media/image2.png"/><Relationship Id="rId2" Type="http://schemas.microsoft.com/office/2018/10/relationships/comments" Target="../comments/modernComment_12B_AF2C9B4C.xml"/><Relationship Id="rId1" Type="http://schemas.openxmlformats.org/officeDocument/2006/relationships/slideLayout" Target="../slideLayouts/slideLayout1.xml"/></Relationships>
</file>

<file path=ppt/slides/_rels/slide7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4.xml"/><Relationship Id="rId1" Type="http://schemas.openxmlformats.org/officeDocument/2006/relationships/slideLayout" Target="../slideLayouts/slideLayout2.xml"/></Relationships>
</file>

<file path=ppt/slides/_rels/slide76.xml.rels><?xml version="1.0" encoding="UTF-8" standalone="yes"?>
<Relationships xmlns="http://schemas.openxmlformats.org/package/2006/relationships"><Relationship Id="rId3" Type="http://schemas.microsoft.com/office/2018/10/relationships/comments" Target="../comments/modernComment_156_32D349DE.xml"/><Relationship Id="rId2" Type="http://schemas.openxmlformats.org/officeDocument/2006/relationships/notesSlide" Target="../notesSlides/notesSlide45.xml"/><Relationship Id="rId1" Type="http://schemas.openxmlformats.org/officeDocument/2006/relationships/slideLayout" Target="../slideLayouts/slideLayout2.xml"/><Relationship Id="rId5" Type="http://schemas.openxmlformats.org/officeDocument/2006/relationships/image" Target="../media/image23.png"/><Relationship Id="rId4" Type="http://schemas.openxmlformats.org/officeDocument/2006/relationships/image" Target="../media/image45.png"/></Relationships>
</file>

<file path=ppt/slides/_rels/slide77.xml.rels><?xml version="1.0" encoding="UTF-8" standalone="yes"?>
<Relationships xmlns="http://schemas.openxmlformats.org/package/2006/relationships"><Relationship Id="rId3" Type="http://schemas.microsoft.com/office/2018/10/relationships/comments" Target="../comments/modernComment_158_8B9892E2.xml"/><Relationship Id="rId2" Type="http://schemas.openxmlformats.org/officeDocument/2006/relationships/notesSlide" Target="../notesSlides/notesSlide46.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7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7.xml"/><Relationship Id="rId1" Type="http://schemas.openxmlformats.org/officeDocument/2006/relationships/slideLayout" Target="../slideLayouts/slideLayout3.xml"/></Relationships>
</file>

<file path=ppt/slides/_rels/slide7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8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6.png"/><Relationship Id="rId1" Type="http://schemas.openxmlformats.org/officeDocument/2006/relationships/slideLayout" Target="../slideLayouts/slideLayout3.xml"/></Relationships>
</file>

<file path=ppt/slides/_rels/slide8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7.png"/><Relationship Id="rId1" Type="http://schemas.openxmlformats.org/officeDocument/2006/relationships/slideLayout" Target="../slideLayouts/slideLayout2.xml"/></Relationships>
</file>

<file path=ppt/slides/_rels/slide82.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48.png"/><Relationship Id="rId1" Type="http://schemas.openxmlformats.org/officeDocument/2006/relationships/slideLayout" Target="../slideLayouts/slideLayout2.xml"/></Relationships>
</file>

<file path=ppt/slides/_rels/slide8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48.xml"/><Relationship Id="rId1" Type="http://schemas.openxmlformats.org/officeDocument/2006/relationships/slideLayout" Target="../slideLayouts/slideLayout2.xml"/><Relationship Id="rId4" Type="http://schemas.openxmlformats.org/officeDocument/2006/relationships/image" Target="../media/image49.png"/></Relationships>
</file>

<file path=ppt/slides/_rels/slide8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8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87.xml.rels><?xml version="1.0" encoding="UTF-8" standalone="yes"?>
<Relationships xmlns="http://schemas.openxmlformats.org/package/2006/relationships"><Relationship Id="rId8" Type="http://schemas.openxmlformats.org/officeDocument/2006/relationships/image" Target="../media/image2.png"/><Relationship Id="rId3" Type="http://schemas.openxmlformats.org/officeDocument/2006/relationships/diagramData" Target="../diagrams/data20.xml"/><Relationship Id="rId7" Type="http://schemas.microsoft.com/office/2007/relationships/diagramDrawing" Target="../diagrams/drawing20.xml"/><Relationship Id="rId2" Type="http://schemas.openxmlformats.org/officeDocument/2006/relationships/notesSlide" Target="../notesSlides/notesSlide49.xml"/><Relationship Id="rId1" Type="http://schemas.openxmlformats.org/officeDocument/2006/relationships/slideLayout" Target="../slideLayouts/slideLayout2.xml"/><Relationship Id="rId6" Type="http://schemas.openxmlformats.org/officeDocument/2006/relationships/diagramColors" Target="../diagrams/colors20.xml"/><Relationship Id="rId5" Type="http://schemas.openxmlformats.org/officeDocument/2006/relationships/diagramQuickStyle" Target="../diagrams/quickStyle20.xml"/><Relationship Id="rId4" Type="http://schemas.openxmlformats.org/officeDocument/2006/relationships/diagramLayout" Target="../diagrams/layout20.xml"/><Relationship Id="rId9" Type="http://schemas.openxmlformats.org/officeDocument/2006/relationships/image" Target="../media/image51.png"/></Relationships>
</file>

<file path=ppt/slides/_rels/slide8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2.png"/><Relationship Id="rId1" Type="http://schemas.openxmlformats.org/officeDocument/2006/relationships/slideLayout" Target="../slideLayouts/slideLayout2.xml"/></Relationships>
</file>

<file path=ppt/slides/_rels/slide8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2.png"/><Relationship Id="rId1" Type="http://schemas.openxmlformats.org/officeDocument/2006/relationships/slideLayout" Target="../slideLayouts/slideLayout2.xml"/><Relationship Id="rId4" Type="http://schemas.openxmlformats.org/officeDocument/2006/relationships/image" Target="../media/image53.png"/></Relationships>
</file>

<file path=ppt/slides/_rels/slide9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4.png"/><Relationship Id="rId1" Type="http://schemas.openxmlformats.org/officeDocument/2006/relationships/slideLayout" Target="../slideLayouts/slideLayout2.xml"/></Relationships>
</file>

<file path=ppt/slides/_rels/slide9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5.png"/><Relationship Id="rId1" Type="http://schemas.openxmlformats.org/officeDocument/2006/relationships/slideLayout" Target="../slideLayouts/slideLayout2.xml"/></Relationships>
</file>

<file path=ppt/slides/_rels/slide92.xml.rels><?xml version="1.0" encoding="UTF-8" standalone="yes"?>
<Relationships xmlns="http://schemas.openxmlformats.org/package/2006/relationships"><Relationship Id="rId3" Type="http://schemas.openxmlformats.org/officeDocument/2006/relationships/image" Target="../media/image56.png"/><Relationship Id="rId2" Type="http://schemas.openxmlformats.org/officeDocument/2006/relationships/notesSlide" Target="../notesSlides/notesSlide50.xml"/><Relationship Id="rId1" Type="http://schemas.openxmlformats.org/officeDocument/2006/relationships/slideLayout" Target="../slideLayouts/slideLayout2.xml"/><Relationship Id="rId4" Type="http://schemas.openxmlformats.org/officeDocument/2006/relationships/image" Target="../media/image57.png"/></Relationships>
</file>

<file path=ppt/slides/_rels/slide93.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5.png"/><Relationship Id="rId1" Type="http://schemas.openxmlformats.org/officeDocument/2006/relationships/slideLayout" Target="../slideLayouts/slideLayout2.xml"/><Relationship Id="rId4" Type="http://schemas.openxmlformats.org/officeDocument/2006/relationships/image" Target="../media/image58.png"/></Relationships>
</file>

<file path=ppt/slides/_rels/slide9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50.png"/><Relationship Id="rId1" Type="http://schemas.openxmlformats.org/officeDocument/2006/relationships/slideLayout" Target="../slideLayouts/slideLayout2.xml"/></Relationships>
</file>

<file path=ppt/slides/_rels/slide95.xml.rels><?xml version="1.0" encoding="UTF-8" standalone="yes"?>
<Relationships xmlns="http://schemas.openxmlformats.org/package/2006/relationships"><Relationship Id="rId3" Type="http://schemas.openxmlformats.org/officeDocument/2006/relationships/image" Target="../media/image28.png"/><Relationship Id="rId2" Type="http://schemas.openxmlformats.org/officeDocument/2006/relationships/notesSlide" Target="../notesSlides/notesSlide51.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9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97.xml.rels><?xml version="1.0" encoding="UTF-8" standalone="yes"?>
<Relationships xmlns="http://schemas.openxmlformats.org/package/2006/relationships"><Relationship Id="rId3" Type="http://schemas.microsoft.com/office/2018/10/relationships/comments" Target="../comments/modernComment_17F_3741EB1C.xml"/><Relationship Id="rId2" Type="http://schemas.openxmlformats.org/officeDocument/2006/relationships/notesSlide" Target="../notesSlides/notesSlide52.xml"/><Relationship Id="rId1" Type="http://schemas.openxmlformats.org/officeDocument/2006/relationships/slideLayout" Target="../slideLayouts/slideLayout2.xml"/><Relationship Id="rId5" Type="http://schemas.openxmlformats.org/officeDocument/2006/relationships/image" Target="../media/image59.png"/><Relationship Id="rId4" Type="http://schemas.openxmlformats.org/officeDocument/2006/relationships/image" Target="../media/image2.png"/></Relationships>
</file>

<file path=ppt/slides/_rels/slide9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0.png"/><Relationship Id="rId1" Type="http://schemas.openxmlformats.org/officeDocument/2006/relationships/slideLayout" Target="../slideLayouts/slideLayout2.xml"/></Relationships>
</file>

<file path=ppt/slides/_rels/slide9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1.png"/><Relationship Id="rId1" Type="http://schemas.openxmlformats.org/officeDocument/2006/relationships/slideLayout" Target="../slideLayouts/slideLayout2.xml"/></Relationships>
</file>

<file path=ppt/slides/_rels/slide10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2.png"/><Relationship Id="rId1" Type="http://schemas.openxmlformats.org/officeDocument/2006/relationships/slideLayout" Target="../slideLayouts/slideLayout2.xml"/></Relationships>
</file>

<file path=ppt/slides/_rels/slide10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3.png"/><Relationship Id="rId1" Type="http://schemas.openxmlformats.org/officeDocument/2006/relationships/slideLayout" Target="../slideLayouts/slideLayout2.xml"/></Relationships>
</file>

<file path=ppt/slides/_rels/slide102.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1.xml"/></Relationships>
</file>

<file path=ppt/slides/_rels/slide103.xml.rels><?xml version="1.0" encoding="UTF-8" standalone="yes"?>
<Relationships xmlns="http://schemas.openxmlformats.org/package/2006/relationships"><Relationship Id="rId3" Type="http://schemas.openxmlformats.org/officeDocument/2006/relationships/image" Target="../media/image64.png"/><Relationship Id="rId2" Type="http://schemas.openxmlformats.org/officeDocument/2006/relationships/notesSlide" Target="../notesSlides/notesSlide53.xml"/><Relationship Id="rId1" Type="http://schemas.openxmlformats.org/officeDocument/2006/relationships/slideLayout" Target="../slideLayouts/slideLayout2.xml"/><Relationship Id="rId4" Type="http://schemas.openxmlformats.org/officeDocument/2006/relationships/image" Target="../media/image2.png"/></Relationships>
</file>

<file path=ppt/slides/_rels/slide10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5.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6.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7.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08.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5.png"/><Relationship Id="rId1" Type="http://schemas.openxmlformats.org/officeDocument/2006/relationships/slideLayout" Target="../slideLayouts/slideLayout2.xml"/></Relationships>
</file>

<file path=ppt/slides/_rels/slide109.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6.png"/><Relationship Id="rId1" Type="http://schemas.openxmlformats.org/officeDocument/2006/relationships/slideLayout" Target="../slideLayouts/slideLayout2.xml"/></Relationships>
</file>

<file path=ppt/slides/_rels/slide110.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1.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image" Target="../media/image67.png"/><Relationship Id="rId1" Type="http://schemas.openxmlformats.org/officeDocument/2006/relationships/slideLayout" Target="../slideLayouts/slideLayout2.xml"/></Relationships>
</file>

<file path=ppt/slides/_rels/slide112.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3.xml.rels><?xml version="1.0" encoding="UTF-8" standalone="yes"?>
<Relationships xmlns="http://schemas.openxmlformats.org/package/2006/relationships"><Relationship Id="rId3" Type="http://schemas.openxmlformats.org/officeDocument/2006/relationships/image" Target="../media/image68.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4.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5.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6.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17.xml.rels><?xml version="1.0" encoding="UTF-8" standalone="yes"?>
<Relationships xmlns="http://schemas.openxmlformats.org/package/2006/relationships"><Relationship Id="rId3" Type="http://schemas.openxmlformats.org/officeDocument/2006/relationships/image" Target="../media/image69.png"/><Relationship Id="rId2" Type="http://schemas.openxmlformats.org/officeDocument/2006/relationships/image" Target="../media/image2.png"/><Relationship Id="rId1" Type="http://schemas.openxmlformats.org/officeDocument/2006/relationships/slideLayout" Target="../slideLayouts/slideLayout2.xml"/><Relationship Id="rId4" Type="http://schemas.openxmlformats.org/officeDocument/2006/relationships/image" Target="../media/image70.png"/></Relationships>
</file>

<file path=ppt/slides/_rels/slide118.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0.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54.xml"/><Relationship Id="rId1" Type="http://schemas.openxmlformats.org/officeDocument/2006/relationships/slideLayout" Target="../slideLayouts/slideLayout8.xml"/><Relationship Id="rId4" Type="http://schemas.openxmlformats.org/officeDocument/2006/relationships/image" Target="../media/image2.png"/></Relationships>
</file>

<file path=ppt/slides/_rels/slide121.xml.rels><?xml version="1.0" encoding="UTF-8" standalone="yes"?>
<Relationships xmlns="http://schemas.openxmlformats.org/package/2006/relationships"><Relationship Id="rId3" Type="http://schemas.openxmlformats.org/officeDocument/2006/relationships/image" Target="../media/image8.png"/><Relationship Id="rId2" Type="http://schemas.microsoft.com/office/2018/10/relationships/comments" Target="../comments/modernComment_1AC_B4BC4688.xml"/><Relationship Id="rId1" Type="http://schemas.openxmlformats.org/officeDocument/2006/relationships/slideLayout" Target="../slideLayouts/slideLayout3.xml"/><Relationship Id="rId4" Type="http://schemas.openxmlformats.org/officeDocument/2006/relationships/image" Target="../media/image2.png"/></Relationships>
</file>

<file path=ppt/slides/_rels/slide122.xml.rels><?xml version="1.0" encoding="UTF-8" standalone="yes"?>
<Relationships xmlns="http://schemas.openxmlformats.org/package/2006/relationships"><Relationship Id="rId3" Type="http://schemas.microsoft.com/office/2018/10/relationships/comments" Target="../comments/modernComment_1AB_2AD2AE9F.xml"/><Relationship Id="rId2" Type="http://schemas.openxmlformats.org/officeDocument/2006/relationships/notesSlide" Target="../notesSlides/notesSlide55.xml"/><Relationship Id="rId1" Type="http://schemas.openxmlformats.org/officeDocument/2006/relationships/slideLayout" Target="../slideLayouts/slideLayout3.xml"/><Relationship Id="rId5" Type="http://schemas.openxmlformats.org/officeDocument/2006/relationships/image" Target="../media/image2.png"/><Relationship Id="rId4" Type="http://schemas.openxmlformats.org/officeDocument/2006/relationships/image" Target="../media/image71.png"/></Relationships>
</file>

<file path=ppt/slides/_rels/slide12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3.xml"/></Relationships>
</file>

<file path=ppt/slides/_rels/slide124.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6.xml"/><Relationship Id="rId1" Type="http://schemas.openxmlformats.org/officeDocument/2006/relationships/slideLayout" Target="../slideLayouts/slideLayout3.xml"/></Relationships>
</file>

<file path=ppt/slides/_rels/slide12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7.xml"/><Relationship Id="rId1" Type="http://schemas.openxmlformats.org/officeDocument/2006/relationships/slideLayout" Target="../slideLayouts/slideLayout3.xml"/></Relationships>
</file>

<file path=ppt/slides/_rels/slide126.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8.xml"/><Relationship Id="rId1" Type="http://schemas.openxmlformats.org/officeDocument/2006/relationships/slideLayout" Target="../slideLayouts/slideLayout3.xml"/></Relationships>
</file>

<file path=ppt/slides/_rels/slide127.xml.rels><?xml version="1.0" encoding="UTF-8" standalone="yes"?>
<Relationships xmlns="http://schemas.openxmlformats.org/package/2006/relationships"><Relationship Id="rId3" Type="http://schemas.openxmlformats.org/officeDocument/2006/relationships/image" Target="../media/image72.png"/><Relationship Id="rId2" Type="http://schemas.microsoft.com/office/2018/10/relationships/comments" Target="../comments/modernComment_105_5C24EAE5.xml"/><Relationship Id="rId1" Type="http://schemas.openxmlformats.org/officeDocument/2006/relationships/slideLayout" Target="../slideLayouts/slideLayout2.xml"/><Relationship Id="rId4" Type="http://schemas.openxmlformats.org/officeDocument/2006/relationships/image" Target="../media/image2.png"/></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000000"/>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71B2258F-86CA-4D4D-8270-BC05FCDEBFB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7999"/>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35EC2666-4656-C3F9-8874-DBDF2078330E}"/>
              </a:ext>
            </a:extLst>
          </p:cNvPr>
          <p:cNvPicPr>
            <a:picLocks noChangeAspect="1"/>
          </p:cNvPicPr>
          <p:nvPr/>
        </p:nvPicPr>
        <p:blipFill>
          <a:blip r:embed="rId4">
            <a:alphaModFix amt="50000"/>
          </a:blip>
          <a:srcRect r="6250" b="6250"/>
          <a:stretch>
            <a:fillRect/>
          </a:stretch>
        </p:blipFill>
        <p:spPr>
          <a:xfrm>
            <a:off x="20" y="1"/>
            <a:ext cx="12191980" cy="6857999"/>
          </a:xfrm>
          <a:prstGeom prst="rect">
            <a:avLst/>
          </a:prstGeom>
        </p:spPr>
      </p:pic>
      <p:sp>
        <p:nvSpPr>
          <p:cNvPr id="2" name="Title 1"/>
          <p:cNvSpPr>
            <a:spLocks noGrp="1"/>
          </p:cNvSpPr>
          <p:nvPr>
            <p:ph type="ctrTitle"/>
          </p:nvPr>
        </p:nvSpPr>
        <p:spPr>
          <a:xfrm>
            <a:off x="1524000" y="1122362"/>
            <a:ext cx="9144000" cy="2900518"/>
          </a:xfrm>
        </p:spPr>
        <p:txBody>
          <a:bodyPr>
            <a:normAutofit/>
          </a:bodyPr>
          <a:lstStyle/>
          <a:p>
            <a:r>
              <a:rPr lang="en-US">
                <a:solidFill>
                  <a:srgbClr val="FFFFFF"/>
                </a:solidFill>
              </a:rPr>
              <a:t>Networking Training Modules</a:t>
            </a:r>
          </a:p>
        </p:txBody>
      </p:sp>
      <p:sp>
        <p:nvSpPr>
          <p:cNvPr id="3" name="Subtitle 2"/>
          <p:cNvSpPr>
            <a:spLocks noGrp="1"/>
          </p:cNvSpPr>
          <p:nvPr>
            <p:ph type="subTitle" idx="1"/>
          </p:nvPr>
        </p:nvSpPr>
        <p:spPr>
          <a:xfrm>
            <a:off x="1524000" y="4159404"/>
            <a:ext cx="9144000" cy="1098395"/>
          </a:xfrm>
        </p:spPr>
        <p:txBody>
          <a:bodyPr vert="horz" lIns="91440" tIns="45720" rIns="91440" bIns="45720" rtlCol="0">
            <a:normAutofit/>
          </a:bodyPr>
          <a:lstStyle/>
          <a:p>
            <a:r>
              <a:rPr lang="en-US">
                <a:solidFill>
                  <a:srgbClr val="FFFFFF"/>
                </a:solidFill>
              </a:rPr>
              <a:t>Caden Kelly, John Haverlack</a:t>
            </a:r>
          </a:p>
        </p:txBody>
      </p:sp>
      <p:pic>
        <p:nvPicPr>
          <p:cNvPr id="4" name="Picture 3" descr="A blue and yellow logo&#10;&#10;AI-generated content may be incorrect.">
            <a:extLst>
              <a:ext uri="{FF2B5EF4-FFF2-40B4-BE49-F238E27FC236}">
                <a16:creationId xmlns:a16="http://schemas.microsoft.com/office/drawing/2014/main" id="{F2013981-274E-D6DC-1C89-887A8CCF7571}"/>
              </a:ext>
            </a:extLst>
          </p:cNvPr>
          <p:cNvPicPr>
            <a:picLocks noChangeAspect="1"/>
          </p:cNvPicPr>
          <p:nvPr/>
        </p:nvPicPr>
        <p:blipFill>
          <a:blip r:embed="rId5"/>
          <a:stretch>
            <a:fillRect/>
          </a:stretch>
        </p:blipFill>
        <p:spPr>
          <a:xfrm>
            <a:off x="2721" y="6122079"/>
            <a:ext cx="2498272" cy="738869"/>
          </a:xfrm>
          <a:prstGeom prst="rect">
            <a:avLst/>
          </a:prstGeom>
        </p:spPr>
      </p:pic>
    </p:spTree>
    <p:extLst>
      <p:ext uri="{BB962C8B-B14F-4D97-AF65-F5344CB8AC3E}">
        <p14:creationId xmlns:p14="http://schemas.microsoft.com/office/powerpoint/2010/main" val="109857222"/>
      </p:ext>
    </p:extLst>
  </p:cSld>
  <p:clrMapOvr>
    <a:overrideClrMapping bg1="dk1" tx1="lt1" bg2="dk2" tx2="lt2" accent1="accent1" accent2="accent2" accent3="accent3" accent4="accent4" accent5="accent5" accent6="accent6" hlink="hlink" folHlink="folHlink"/>
  </p:clrMapOvr>
  <p:extLst>
    <p:ext uri="{6950BFC3-D8DA-4A85-94F7-54DA5524770B}">
      <p188:commentRel xmlns:p188="http://schemas.microsoft.com/office/powerpoint/2018/8/main" r:id="rId3"/>
    </p:ext>
  </p:extLst>
</p:sld>
</file>

<file path=ppt/slides/slide2.xml><?xml version="1.0" encoding="utf-8"?>
<p:sld xmlns:a="http://schemas.openxmlformats.org/drawingml/2006/main" xmlns:r="http://schemas.openxmlformats.org/officeDocument/2006/relationships" xmlns:p="http://schemas.openxmlformats.org/presentationml/2006/main" show="0">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8219786-D799-88BD-829D-6A636A2A45F7}"/>
              </a:ext>
            </a:extLst>
          </p:cNvPr>
          <p:cNvSpPr>
            <a:spLocks noGrp="1"/>
          </p:cNvSpPr>
          <p:nvPr>
            <p:ph type="title"/>
          </p:nvPr>
        </p:nvSpPr>
        <p:spPr/>
        <p:txBody>
          <a:bodyPr/>
          <a:lstStyle/>
          <a:p>
            <a:r>
              <a:rPr lang="en-US"/>
              <a:t>Note: Have terminology sheets already out</a:t>
            </a:r>
          </a:p>
        </p:txBody>
      </p:sp>
      <p:sp>
        <p:nvSpPr>
          <p:cNvPr id="3" name="Content Placeholder 2">
            <a:extLst>
              <a:ext uri="{FF2B5EF4-FFF2-40B4-BE49-F238E27FC236}">
                <a16:creationId xmlns:a16="http://schemas.microsoft.com/office/drawing/2014/main" id="{E459B860-9320-12A2-3BBB-922729A2784D}"/>
              </a:ext>
            </a:extLst>
          </p:cNvPr>
          <p:cNvSpPr>
            <a:spLocks noGrp="1"/>
          </p:cNvSpPr>
          <p:nvPr>
            <p:ph idx="1"/>
          </p:nvPr>
        </p:nvSpPr>
        <p:spPr/>
        <p:txBody>
          <a:bodyPr vert="horz" lIns="91440" tIns="45720" rIns="91440" bIns="45720" rtlCol="0" anchor="t">
            <a:normAutofit/>
          </a:bodyPr>
          <a:lstStyle/>
          <a:p>
            <a:r>
              <a:rPr lang="en-US">
                <a:ea typeface="+mn-lt"/>
                <a:cs typeface="+mn-lt"/>
                <a:hlinkClick r:id="rId2"/>
              </a:rPr>
              <a:t>https://drive.google.com/file/d/1453nKcI7BZ03UPW69p4fKi_TH23mH3DW/view?usp=sharing</a:t>
            </a:r>
            <a:endParaRPr lang="en-US">
              <a:ea typeface="+mn-lt"/>
              <a:cs typeface="+mn-lt"/>
            </a:endParaRPr>
          </a:p>
          <a:p>
            <a:endParaRPr lang="en-US">
              <a:ea typeface="+mn-lt"/>
              <a:cs typeface="+mn-lt"/>
            </a:endParaRPr>
          </a:p>
          <a:p>
            <a:endParaRPr lang="en-US">
              <a:ea typeface="+mn-lt"/>
              <a:cs typeface="+mn-lt"/>
            </a:endParaRPr>
          </a:p>
          <a:p>
            <a:endParaRPr lang="en-US">
              <a:ea typeface="+mn-lt"/>
              <a:cs typeface="+mn-lt"/>
            </a:endParaRPr>
          </a:p>
        </p:txBody>
      </p:sp>
      <p:pic>
        <p:nvPicPr>
          <p:cNvPr id="5" name="Picture 4" descr="A blue and yellow logo&#10;&#10;AI-generated content may be incorrect.">
            <a:extLst>
              <a:ext uri="{FF2B5EF4-FFF2-40B4-BE49-F238E27FC236}">
                <a16:creationId xmlns:a16="http://schemas.microsoft.com/office/drawing/2014/main" id="{75D3E702-D381-21E7-133E-B6A43E84CA82}"/>
              </a:ext>
            </a:extLst>
          </p:cNvPr>
          <p:cNvPicPr>
            <a:picLocks noChangeAspect="1"/>
          </p:cNvPicPr>
          <p:nvPr/>
        </p:nvPicPr>
        <p:blipFill>
          <a:blip r:embed="rId3"/>
          <a:stretch>
            <a:fillRect/>
          </a:stretch>
        </p:blipFill>
        <p:spPr>
          <a:xfrm>
            <a:off x="2721" y="6122079"/>
            <a:ext cx="2498272" cy="738869"/>
          </a:xfrm>
          <a:prstGeom prst="rect">
            <a:avLst/>
          </a:prstGeom>
        </p:spPr>
      </p:pic>
    </p:spTree>
    <p:extLst>
      <p:ext uri="{BB962C8B-B14F-4D97-AF65-F5344CB8AC3E}">
        <p14:creationId xmlns:p14="http://schemas.microsoft.com/office/powerpoint/2010/main" val="3523270886"/>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DAEB8B-F085-C5BA-0E93-3F82B20C5212}"/>
              </a:ext>
            </a:extLst>
          </p:cNvPr>
          <p:cNvSpPr>
            <a:spLocks noGrp="1"/>
          </p:cNvSpPr>
          <p:nvPr>
            <p:ph type="title"/>
          </p:nvPr>
        </p:nvSpPr>
        <p:spPr>
          <a:xfrm>
            <a:off x="1137034" y="609597"/>
            <a:ext cx="9392421" cy="1330841"/>
          </a:xfrm>
        </p:spPr>
        <p:txBody>
          <a:bodyPr>
            <a:normAutofit/>
          </a:bodyPr>
          <a:lstStyle/>
          <a:p>
            <a:r>
              <a:rPr lang="en-US"/>
              <a:t>Module 1 Agenda: IPv4 Network Basics</a:t>
            </a:r>
          </a:p>
        </p:txBody>
      </p:sp>
      <p:sp>
        <p:nvSpPr>
          <p:cNvPr id="3" name="Content Placeholder 2">
            <a:extLst>
              <a:ext uri="{FF2B5EF4-FFF2-40B4-BE49-F238E27FC236}">
                <a16:creationId xmlns:a16="http://schemas.microsoft.com/office/drawing/2014/main" id="{3998F537-7BB5-3481-3EBC-D0F6B4BCEBB5}"/>
              </a:ext>
            </a:extLst>
          </p:cNvPr>
          <p:cNvSpPr>
            <a:spLocks noGrp="1"/>
          </p:cNvSpPr>
          <p:nvPr>
            <p:ph idx="1"/>
          </p:nvPr>
        </p:nvSpPr>
        <p:spPr>
          <a:xfrm>
            <a:off x="4920" y="2198362"/>
            <a:ext cx="12187080" cy="3917773"/>
          </a:xfrm>
        </p:spPr>
        <p:txBody>
          <a:bodyPr vert="horz" lIns="91440" tIns="45720" rIns="91440" bIns="45720" rtlCol="0" anchor="t">
            <a:noAutofit/>
          </a:bodyPr>
          <a:lstStyle/>
          <a:p>
            <a:r>
              <a:rPr lang="en-US" sz="3000"/>
              <a:t>M1: </a:t>
            </a:r>
          </a:p>
          <a:p>
            <a:pPr marL="914400" lvl="1" indent="-457200">
              <a:buAutoNum type="arabicPeriod"/>
            </a:pPr>
            <a:r>
              <a:rPr lang="en-US" sz="3000" b="1"/>
              <a:t>1:30pm – 1:50pm</a:t>
            </a:r>
            <a:r>
              <a:rPr lang="en-US" sz="3000" i="1"/>
              <a:t> </a:t>
            </a:r>
            <a:r>
              <a:rPr lang="en-US" sz="3000"/>
              <a:t>- </a:t>
            </a:r>
            <a:r>
              <a:rPr lang="en-US" sz="3000" i="1"/>
              <a:t>Your terminal, Linux </a:t>
            </a:r>
          </a:p>
          <a:p>
            <a:pPr marL="914400" lvl="1" indent="-457200">
              <a:buAutoNum type="arabicPeriod"/>
            </a:pPr>
            <a:r>
              <a:rPr lang="en-US" sz="3000" b="1"/>
              <a:t>1:50pm – 2:20pm</a:t>
            </a:r>
            <a:r>
              <a:rPr lang="en-US" sz="3000"/>
              <a:t> - </a:t>
            </a:r>
            <a:r>
              <a:rPr lang="en-US" sz="3000" i="1"/>
              <a:t>Binary, IPv4, (ping, broadcast, subnets and their mask, etc.)</a:t>
            </a:r>
          </a:p>
          <a:p>
            <a:pPr marL="914400" lvl="1" indent="-457200">
              <a:buAutoNum type="arabicPeriod"/>
            </a:pPr>
            <a:r>
              <a:rPr lang="en-US" sz="3000" b="1"/>
              <a:t>2:20pm – 2:50pm </a:t>
            </a:r>
            <a:r>
              <a:rPr lang="en-US" sz="3000"/>
              <a:t>-</a:t>
            </a:r>
            <a:r>
              <a:rPr lang="en-US" sz="3000" i="1"/>
              <a:t> DHCP/MAC/DNS</a:t>
            </a:r>
          </a:p>
          <a:p>
            <a:pPr marL="914400" lvl="1" indent="-457200">
              <a:buAutoNum type="arabicPeriod"/>
            </a:pPr>
            <a:r>
              <a:rPr lang="en-US" sz="3000" b="1"/>
              <a:t>2:50pm – 3:00pm </a:t>
            </a:r>
            <a:r>
              <a:rPr lang="en-US" sz="3000"/>
              <a:t>- </a:t>
            </a:r>
            <a:r>
              <a:rPr lang="en-US" sz="3000" i="1"/>
              <a:t>10 minute break</a:t>
            </a:r>
          </a:p>
          <a:p>
            <a:pPr marL="914400" lvl="1" indent="-457200">
              <a:buAutoNum type="arabicPeriod"/>
            </a:pPr>
            <a:r>
              <a:rPr lang="en-US" sz="3000" b="1"/>
              <a:t> 3:00pm – 3:30pm </a:t>
            </a:r>
            <a:r>
              <a:rPr lang="en-US" sz="3000"/>
              <a:t>- </a:t>
            </a:r>
            <a:r>
              <a:rPr lang="en-US" sz="3000" i="1"/>
              <a:t>NTP, LAN, Network Segmentation</a:t>
            </a:r>
            <a:r>
              <a:rPr lang="en-US" sz="3000"/>
              <a:t> </a:t>
            </a:r>
            <a:endParaRPr lang="en-US" sz="3000" b="1"/>
          </a:p>
          <a:p>
            <a:pPr marL="914400" lvl="1" indent="-457200">
              <a:buAutoNum type="arabicPeriod"/>
            </a:pPr>
            <a:r>
              <a:rPr lang="en-US" sz="3000" b="1"/>
              <a:t>End of Module 1</a:t>
            </a:r>
            <a:endParaRPr lang="en-US" sz="3000" i="1"/>
          </a:p>
          <a:p>
            <a:pPr marL="457200" lvl="1" indent="0">
              <a:buNone/>
            </a:pPr>
            <a:r>
              <a:rPr lang="en-US" sz="3000" b="1"/>
              <a:t>​</a:t>
            </a:r>
            <a:endParaRPr lang="en-US" sz="3000" i="1"/>
          </a:p>
          <a:p>
            <a:pPr lvl="1">
              <a:buAutoNum type="arabicPeriod"/>
            </a:pPr>
            <a:endParaRPr lang="en-US" sz="3000"/>
          </a:p>
          <a:p>
            <a:pPr lvl="1">
              <a:buAutoNum type="arabicPeriod"/>
            </a:pPr>
            <a:endParaRPr lang="en-US" sz="3000"/>
          </a:p>
          <a:p>
            <a:endParaRPr lang="en-US" sz="3000"/>
          </a:p>
          <a:p>
            <a:pPr lvl="1">
              <a:buAutoNum type="arabicPeriod"/>
            </a:pPr>
            <a:endParaRPr lang="en-US" sz="3000"/>
          </a:p>
        </p:txBody>
      </p:sp>
      <p:pic>
        <p:nvPicPr>
          <p:cNvPr id="5" name="Picture 4" descr="A blue and yellow logo&#10;&#10;AI-generated content may be incorrect.">
            <a:extLst>
              <a:ext uri="{FF2B5EF4-FFF2-40B4-BE49-F238E27FC236}">
                <a16:creationId xmlns:a16="http://schemas.microsoft.com/office/drawing/2014/main" id="{79D5C810-0A0D-F701-A38F-261175831251}"/>
              </a:ext>
            </a:extLst>
          </p:cNvPr>
          <p:cNvPicPr>
            <a:picLocks noChangeAspect="1"/>
          </p:cNvPicPr>
          <p:nvPr/>
        </p:nvPicPr>
        <p:blipFill>
          <a:blip r:embed="rId2"/>
          <a:stretch>
            <a:fillRect/>
          </a:stretch>
        </p:blipFill>
        <p:spPr>
          <a:xfrm>
            <a:off x="-748" y="6236382"/>
            <a:ext cx="1900163" cy="587837"/>
          </a:xfrm>
          <a:prstGeom prst="rect">
            <a:avLst/>
          </a:prstGeom>
        </p:spPr>
      </p:pic>
      <p:sp>
        <p:nvSpPr>
          <p:cNvPr id="48" name="Freeform: Shape 47">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372057293"/>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10F0563-4E1F-65DE-D8AC-F38949FEAF73}"/>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a:solidFill>
                  <a:srgbClr val="FFFFFF"/>
                </a:solidFill>
              </a:rPr>
              <a:t>Wi-Fi Login</a:t>
            </a:r>
            <a:endParaRPr lang="en-US" sz="6600" kern="1200">
              <a:solidFill>
                <a:srgbClr val="FFFFFF"/>
              </a:solidFill>
              <a:latin typeface="+mj-lt"/>
              <a:ea typeface="+mj-ea"/>
              <a:cs typeface="+mj-cs"/>
            </a:endParaRPr>
          </a:p>
        </p:txBody>
      </p:sp>
      <p:sp>
        <p:nvSpPr>
          <p:cNvPr id="4" name="Text Placeholder 3">
            <a:extLst>
              <a:ext uri="{FF2B5EF4-FFF2-40B4-BE49-F238E27FC236}">
                <a16:creationId xmlns:a16="http://schemas.microsoft.com/office/drawing/2014/main" id="{957F44FC-04C4-8497-2E9B-96C7097ED185}"/>
              </a:ext>
            </a:extLst>
          </p:cNvPr>
          <p:cNvSpPr>
            <a:spLocks noGrp="1"/>
          </p:cNvSpPr>
          <p:nvPr>
            <p:ph type="body" idx="1"/>
          </p:nvPr>
        </p:nvSpPr>
        <p:spPr>
          <a:xfrm>
            <a:off x="2895601" y="1900826"/>
            <a:ext cx="6396204" cy="662542"/>
          </a:xfrm>
        </p:spPr>
        <p:txBody>
          <a:bodyPr vert="horz" lIns="91440" tIns="45720" rIns="91440" bIns="45720" rtlCol="0" anchor="ctr">
            <a:normAutofit fontScale="85000" lnSpcReduction="20000"/>
          </a:bodyPr>
          <a:lstStyle/>
          <a:p>
            <a:pPr algn="ctr"/>
            <a:r>
              <a:rPr lang="en-US" err="1">
                <a:solidFill>
                  <a:srgbClr val="FFFFFF"/>
                </a:solidFill>
                <a:ea typeface="+mn-lt"/>
                <a:cs typeface="+mn-lt"/>
              </a:rPr>
              <a:t>TrainingGroundWifi</a:t>
            </a:r>
            <a:endParaRPr lang="en-US" err="1">
              <a:solidFill>
                <a:srgbClr val="767676"/>
              </a:solidFill>
              <a:ea typeface="+mn-lt"/>
              <a:cs typeface="+mn-lt"/>
            </a:endParaRPr>
          </a:p>
          <a:p>
            <a:pPr algn="ctr"/>
            <a:r>
              <a:rPr lang="en-US">
                <a:solidFill>
                  <a:srgbClr val="FFFFFF"/>
                </a:solidFill>
              </a:rPr>
              <a:t>Password: ACEP1234!?</a:t>
            </a:r>
          </a:p>
        </p:txBody>
      </p:sp>
      <p:sp>
        <p:nvSpPr>
          <p:cNvPr id="15"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and yellow logo&#10;&#10;AI-generated content may be incorrect.">
            <a:extLst>
              <a:ext uri="{FF2B5EF4-FFF2-40B4-BE49-F238E27FC236}">
                <a16:creationId xmlns:a16="http://schemas.microsoft.com/office/drawing/2014/main" id="{64DF119F-118F-1EDD-C32D-258523BA1C8D}"/>
              </a:ext>
            </a:extLst>
          </p:cNvPr>
          <p:cNvPicPr>
            <a:picLocks noChangeAspect="1"/>
          </p:cNvPicPr>
          <p:nvPr/>
        </p:nvPicPr>
        <p:blipFill>
          <a:blip r:embed="rId3"/>
          <a:stretch>
            <a:fillRect/>
          </a:stretch>
        </p:blipFill>
        <p:spPr>
          <a:xfrm>
            <a:off x="1035177" y="3096973"/>
            <a:ext cx="10118598" cy="2959690"/>
          </a:xfrm>
          <a:prstGeom prst="rect">
            <a:avLst/>
          </a:prstGeom>
        </p:spPr>
      </p:pic>
      <p:sp>
        <p:nvSpPr>
          <p:cNvPr id="5" name="TextBox 4">
            <a:extLst>
              <a:ext uri="{FF2B5EF4-FFF2-40B4-BE49-F238E27FC236}">
                <a16:creationId xmlns:a16="http://schemas.microsoft.com/office/drawing/2014/main" id="{51CCB036-0462-9E23-E1B6-E975935D926B}"/>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3396297036"/>
      </p:ext>
    </p:extLst>
  </p:cSld>
  <p:clrMapOvr>
    <a:masterClrMapping/>
  </p:clrMapOvr>
  <p:extLst>
    <p:ext uri="{6950BFC3-D8DA-4A85-94F7-54DA5524770B}">
      <p188:commentRel xmlns:p188="http://schemas.microsoft.com/office/powerpoint/2018/8/main" r:id="rId2"/>
    </p:ext>
  </p:extLst>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93245F62-CCC4-49E4-B95B-EA6C1E7905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5F110F9-34D7-E795-FC75-522737276D86}"/>
              </a:ext>
            </a:extLst>
          </p:cNvPr>
          <p:cNvSpPr>
            <a:spLocks noGrp="1"/>
          </p:cNvSpPr>
          <p:nvPr>
            <p:ph type="title"/>
          </p:nvPr>
        </p:nvSpPr>
        <p:spPr>
          <a:xfrm>
            <a:off x="638882" y="3577456"/>
            <a:ext cx="10909640" cy="1687814"/>
          </a:xfrm>
        </p:spPr>
        <p:txBody>
          <a:bodyPr vert="horz" lIns="91440" tIns="45720" rIns="91440" bIns="45720" rtlCol="0" anchor="b">
            <a:normAutofit/>
          </a:bodyPr>
          <a:lstStyle/>
          <a:p>
            <a:pPr algn="ctr"/>
            <a:r>
              <a:rPr lang="en-US" sz="4600" kern="1200">
                <a:solidFill>
                  <a:schemeClr val="tx1"/>
                </a:solidFill>
                <a:latin typeface="+mj-lt"/>
                <a:ea typeface="+mj-ea"/>
                <a:cs typeface="+mj-cs"/>
              </a:rPr>
              <a:t>Question: If your computer had no desktop, no icons, and no mouse, could you still use it?</a:t>
            </a:r>
          </a:p>
        </p:txBody>
      </p:sp>
      <p:pic>
        <p:nvPicPr>
          <p:cNvPr id="7" name="Picture 6" descr="A blue and yellow logo&#10;&#10;AI-generated content may be incorrect.">
            <a:extLst>
              <a:ext uri="{FF2B5EF4-FFF2-40B4-BE49-F238E27FC236}">
                <a16:creationId xmlns:a16="http://schemas.microsoft.com/office/drawing/2014/main" id="{224EF2BE-C5AC-0C46-FF27-508C16455DAE}"/>
              </a:ext>
            </a:extLst>
          </p:cNvPr>
          <p:cNvPicPr>
            <a:picLocks noChangeAspect="1"/>
          </p:cNvPicPr>
          <p:nvPr/>
        </p:nvPicPr>
        <p:blipFill>
          <a:blip r:embed="rId3"/>
          <a:stretch>
            <a:fillRect/>
          </a:stretch>
        </p:blipFill>
        <p:spPr>
          <a:xfrm>
            <a:off x="2873908" y="1020882"/>
            <a:ext cx="6439588" cy="1883579"/>
          </a:xfrm>
          <a:prstGeom prst="rect">
            <a:avLst/>
          </a:prstGeom>
        </p:spPr>
      </p:pic>
      <p:sp>
        <p:nvSpPr>
          <p:cNvPr id="14" name="sketch line">
            <a:extLst>
              <a:ext uri="{FF2B5EF4-FFF2-40B4-BE49-F238E27FC236}">
                <a16:creationId xmlns:a16="http://schemas.microsoft.com/office/drawing/2014/main" id="{E6C0DD6B-6AA3-448F-9B99-8386295BC1B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5509052"/>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Tree>
    <p:extLst>
      <p:ext uri="{BB962C8B-B14F-4D97-AF65-F5344CB8AC3E}">
        <p14:creationId xmlns:p14="http://schemas.microsoft.com/office/powerpoint/2010/main" val="1925600707"/>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0F1EC3C0-16BD-7DA3-7269-ECE36B931207}"/>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E2A9802D-C6E1-9E61-FA12-CC41DB7446E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4E36C230-70B4-54D6-1BC3-3CBEE2F647A4}"/>
              </a:ext>
            </a:extLst>
          </p:cNvPr>
          <p:cNvSpPr>
            <a:spLocks noGrp="1"/>
          </p:cNvSpPr>
          <p:nvPr>
            <p:ph type="title"/>
          </p:nvPr>
        </p:nvSpPr>
        <p:spPr>
          <a:xfrm>
            <a:off x="76200" y="-280761"/>
            <a:ext cx="5393361" cy="1325563"/>
          </a:xfrm>
        </p:spPr>
        <p:txBody>
          <a:bodyPr>
            <a:normAutofit/>
          </a:bodyPr>
          <a:lstStyle/>
          <a:p>
            <a:r>
              <a:rPr lang="en-US"/>
              <a:t>Continued...</a:t>
            </a:r>
          </a:p>
        </p:txBody>
      </p:sp>
      <p:pic>
        <p:nvPicPr>
          <p:cNvPr id="21" name="Picture 20">
            <a:extLst>
              <a:ext uri="{FF2B5EF4-FFF2-40B4-BE49-F238E27FC236}">
                <a16:creationId xmlns:a16="http://schemas.microsoft.com/office/drawing/2014/main" id="{F3324C5C-89AE-AA24-CED1-BD9A73814E33}"/>
              </a:ext>
            </a:extLst>
          </p:cNvPr>
          <p:cNvPicPr>
            <a:picLocks noChangeAspect="1"/>
          </p:cNvPicPr>
          <p:nvPr/>
        </p:nvPicPr>
        <p:blipFill>
          <a:blip r:embed="rId4"/>
          <a:srcRect l="33253" r="-2" b="-2"/>
          <a:stretch>
            <a:fillRect/>
          </a:stretch>
        </p:blipFill>
        <p:spPr>
          <a:xfrm>
            <a:off x="7746520" y="2122856"/>
            <a:ext cx="3750638" cy="3757896"/>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7" name="!!Arc">
            <a:extLst>
              <a:ext uri="{FF2B5EF4-FFF2-40B4-BE49-F238E27FC236}">
                <a16:creationId xmlns:a16="http://schemas.microsoft.com/office/drawing/2014/main" id="{5762F75D-A066-74CA-0B2E-66BE3154B8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Oval">
            <a:extLst>
              <a:ext uri="{FF2B5EF4-FFF2-40B4-BE49-F238E27FC236}">
                <a16:creationId xmlns:a16="http://schemas.microsoft.com/office/drawing/2014/main" id="{E7AE5955-6366-1EA2-2AD1-0E1A329516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0" name="Content Placeholder 2">
            <a:extLst>
              <a:ext uri="{FF2B5EF4-FFF2-40B4-BE49-F238E27FC236}">
                <a16:creationId xmlns:a16="http://schemas.microsoft.com/office/drawing/2014/main" id="{DEEAE136-A877-DD8D-56ED-08B1C73D5AF6}"/>
              </a:ext>
            </a:extLst>
          </p:cNvPr>
          <p:cNvGraphicFramePr>
            <a:graphicFrameLocks noGrp="1"/>
          </p:cNvGraphicFramePr>
          <p:nvPr>
            <p:ph idx="1"/>
            <p:extLst>
              <p:ext uri="{D42A27DB-BD31-4B8C-83A1-F6EECF244321}">
                <p14:modId xmlns:p14="http://schemas.microsoft.com/office/powerpoint/2010/main" val="3636434845"/>
              </p:ext>
            </p:extLst>
          </p:nvPr>
        </p:nvGraphicFramePr>
        <p:xfrm>
          <a:off x="1781629" y="671739"/>
          <a:ext cx="5879589" cy="5454423"/>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pic>
        <p:nvPicPr>
          <p:cNvPr id="4" name="Picture 3" descr="A blue and yellow logo&#10;&#10;AI-generated content may be incorrect.">
            <a:extLst>
              <a:ext uri="{FF2B5EF4-FFF2-40B4-BE49-F238E27FC236}">
                <a16:creationId xmlns:a16="http://schemas.microsoft.com/office/drawing/2014/main" id="{C55A90CF-C9A5-C645-950E-C2C026F7E373}"/>
              </a:ext>
            </a:extLst>
          </p:cNvPr>
          <p:cNvPicPr>
            <a:picLocks noChangeAspect="1"/>
          </p:cNvPicPr>
          <p:nvPr/>
        </p:nvPicPr>
        <p:blipFill>
          <a:blip r:embed="rId10"/>
          <a:stretch>
            <a:fillRect/>
          </a:stretch>
        </p:blipFill>
        <p:spPr>
          <a:xfrm>
            <a:off x="2721" y="6122079"/>
            <a:ext cx="2498272" cy="738869"/>
          </a:xfrm>
          <a:prstGeom prst="rect">
            <a:avLst/>
          </a:prstGeom>
        </p:spPr>
      </p:pic>
    </p:spTree>
    <p:extLst>
      <p:ext uri="{BB962C8B-B14F-4D97-AF65-F5344CB8AC3E}">
        <p14:creationId xmlns:p14="http://schemas.microsoft.com/office/powerpoint/2010/main" val="1792411898"/>
      </p:ext>
    </p:extLst>
  </p:cSld>
  <p:clrMapOvr>
    <a:masterClrMapping/>
  </p:clrMapOvr>
  <p:extLst>
    <p:ext uri="{6950BFC3-D8DA-4A85-94F7-54DA5524770B}">
      <p188:commentRel xmlns:p188="http://schemas.microsoft.com/office/powerpoint/2018/8/main" r:id="rId3"/>
    </p:ext>
  </p:extLst>
</p:sld>
</file>

<file path=ppt/slides/slide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BC4090E5-AA87-F716-21F5-5F4B2DFE1DDC}"/>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5B525329-02B0-3E54-6409-7515681A204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53652B2C-D2E6-205F-CD62-7504E10A1C7C}"/>
              </a:ext>
            </a:extLst>
          </p:cNvPr>
          <p:cNvSpPr>
            <a:spLocks noGrp="1"/>
          </p:cNvSpPr>
          <p:nvPr>
            <p:ph type="title"/>
          </p:nvPr>
        </p:nvSpPr>
        <p:spPr>
          <a:xfrm>
            <a:off x="925286" y="-389618"/>
            <a:ext cx="5393361" cy="1325563"/>
          </a:xfrm>
        </p:spPr>
        <p:txBody>
          <a:bodyPr>
            <a:normAutofit/>
          </a:bodyPr>
          <a:lstStyle/>
          <a:p>
            <a:r>
              <a:rPr lang="en-US"/>
              <a:t>Continued...</a:t>
            </a:r>
          </a:p>
        </p:txBody>
      </p:sp>
      <p:pic>
        <p:nvPicPr>
          <p:cNvPr id="21" name="Picture 20">
            <a:extLst>
              <a:ext uri="{FF2B5EF4-FFF2-40B4-BE49-F238E27FC236}">
                <a16:creationId xmlns:a16="http://schemas.microsoft.com/office/drawing/2014/main" id="{922E08CE-9D5F-D5AE-0955-2385FBE4FB15}"/>
              </a:ext>
            </a:extLst>
          </p:cNvPr>
          <p:cNvPicPr>
            <a:picLocks noChangeAspect="1"/>
          </p:cNvPicPr>
          <p:nvPr/>
        </p:nvPicPr>
        <p:blipFill>
          <a:blip r:embed="rId2"/>
          <a:srcRect l="33253" r="-2" b="-2"/>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7" name="!!Arc">
            <a:extLst>
              <a:ext uri="{FF2B5EF4-FFF2-40B4-BE49-F238E27FC236}">
                <a16:creationId xmlns:a16="http://schemas.microsoft.com/office/drawing/2014/main" id="{7F078CB7-769B-727A-7A9E-9C076A5379D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Oval">
            <a:extLst>
              <a:ext uri="{FF2B5EF4-FFF2-40B4-BE49-F238E27FC236}">
                <a16:creationId xmlns:a16="http://schemas.microsoft.com/office/drawing/2014/main" id="{9EE10949-7EC9-F4B0-8D4B-F9FAF918944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0" name="Content Placeholder 2">
            <a:extLst>
              <a:ext uri="{FF2B5EF4-FFF2-40B4-BE49-F238E27FC236}">
                <a16:creationId xmlns:a16="http://schemas.microsoft.com/office/drawing/2014/main" id="{86C3CF92-D983-DFFB-DCB2-6E5E23624A5C}"/>
              </a:ext>
            </a:extLst>
          </p:cNvPr>
          <p:cNvGraphicFramePr>
            <a:graphicFrameLocks noGrp="1"/>
          </p:cNvGraphicFramePr>
          <p:nvPr>
            <p:ph idx="1"/>
            <p:extLst>
              <p:ext uri="{D42A27DB-BD31-4B8C-83A1-F6EECF244321}">
                <p14:modId xmlns:p14="http://schemas.microsoft.com/office/powerpoint/2010/main" val="1832883043"/>
              </p:ext>
            </p:extLst>
          </p:nvPr>
        </p:nvGraphicFramePr>
        <p:xfrm>
          <a:off x="460829" y="555625"/>
          <a:ext cx="5879589" cy="545442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13" name="Picture 12" descr="A blue and yellow logo&#10;&#10;AI-generated content may be incorrect.">
            <a:extLst>
              <a:ext uri="{FF2B5EF4-FFF2-40B4-BE49-F238E27FC236}">
                <a16:creationId xmlns:a16="http://schemas.microsoft.com/office/drawing/2014/main" id="{E9C06302-FECC-201D-4035-3F5691FF0EFB}"/>
              </a:ext>
            </a:extLst>
          </p:cNvPr>
          <p:cNvPicPr>
            <a:picLocks noChangeAspect="1"/>
          </p:cNvPicPr>
          <p:nvPr/>
        </p:nvPicPr>
        <p:blipFill>
          <a:blip r:embed="rId8"/>
          <a:stretch>
            <a:fillRect/>
          </a:stretch>
        </p:blipFill>
        <p:spPr>
          <a:xfrm>
            <a:off x="2721" y="6122079"/>
            <a:ext cx="2498272" cy="738869"/>
          </a:xfrm>
          <a:prstGeom prst="rect">
            <a:avLst/>
          </a:prstGeom>
        </p:spPr>
      </p:pic>
    </p:spTree>
    <p:extLst>
      <p:ext uri="{BB962C8B-B14F-4D97-AF65-F5344CB8AC3E}">
        <p14:creationId xmlns:p14="http://schemas.microsoft.com/office/powerpoint/2010/main" val="104228387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2067EFDE-D05E-A566-4234-4C86EA5EBDCE}"/>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4F7EBAE4-9945-4473-9E34-B2C66EA0F0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 name="Title 1">
            <a:extLst>
              <a:ext uri="{FF2B5EF4-FFF2-40B4-BE49-F238E27FC236}">
                <a16:creationId xmlns:a16="http://schemas.microsoft.com/office/drawing/2014/main" id="{849C3B54-A1AC-5414-C2FB-090E7DF60406}"/>
              </a:ext>
            </a:extLst>
          </p:cNvPr>
          <p:cNvSpPr>
            <a:spLocks noGrp="1"/>
          </p:cNvSpPr>
          <p:nvPr>
            <p:ph type="title"/>
          </p:nvPr>
        </p:nvSpPr>
        <p:spPr>
          <a:xfrm>
            <a:off x="838200" y="365125"/>
            <a:ext cx="5393361" cy="1325563"/>
          </a:xfrm>
        </p:spPr>
        <p:txBody>
          <a:bodyPr>
            <a:normAutofit/>
          </a:bodyPr>
          <a:lstStyle/>
          <a:p>
            <a:r>
              <a:rPr lang="en-US"/>
              <a:t>Continued...</a:t>
            </a:r>
          </a:p>
        </p:txBody>
      </p:sp>
      <p:pic>
        <p:nvPicPr>
          <p:cNvPr id="21" name="Picture 20">
            <a:extLst>
              <a:ext uri="{FF2B5EF4-FFF2-40B4-BE49-F238E27FC236}">
                <a16:creationId xmlns:a16="http://schemas.microsoft.com/office/drawing/2014/main" id="{812F355C-46D9-7A82-9E6B-FA933DF48E10}"/>
              </a:ext>
            </a:extLst>
          </p:cNvPr>
          <p:cNvPicPr>
            <a:picLocks noChangeAspect="1"/>
          </p:cNvPicPr>
          <p:nvPr/>
        </p:nvPicPr>
        <p:blipFill>
          <a:blip r:embed="rId3"/>
          <a:srcRect l="33253" r="-2" b="-2"/>
          <a:stretch>
            <a:fillRect/>
          </a:stretch>
        </p:blipFill>
        <p:spPr>
          <a:xfrm>
            <a:off x="6374920" y="758514"/>
            <a:ext cx="5122238" cy="5122238"/>
          </a:xfrm>
          <a:custGeom>
            <a:avLst/>
            <a:gdLst/>
            <a:ahLst/>
            <a:cxnLst/>
            <a:rect l="l" t="t" r="r" b="b"/>
            <a:pathLst>
              <a:path w="2663168" h="2663168">
                <a:moveTo>
                  <a:pt x="1331584" y="0"/>
                </a:moveTo>
                <a:cubicBezTo>
                  <a:pt x="2066998" y="0"/>
                  <a:pt x="2663168" y="596170"/>
                  <a:pt x="2663168" y="1331584"/>
                </a:cubicBezTo>
                <a:cubicBezTo>
                  <a:pt x="2663168" y="2066998"/>
                  <a:pt x="2066998" y="2663168"/>
                  <a:pt x="1331584" y="2663168"/>
                </a:cubicBezTo>
                <a:cubicBezTo>
                  <a:pt x="596170" y="2663168"/>
                  <a:pt x="0" y="2066998"/>
                  <a:pt x="0" y="1331584"/>
                </a:cubicBezTo>
                <a:cubicBezTo>
                  <a:pt x="0" y="596170"/>
                  <a:pt x="596170" y="0"/>
                  <a:pt x="1331584" y="0"/>
                </a:cubicBezTo>
                <a:close/>
              </a:path>
            </a:pathLst>
          </a:custGeom>
        </p:spPr>
      </p:pic>
      <p:sp>
        <p:nvSpPr>
          <p:cNvPr id="27" name="!!Arc">
            <a:extLst>
              <a:ext uri="{FF2B5EF4-FFF2-40B4-BE49-F238E27FC236}">
                <a16:creationId xmlns:a16="http://schemas.microsoft.com/office/drawing/2014/main" id="{70BEB1E7-2F88-40BC-B73D-42E5B6F80BF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21189197" flipV="1">
            <a:off x="6261882" y="687822"/>
            <a:ext cx="5471147" cy="5471147"/>
          </a:xfrm>
          <a:prstGeom prst="arc">
            <a:avLst>
              <a:gd name="adj1" fmla="val 16200000"/>
              <a:gd name="adj2" fmla="val 20093138"/>
            </a:avLst>
          </a:prstGeom>
          <a:ln w="127000" cap="rnd">
            <a:solidFill>
              <a:schemeClr val="accent4">
                <a:alpha val="95000"/>
              </a:schemeClr>
            </a:solidFill>
            <a:prstDash val="dash"/>
          </a:ln>
        </p:spPr>
        <p:style>
          <a:lnRef idx="1">
            <a:schemeClr val="accent1"/>
          </a:lnRef>
          <a:fillRef idx="0">
            <a:schemeClr val="accent1"/>
          </a:fillRef>
          <a:effectRef idx="0">
            <a:schemeClr val="accent1"/>
          </a:effectRef>
          <a:fontRef idx="minor">
            <a:schemeClr val="tx1"/>
          </a:fontRef>
        </p:style>
        <p:txBody>
          <a:bodyPr rtlCol="0" anchor="ctr"/>
          <a:lstStyle/>
          <a:p>
            <a:pPr algn="ctr"/>
            <a:endParaRPr lang="en-US"/>
          </a:p>
        </p:txBody>
      </p:sp>
      <p:sp>
        <p:nvSpPr>
          <p:cNvPr id="29" name="!!Oval">
            <a:extLst>
              <a:ext uri="{FF2B5EF4-FFF2-40B4-BE49-F238E27FC236}">
                <a16:creationId xmlns:a16="http://schemas.microsoft.com/office/drawing/2014/main" id="{A7B99495-F43F-4D80-A44F-2CB4764EB90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0248561" y="921125"/>
            <a:ext cx="791021" cy="769563"/>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graphicFrame>
        <p:nvGraphicFramePr>
          <p:cNvPr id="20" name="Content Placeholder 2">
            <a:extLst>
              <a:ext uri="{FF2B5EF4-FFF2-40B4-BE49-F238E27FC236}">
                <a16:creationId xmlns:a16="http://schemas.microsoft.com/office/drawing/2014/main" id="{254E90B1-81AF-A7AA-A101-3735454BDA05}"/>
              </a:ext>
            </a:extLst>
          </p:cNvPr>
          <p:cNvGraphicFramePr>
            <a:graphicFrameLocks noGrp="1"/>
          </p:cNvGraphicFramePr>
          <p:nvPr>
            <p:ph idx="1"/>
            <p:extLst>
              <p:ext uri="{D42A27DB-BD31-4B8C-83A1-F6EECF244321}">
                <p14:modId xmlns:p14="http://schemas.microsoft.com/office/powerpoint/2010/main" val="1018220616"/>
              </p:ext>
            </p:extLst>
          </p:nvPr>
        </p:nvGraphicFramePr>
        <p:xfrm>
          <a:off x="838200" y="1825625"/>
          <a:ext cx="3296047" cy="2921681"/>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61" name="TextBox 60">
            <a:extLst>
              <a:ext uri="{FF2B5EF4-FFF2-40B4-BE49-F238E27FC236}">
                <a16:creationId xmlns:a16="http://schemas.microsoft.com/office/drawing/2014/main" id="{798BCB0C-E417-B151-B595-5A41293D096A}"/>
              </a:ext>
            </a:extLst>
          </p:cNvPr>
          <p:cNvSpPr txBox="1"/>
          <p:nvPr/>
        </p:nvSpPr>
        <p:spPr>
          <a:xfrm>
            <a:off x="837951" y="4743089"/>
            <a:ext cx="6125028" cy="132343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000" i="1">
                <a:solidFill>
                  <a:srgbClr val="444444"/>
                </a:solidFill>
                <a:latin typeface="Calibri"/>
                <a:ea typeface="Calibri"/>
                <a:cs typeface="Calibri"/>
              </a:rPr>
              <a:t>Note:</a:t>
            </a:r>
          </a:p>
          <a:p>
            <a:pPr marL="742950" lvl="1" indent="-285750">
              <a:buFont typeface="Arial"/>
              <a:buChar char="•"/>
            </a:pPr>
            <a:r>
              <a:rPr lang="en-US" sz="2000" i="1" err="1">
                <a:solidFill>
                  <a:srgbClr val="444444"/>
                </a:solidFill>
                <a:latin typeface="Calibri"/>
                <a:ea typeface="Calibri"/>
                <a:cs typeface="Calibri"/>
              </a:rPr>
              <a:t>Ctrl+C</a:t>
            </a:r>
            <a:r>
              <a:rPr lang="en-US" sz="2000" i="1">
                <a:solidFill>
                  <a:srgbClr val="444444"/>
                </a:solidFill>
                <a:latin typeface="Calibri"/>
                <a:ea typeface="Calibri"/>
                <a:cs typeface="Calibri"/>
              </a:rPr>
              <a:t> to leave the </a:t>
            </a:r>
            <a:r>
              <a:rPr lang="en-US" sz="2000" i="1" err="1">
                <a:solidFill>
                  <a:srgbClr val="444444"/>
                </a:solidFill>
                <a:latin typeface="Calibri"/>
                <a:ea typeface="Calibri"/>
                <a:cs typeface="Calibri"/>
              </a:rPr>
              <a:t>wssh</a:t>
            </a:r>
            <a:r>
              <a:rPr lang="en-US" sz="2000" i="1">
                <a:solidFill>
                  <a:srgbClr val="444444"/>
                </a:solidFill>
                <a:latin typeface="Calibri"/>
                <a:ea typeface="Calibri"/>
                <a:cs typeface="Calibri"/>
              </a:rPr>
              <a:t> program inside your terminal</a:t>
            </a:r>
          </a:p>
          <a:p>
            <a:pPr marL="742950" lvl="1" indent="-285750">
              <a:buFont typeface="Arial"/>
              <a:buChar char="•"/>
            </a:pPr>
            <a:r>
              <a:rPr lang="en-US" sz="2000" i="1">
                <a:solidFill>
                  <a:srgbClr val="444444"/>
                </a:solidFill>
                <a:latin typeface="Calibri"/>
                <a:ea typeface="Calibri"/>
                <a:cs typeface="Calibri"/>
              </a:rPr>
              <a:t>"deactivate" to end the virtual environment </a:t>
            </a:r>
          </a:p>
        </p:txBody>
      </p:sp>
      <p:pic>
        <p:nvPicPr>
          <p:cNvPr id="4" name="Picture 3" descr="A blue and yellow logo&#10;&#10;AI-generated content may be incorrect.">
            <a:extLst>
              <a:ext uri="{FF2B5EF4-FFF2-40B4-BE49-F238E27FC236}">
                <a16:creationId xmlns:a16="http://schemas.microsoft.com/office/drawing/2014/main" id="{C3432A45-785D-09FF-3491-707211DE56DB}"/>
              </a:ext>
            </a:extLst>
          </p:cNvPr>
          <p:cNvPicPr>
            <a:picLocks noChangeAspect="1"/>
          </p:cNvPicPr>
          <p:nvPr/>
        </p:nvPicPr>
        <p:blipFill>
          <a:blip r:embed="rId9"/>
          <a:stretch>
            <a:fillRect/>
          </a:stretch>
        </p:blipFill>
        <p:spPr>
          <a:xfrm>
            <a:off x="2721" y="6122079"/>
            <a:ext cx="2498272" cy="738869"/>
          </a:xfrm>
          <a:prstGeom prst="rect">
            <a:avLst/>
          </a:prstGeom>
        </p:spPr>
      </p:pic>
    </p:spTree>
    <p:extLst>
      <p:ext uri="{BB962C8B-B14F-4D97-AF65-F5344CB8AC3E}">
        <p14:creationId xmlns:p14="http://schemas.microsoft.com/office/powerpoint/2010/main" val="327270633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20"/>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20" grpId="0">
        <p:bldAsOne/>
      </p:bldGraphic>
    </p:bldLst>
  </p:timing>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5" name="Rectangle 34">
            <a:extLst>
              <a:ext uri="{FF2B5EF4-FFF2-40B4-BE49-F238E27FC236}">
                <a16:creationId xmlns:a16="http://schemas.microsoft.com/office/drawing/2014/main" id="{117AB3D3-3C9C-4DED-809A-78734805B89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71CFCAF-CE98-E1C0-BEF3-37C66B1DE847}"/>
              </a:ext>
            </a:extLst>
          </p:cNvPr>
          <p:cNvSpPr>
            <a:spLocks noGrp="1"/>
          </p:cNvSpPr>
          <p:nvPr>
            <p:ph type="title"/>
          </p:nvPr>
        </p:nvSpPr>
        <p:spPr>
          <a:xfrm>
            <a:off x="793662" y="386930"/>
            <a:ext cx="10066122" cy="1298448"/>
          </a:xfrm>
        </p:spPr>
        <p:txBody>
          <a:bodyPr anchor="b">
            <a:normAutofit/>
          </a:bodyPr>
          <a:lstStyle/>
          <a:p>
            <a:r>
              <a:rPr lang="en-US"/>
              <a:t>What are terminal and Linux command line?</a:t>
            </a:r>
          </a:p>
        </p:txBody>
      </p:sp>
      <p:sp>
        <p:nvSpPr>
          <p:cNvPr id="36" name="Rectangle 35">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7" name="Rectangle 3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C513207-30EA-AA52-14FA-E21369DAED62}"/>
              </a:ext>
            </a:extLst>
          </p:cNvPr>
          <p:cNvSpPr>
            <a:spLocks noGrp="1"/>
          </p:cNvSpPr>
          <p:nvPr>
            <p:ph idx="1"/>
          </p:nvPr>
        </p:nvSpPr>
        <p:spPr>
          <a:xfrm>
            <a:off x="793661" y="2599509"/>
            <a:ext cx="4530898" cy="3639450"/>
          </a:xfrm>
        </p:spPr>
        <p:txBody>
          <a:bodyPr anchor="ctr">
            <a:normAutofit/>
          </a:bodyPr>
          <a:lstStyle/>
          <a:p>
            <a:r>
              <a:rPr lang="en-US" sz="1900"/>
              <a:t>The terminal (AKA shell, console, etc.) is an interface that lets you interact with the computer's operating system (OS)</a:t>
            </a:r>
            <a:endParaRPr lang="en-US"/>
          </a:p>
          <a:p>
            <a:r>
              <a:rPr lang="en-US" sz="1900"/>
              <a:t>File system demo</a:t>
            </a:r>
            <a:endParaRPr lang="en-US"/>
          </a:p>
          <a:p>
            <a:r>
              <a:rPr lang="en-US" sz="1900"/>
              <a:t>The command line is where you can type</a:t>
            </a:r>
          </a:p>
          <a:p>
            <a:r>
              <a:rPr lang="en-US" sz="1900"/>
              <a:t>Windows, MacOS, Linux, etc. are very different. Problem?</a:t>
            </a:r>
          </a:p>
        </p:txBody>
      </p:sp>
      <p:sp>
        <p:nvSpPr>
          <p:cNvPr id="38" name="Rectangle 37">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and yellow logo&#10;&#10;AI-generated content may be incorrect.">
            <a:extLst>
              <a:ext uri="{FF2B5EF4-FFF2-40B4-BE49-F238E27FC236}">
                <a16:creationId xmlns:a16="http://schemas.microsoft.com/office/drawing/2014/main" id="{D6982D95-4682-EA49-AB8F-4FC04538B044}"/>
              </a:ext>
            </a:extLst>
          </p:cNvPr>
          <p:cNvPicPr>
            <a:picLocks noChangeAspect="1"/>
          </p:cNvPicPr>
          <p:nvPr/>
        </p:nvPicPr>
        <p:blipFill>
          <a:blip r:embed="rId4"/>
          <a:stretch>
            <a:fillRect/>
          </a:stretch>
        </p:blipFill>
        <p:spPr>
          <a:xfrm>
            <a:off x="2721" y="6122079"/>
            <a:ext cx="2498272" cy="738869"/>
          </a:xfrm>
          <a:prstGeom prst="rect">
            <a:avLst/>
          </a:prstGeom>
        </p:spPr>
      </p:pic>
      <p:pic>
        <p:nvPicPr>
          <p:cNvPr id="7" name="Picture 6">
            <a:extLst>
              <a:ext uri="{FF2B5EF4-FFF2-40B4-BE49-F238E27FC236}">
                <a16:creationId xmlns:a16="http://schemas.microsoft.com/office/drawing/2014/main" id="{9422AF8E-139D-A48B-550F-C00634C7078D}"/>
              </a:ext>
            </a:extLst>
          </p:cNvPr>
          <p:cNvPicPr>
            <a:picLocks noChangeAspect="1"/>
          </p:cNvPicPr>
          <p:nvPr/>
        </p:nvPicPr>
        <p:blipFill>
          <a:blip r:embed="rId5"/>
          <a:srcRect l="17" r="33869" b="19365"/>
          <a:stretch>
            <a:fillRect/>
          </a:stretch>
        </p:blipFill>
        <p:spPr>
          <a:xfrm>
            <a:off x="5328764" y="2198913"/>
            <a:ext cx="6855995" cy="4659092"/>
          </a:xfrm>
          <a:prstGeom prst="rect">
            <a:avLst/>
          </a:prstGeom>
        </p:spPr>
      </p:pic>
      <p:sp>
        <p:nvSpPr>
          <p:cNvPr id="5" name="TextBox 4">
            <a:extLst>
              <a:ext uri="{FF2B5EF4-FFF2-40B4-BE49-F238E27FC236}">
                <a16:creationId xmlns:a16="http://schemas.microsoft.com/office/drawing/2014/main" id="{30202977-019E-23F9-158C-1CD09B937226}"/>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solidFill>
                  <a:srgbClr val="FF0000"/>
                </a:solidFill>
              </a:rPr>
              <a:t>Lesson 1</a:t>
            </a:r>
          </a:p>
        </p:txBody>
      </p:sp>
    </p:spTree>
    <p:extLst>
      <p:ext uri="{BB962C8B-B14F-4D97-AF65-F5344CB8AC3E}">
        <p14:creationId xmlns:p14="http://schemas.microsoft.com/office/powerpoint/2010/main" val="339558876"/>
      </p:ext>
    </p:extLst>
  </p:cSld>
  <p:clrMapOvr>
    <a:masterClrMapping/>
  </p:clrMapOvr>
  <p:extLst>
    <p:ext uri="{6950BFC3-D8DA-4A85-94F7-54DA5524770B}">
      <p188:commentRel xmlns:p188="http://schemas.microsoft.com/office/powerpoint/2018/8/main" r:id="rId3"/>
    </p:ext>
  </p:extLst>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A116284A-CF91-F486-2B28-A2AEE402B9AC}"/>
              </a:ext>
            </a:extLst>
          </p:cNvPr>
          <p:cNvPicPr>
            <a:picLocks noChangeAspect="1"/>
          </p:cNvPicPr>
          <p:nvPr/>
        </p:nvPicPr>
        <p:blipFill>
          <a:blip r:embed="rId3"/>
          <a:srcRect l="20237" t="-177" r="35701" b="65754"/>
          <a:stretch>
            <a:fillRect/>
          </a:stretch>
        </p:blipFill>
        <p:spPr>
          <a:xfrm>
            <a:off x="5874" y="2434"/>
            <a:ext cx="12265978" cy="5360176"/>
          </a:xfrm>
          <a:prstGeom prst="rect">
            <a:avLst/>
          </a:prstGeom>
        </p:spPr>
      </p:pic>
      <p:sp>
        <p:nvSpPr>
          <p:cNvPr id="5" name="Arrow: Up 4">
            <a:extLst>
              <a:ext uri="{FF2B5EF4-FFF2-40B4-BE49-F238E27FC236}">
                <a16:creationId xmlns:a16="http://schemas.microsoft.com/office/drawing/2014/main" id="{52EB6FA0-87E2-15D7-19B6-6F151BF5EC36}"/>
              </a:ext>
            </a:extLst>
          </p:cNvPr>
          <p:cNvSpPr/>
          <p:nvPr/>
        </p:nvSpPr>
        <p:spPr>
          <a:xfrm>
            <a:off x="843345" y="1156485"/>
            <a:ext cx="1928802" cy="4048179"/>
          </a:xfrm>
          <a:prstGeom prst="upArrow">
            <a:avLst/>
          </a:prstGeom>
          <a:solidFill>
            <a:srgbClr val="C00000"/>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1150D99-2B60-DC9E-0088-07621BBA0EA8}"/>
              </a:ext>
            </a:extLst>
          </p:cNvPr>
          <p:cNvSpPr txBox="1"/>
          <p:nvPr/>
        </p:nvSpPr>
        <p:spPr>
          <a:xfrm>
            <a:off x="4555643" y="1154211"/>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Type this into your search bar</a:t>
            </a:r>
          </a:p>
        </p:txBody>
      </p:sp>
      <p:pic>
        <p:nvPicPr>
          <p:cNvPr id="3" name="Picture 2" descr="A blue and yellow logo&#10;&#10;AI-generated content may be incorrect.">
            <a:extLst>
              <a:ext uri="{FF2B5EF4-FFF2-40B4-BE49-F238E27FC236}">
                <a16:creationId xmlns:a16="http://schemas.microsoft.com/office/drawing/2014/main" id="{1B9DD7B0-295F-0B19-B7A3-A9B8A23439FF}"/>
              </a:ext>
            </a:extLst>
          </p:cNvPr>
          <p:cNvPicPr>
            <a:picLocks noChangeAspect="1"/>
          </p:cNvPicPr>
          <p:nvPr/>
        </p:nvPicPr>
        <p:blipFill>
          <a:blip r:embed="rId4"/>
          <a:stretch>
            <a:fillRect/>
          </a:stretch>
        </p:blipFill>
        <p:spPr>
          <a:xfrm>
            <a:off x="2721" y="6122079"/>
            <a:ext cx="2498272" cy="738869"/>
          </a:xfrm>
          <a:prstGeom prst="rect">
            <a:avLst/>
          </a:prstGeom>
        </p:spPr>
      </p:pic>
      <p:sp>
        <p:nvSpPr>
          <p:cNvPr id="6" name="TextBox 5">
            <a:extLst>
              <a:ext uri="{FF2B5EF4-FFF2-40B4-BE49-F238E27FC236}">
                <a16:creationId xmlns:a16="http://schemas.microsoft.com/office/drawing/2014/main" id="{8FDB6822-A16E-DC68-AF84-8960AD800AC8}"/>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7872642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2B0711-9311-350C-5519-8196E0A82164}"/>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384849031"/>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F381E031-3833-019D-64FA-83899ED88C60}"/>
              </a:ext>
            </a:extLst>
          </p:cNvPr>
          <p:cNvPicPr>
            <a:picLocks noChangeAspect="1"/>
          </p:cNvPicPr>
          <p:nvPr/>
        </p:nvPicPr>
        <p:blipFill>
          <a:blip r:embed="rId2"/>
          <a:stretch>
            <a:fillRect/>
          </a:stretch>
        </p:blipFill>
        <p:spPr>
          <a:xfrm>
            <a:off x="0" y="0"/>
            <a:ext cx="12192000" cy="6858000"/>
          </a:xfrm>
          <a:prstGeom prst="rect">
            <a:avLst/>
          </a:prstGeom>
        </p:spPr>
      </p:pic>
    </p:spTree>
    <p:extLst>
      <p:ext uri="{BB962C8B-B14F-4D97-AF65-F5344CB8AC3E}">
        <p14:creationId xmlns:p14="http://schemas.microsoft.com/office/powerpoint/2010/main" val="76899262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7EADB654-39C5-166D-3654-1968DC8088AB}"/>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62821196-D492-ADEB-A1C6-3897E778DA7C}"/>
              </a:ext>
            </a:extLst>
          </p:cNvPr>
          <p:cNvSpPr>
            <a:spLocks noGrp="1"/>
          </p:cNvSpPr>
          <p:nvPr>
            <p:ph type="body" idx="1"/>
          </p:nvPr>
        </p:nvSpPr>
        <p:spPr/>
        <p:txBody>
          <a:bodyPr/>
          <a:lstStyle/>
          <a:p>
            <a:endParaRPr lang="en-US"/>
          </a:p>
        </p:txBody>
      </p:sp>
      <p:pic>
        <p:nvPicPr>
          <p:cNvPr id="4" name="Picture 3" descr="A screenshot of a computer&#10;&#10;AI-generated content may be incorrect.">
            <a:extLst>
              <a:ext uri="{FF2B5EF4-FFF2-40B4-BE49-F238E27FC236}">
                <a16:creationId xmlns:a16="http://schemas.microsoft.com/office/drawing/2014/main" id="{E8594B8B-9B1B-3783-016F-34D776B68233}"/>
              </a:ext>
            </a:extLst>
          </p:cNvPr>
          <p:cNvPicPr>
            <a:picLocks noChangeAspect="1"/>
          </p:cNvPicPr>
          <p:nvPr/>
        </p:nvPicPr>
        <p:blipFill>
          <a:blip r:embed="rId3"/>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BF4632B8-74B4-9713-38F8-54FB568FA6A3}"/>
              </a:ext>
            </a:extLst>
          </p:cNvPr>
          <p:cNvSpPr txBox="1"/>
          <p:nvPr/>
        </p:nvSpPr>
        <p:spPr>
          <a:xfrm>
            <a:off x="5268252" y="3289327"/>
            <a:ext cx="82731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b="1"/>
              <a:t>student1</a:t>
            </a:r>
          </a:p>
        </p:txBody>
      </p:sp>
      <p:sp>
        <p:nvSpPr>
          <p:cNvPr id="6" name="TextBox 5">
            <a:extLst>
              <a:ext uri="{FF2B5EF4-FFF2-40B4-BE49-F238E27FC236}">
                <a16:creationId xmlns:a16="http://schemas.microsoft.com/office/drawing/2014/main" id="{83330235-6DE0-53EB-DAC2-9EF3189AE8C0}"/>
              </a:ext>
            </a:extLst>
          </p:cNvPr>
          <p:cNvSpPr txBox="1"/>
          <p:nvPr/>
        </p:nvSpPr>
        <p:spPr>
          <a:xfrm>
            <a:off x="7588805" y="2966763"/>
            <a:ext cx="27432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6">
                    <a:lumMod val="60000"/>
                    <a:lumOff val="40000"/>
                  </a:schemeClr>
                </a:solidFill>
              </a:rPr>
              <a:t>Everyone's username and password will be handed out and be student# where # is assigned to you </a:t>
            </a:r>
          </a:p>
        </p:txBody>
      </p:sp>
      <p:pic>
        <p:nvPicPr>
          <p:cNvPr id="8" name="Picture 7" descr="A blue and yellow logo&#10;&#10;AI-generated content may be incorrect.">
            <a:extLst>
              <a:ext uri="{FF2B5EF4-FFF2-40B4-BE49-F238E27FC236}">
                <a16:creationId xmlns:a16="http://schemas.microsoft.com/office/drawing/2014/main" id="{DA56A777-0B02-817D-BF94-E40EFCDDD32A}"/>
              </a:ext>
            </a:extLst>
          </p:cNvPr>
          <p:cNvPicPr>
            <a:picLocks noChangeAspect="1"/>
          </p:cNvPicPr>
          <p:nvPr/>
        </p:nvPicPr>
        <p:blipFill>
          <a:blip r:embed="rId4"/>
          <a:stretch>
            <a:fillRect/>
          </a:stretch>
        </p:blipFill>
        <p:spPr>
          <a:xfrm>
            <a:off x="2721" y="6122079"/>
            <a:ext cx="2498272" cy="738869"/>
          </a:xfrm>
          <a:prstGeom prst="rect">
            <a:avLst/>
          </a:prstGeom>
        </p:spPr>
      </p:pic>
      <p:sp>
        <p:nvSpPr>
          <p:cNvPr id="9" name="TextBox 8">
            <a:extLst>
              <a:ext uri="{FF2B5EF4-FFF2-40B4-BE49-F238E27FC236}">
                <a16:creationId xmlns:a16="http://schemas.microsoft.com/office/drawing/2014/main" id="{71116E7A-94C6-FFAE-22C3-ED574389043F}"/>
              </a:ext>
            </a:extLst>
          </p:cNvPr>
          <p:cNvSpPr txBox="1"/>
          <p:nvPr/>
        </p:nvSpPr>
        <p:spPr>
          <a:xfrm>
            <a:off x="11000073" y="628901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1676015508"/>
      </p:ext>
    </p:extLst>
  </p:cSld>
  <p:clrMapOvr>
    <a:masterClrMapping/>
  </p:clrMapOvr>
  <p:extLst>
    <p:ext uri="{6950BFC3-D8DA-4A85-94F7-54DA5524770B}">
      <p188:commentRel xmlns:p188="http://schemas.microsoft.com/office/powerpoint/2018/8/main" r:id="rId2"/>
    </p:ext>
  </p:extLst>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Picture 4">
            <a:extLst>
              <a:ext uri="{FF2B5EF4-FFF2-40B4-BE49-F238E27FC236}">
                <a16:creationId xmlns:a16="http://schemas.microsoft.com/office/drawing/2014/main" id="{7FAAE908-AE05-1585-4BBE-C3CBAF9A3CDA}"/>
              </a:ext>
            </a:extLst>
          </p:cNvPr>
          <p:cNvPicPr>
            <a:picLocks noChangeAspect="1"/>
          </p:cNvPicPr>
          <p:nvPr/>
        </p:nvPicPr>
        <p:blipFill>
          <a:blip r:embed="rId2"/>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DF787D57-6BCB-84E0-0316-1FA5F10BEE5A}"/>
              </a:ext>
            </a:extLst>
          </p:cNvPr>
          <p:cNvSpPr txBox="1"/>
          <p:nvPr/>
        </p:nvSpPr>
        <p:spPr>
          <a:xfrm>
            <a:off x="3048000" y="3429000"/>
            <a:ext cx="60960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t>​</a:t>
            </a:r>
            <a:r>
              <a:rPr lang="en-US">
                <a:solidFill>
                  <a:srgbClr val="8ED973"/>
                </a:solidFill>
                <a:cs typeface="Segoe UI"/>
              </a:rPr>
              <a:t>tg-pve-0 if you are student 1,</a:t>
            </a:r>
            <a:endParaRPr lang="en-US">
              <a:cs typeface="Segoe UI"/>
            </a:endParaRPr>
          </a:p>
          <a:p>
            <a:r>
              <a:rPr lang="en-US">
                <a:solidFill>
                  <a:srgbClr val="8ED973"/>
                </a:solidFill>
                <a:cs typeface="Segoe UI"/>
              </a:rPr>
              <a:t>tge-pve-1 if student2</a:t>
            </a:r>
            <a:endParaRPr lang="en-US">
              <a:cs typeface="Segoe UI"/>
            </a:endParaRPr>
          </a:p>
          <a:p>
            <a:r>
              <a:rPr lang="en-US">
                <a:solidFill>
                  <a:srgbClr val="8ED973"/>
                </a:solidFill>
                <a:cs typeface="Segoe UI"/>
              </a:rPr>
              <a:t>tge-pve-2 if student3</a:t>
            </a:r>
            <a:endParaRPr lang="en-US">
              <a:solidFill>
                <a:srgbClr val="000000"/>
              </a:solidFill>
              <a:cs typeface="Segoe UI"/>
            </a:endParaRPr>
          </a:p>
          <a:p>
            <a:r>
              <a:rPr lang="en-US">
                <a:solidFill>
                  <a:srgbClr val="8ED973"/>
                </a:solidFill>
                <a:cs typeface="Segoe UI"/>
              </a:rPr>
              <a:t>Tge-pve-3 if student4</a:t>
            </a:r>
          </a:p>
        </p:txBody>
      </p:sp>
    </p:spTree>
    <p:extLst>
      <p:ext uri="{BB962C8B-B14F-4D97-AF65-F5344CB8AC3E}">
        <p14:creationId xmlns:p14="http://schemas.microsoft.com/office/powerpoint/2010/main" val="185635992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a:extLst>
              <a:ext uri="{FF2B5EF4-FFF2-40B4-BE49-F238E27FC236}">
                <a16:creationId xmlns:a16="http://schemas.microsoft.com/office/drawing/2014/main" id="{D9A13CFB-3873-50D1-3440-806904DF97B2}"/>
              </a:ext>
            </a:extLst>
          </p:cNvPr>
          <p:cNvPicPr>
            <a:picLocks noChangeAspect="1"/>
          </p:cNvPicPr>
          <p:nvPr/>
        </p:nvPicPr>
        <p:blipFill>
          <a:blip r:embed="rId4"/>
          <a:stretch>
            <a:fillRect/>
          </a:stretch>
        </p:blipFill>
        <p:spPr>
          <a:xfrm>
            <a:off x="0" y="0"/>
            <a:ext cx="12192000" cy="6858000"/>
          </a:xfrm>
          <a:prstGeom prst="rect">
            <a:avLst/>
          </a:prstGeom>
        </p:spPr>
      </p:pic>
      <p:pic>
        <p:nvPicPr>
          <p:cNvPr id="7" name="Picture 6" descr="A blue and yellow logo&#10;&#10;AI-generated content may be incorrect.">
            <a:extLst>
              <a:ext uri="{FF2B5EF4-FFF2-40B4-BE49-F238E27FC236}">
                <a16:creationId xmlns:a16="http://schemas.microsoft.com/office/drawing/2014/main" id="{EE87D857-6DD0-81D8-D314-F9BBBC63D7B9}"/>
              </a:ext>
            </a:extLst>
          </p:cNvPr>
          <p:cNvPicPr>
            <a:picLocks noChangeAspect="1"/>
          </p:cNvPicPr>
          <p:nvPr/>
        </p:nvPicPr>
        <p:blipFill>
          <a:blip r:embed="rId5"/>
          <a:stretch>
            <a:fillRect/>
          </a:stretch>
        </p:blipFill>
        <p:spPr>
          <a:xfrm>
            <a:off x="2721" y="6122079"/>
            <a:ext cx="2498272" cy="738869"/>
          </a:xfrm>
          <a:prstGeom prst="rect">
            <a:avLst/>
          </a:prstGeom>
        </p:spPr>
      </p:pic>
      <p:sp>
        <p:nvSpPr>
          <p:cNvPr id="8" name="TextBox 7">
            <a:extLst>
              <a:ext uri="{FF2B5EF4-FFF2-40B4-BE49-F238E27FC236}">
                <a16:creationId xmlns:a16="http://schemas.microsoft.com/office/drawing/2014/main" id="{6E564184-1219-229B-1F57-12357708BEFF}"/>
              </a:ext>
            </a:extLst>
          </p:cNvPr>
          <p:cNvSpPr txBox="1"/>
          <p:nvPr/>
        </p:nvSpPr>
        <p:spPr>
          <a:xfrm>
            <a:off x="11029102" y="6289016"/>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88568183"/>
      </p:ext>
    </p:extLst>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0ACB71B3-6FB2-A9EF-87F8-4F7940081843}"/>
              </a:ext>
            </a:extLst>
          </p:cNvPr>
          <p:cNvSpPr>
            <a:spLocks noGrp="1"/>
          </p:cNvSpPr>
          <p:nvPr>
            <p:ph type="body" idx="1"/>
          </p:nvPr>
        </p:nvSpPr>
        <p:spPr>
          <a:xfrm>
            <a:off x="-24493" y="3145291"/>
            <a:ext cx="11386457" cy="1463902"/>
          </a:xfrm>
        </p:spPr>
        <p:txBody>
          <a:bodyPr vert="horz" lIns="91440" tIns="45720" rIns="91440" bIns="45720" rtlCol="0" anchor="t">
            <a:normAutofit/>
          </a:bodyPr>
          <a:lstStyle/>
          <a:p>
            <a:r>
              <a:rPr lang="en-US" sz="3600" b="1">
                <a:solidFill>
                  <a:schemeClr val="accent6">
                    <a:lumMod val="60000"/>
                    <a:lumOff val="40000"/>
                  </a:schemeClr>
                </a:solidFill>
              </a:rPr>
              <a:t>We will pass out sheets with your username, password, and VM for this part.</a:t>
            </a:r>
            <a:endParaRPr lang="en-US">
              <a:solidFill>
                <a:schemeClr val="accent6">
                  <a:lumMod val="60000"/>
                  <a:lumOff val="40000"/>
                </a:schemeClr>
              </a:solidFill>
            </a:endParaRPr>
          </a:p>
        </p:txBody>
      </p:sp>
      <p:graphicFrame>
        <p:nvGraphicFramePr>
          <p:cNvPr id="8" name="Table 7">
            <a:extLst>
              <a:ext uri="{FF2B5EF4-FFF2-40B4-BE49-F238E27FC236}">
                <a16:creationId xmlns:a16="http://schemas.microsoft.com/office/drawing/2014/main" id="{42413B7D-FD79-DC0D-4864-2EF81A216B52}"/>
              </a:ext>
            </a:extLst>
          </p:cNvPr>
          <p:cNvGraphicFramePr>
            <a:graphicFrameLocks noGrp="1"/>
          </p:cNvGraphicFramePr>
          <p:nvPr>
            <p:extLst>
              <p:ext uri="{D42A27DB-BD31-4B8C-83A1-F6EECF244321}">
                <p14:modId xmlns:p14="http://schemas.microsoft.com/office/powerpoint/2010/main" val="1160263124"/>
              </p:ext>
            </p:extLst>
          </p:nvPr>
        </p:nvGraphicFramePr>
        <p:xfrm>
          <a:off x="-27577" y="32947"/>
          <a:ext cx="8950182" cy="3116220"/>
        </p:xfrm>
        <a:graphic>
          <a:graphicData uri="http://schemas.openxmlformats.org/drawingml/2006/table">
            <a:tbl>
              <a:tblPr firstRow="1" bandRow="1">
                <a:tableStyleId>{5C22544A-7EE6-4342-B048-85BDC9FD1C3A}</a:tableStyleId>
              </a:tblPr>
              <a:tblGrid>
                <a:gridCol w="4475091">
                  <a:extLst>
                    <a:ext uri="{9D8B030D-6E8A-4147-A177-3AD203B41FA5}">
                      <a16:colId xmlns:a16="http://schemas.microsoft.com/office/drawing/2014/main" val="2328387232"/>
                    </a:ext>
                  </a:extLst>
                </a:gridCol>
                <a:gridCol w="4475091">
                  <a:extLst>
                    <a:ext uri="{9D8B030D-6E8A-4147-A177-3AD203B41FA5}">
                      <a16:colId xmlns:a16="http://schemas.microsoft.com/office/drawing/2014/main" val="669837372"/>
                    </a:ext>
                  </a:extLst>
                </a:gridCol>
              </a:tblGrid>
              <a:tr h="779055">
                <a:tc>
                  <a:txBody>
                    <a:bodyPr/>
                    <a:lstStyle/>
                    <a:p>
                      <a:r>
                        <a:rPr lang="en-US"/>
                        <a:t>Student</a:t>
                      </a:r>
                    </a:p>
                  </a:txBody>
                  <a:tcPr/>
                </a:tc>
                <a:tc>
                  <a:txBody>
                    <a:bodyPr/>
                    <a:lstStyle/>
                    <a:p>
                      <a:r>
                        <a:rPr lang="en-US"/>
                        <a:t>VM ID</a:t>
                      </a:r>
                    </a:p>
                  </a:txBody>
                  <a:tcPr/>
                </a:tc>
                <a:extLst>
                  <a:ext uri="{0D108BD9-81ED-4DB2-BD59-A6C34878D82A}">
                    <a16:rowId xmlns:a16="http://schemas.microsoft.com/office/drawing/2014/main" val="1158065527"/>
                  </a:ext>
                </a:extLst>
              </a:tr>
              <a:tr h="779055">
                <a:tc>
                  <a:txBody>
                    <a:bodyPr/>
                    <a:lstStyle/>
                    <a:p>
                      <a:pPr lvl="0">
                        <a:buNone/>
                      </a:pPr>
                      <a:r>
                        <a:rPr lang="en-US"/>
                        <a:t>Tendai</a:t>
                      </a:r>
                      <a:endParaRPr lang="en-US" err="1"/>
                    </a:p>
                  </a:txBody>
                  <a:tcPr/>
                </a:tc>
                <a:tc>
                  <a:txBody>
                    <a:bodyPr/>
                    <a:lstStyle/>
                    <a:p>
                      <a:r>
                        <a:rPr lang="en-US"/>
                        <a:t>101</a:t>
                      </a:r>
                    </a:p>
                  </a:txBody>
                  <a:tcPr/>
                </a:tc>
                <a:extLst>
                  <a:ext uri="{0D108BD9-81ED-4DB2-BD59-A6C34878D82A}">
                    <a16:rowId xmlns:a16="http://schemas.microsoft.com/office/drawing/2014/main" val="3872719047"/>
                  </a:ext>
                </a:extLst>
              </a:tr>
              <a:tr h="779055">
                <a:tc>
                  <a:txBody>
                    <a:bodyPr/>
                    <a:lstStyle/>
                    <a:p>
                      <a:pPr lvl="0">
                        <a:buNone/>
                      </a:pPr>
                      <a:r>
                        <a:rPr lang="en-US"/>
                        <a:t>Kyle</a:t>
                      </a:r>
                      <a:endParaRPr lang="en-US" err="1"/>
                    </a:p>
                  </a:txBody>
                  <a:tcPr/>
                </a:tc>
                <a:tc>
                  <a:txBody>
                    <a:bodyPr/>
                    <a:lstStyle/>
                    <a:p>
                      <a:r>
                        <a:rPr lang="en-US"/>
                        <a:t>102</a:t>
                      </a:r>
                    </a:p>
                  </a:txBody>
                  <a:tcPr/>
                </a:tc>
                <a:extLst>
                  <a:ext uri="{0D108BD9-81ED-4DB2-BD59-A6C34878D82A}">
                    <a16:rowId xmlns:a16="http://schemas.microsoft.com/office/drawing/2014/main" val="1467833407"/>
                  </a:ext>
                </a:extLst>
              </a:tr>
              <a:tr h="779055">
                <a:tc>
                  <a:txBody>
                    <a:bodyPr/>
                    <a:lstStyle/>
                    <a:p>
                      <a:pPr lvl="0">
                        <a:buNone/>
                      </a:pPr>
                      <a:r>
                        <a:rPr lang="en-US"/>
                        <a:t>Michael</a:t>
                      </a:r>
                      <a:endParaRPr lang="en-US" err="1"/>
                    </a:p>
                  </a:txBody>
                  <a:tcPr/>
                </a:tc>
                <a:tc>
                  <a:txBody>
                    <a:bodyPr/>
                    <a:lstStyle/>
                    <a:p>
                      <a:r>
                        <a:rPr lang="en-US"/>
                        <a:t>105</a:t>
                      </a:r>
                    </a:p>
                  </a:txBody>
                  <a:tcPr/>
                </a:tc>
                <a:extLst>
                  <a:ext uri="{0D108BD9-81ED-4DB2-BD59-A6C34878D82A}">
                    <a16:rowId xmlns:a16="http://schemas.microsoft.com/office/drawing/2014/main" val="1053998084"/>
                  </a:ext>
                </a:extLst>
              </a:tr>
            </a:tbl>
          </a:graphicData>
        </a:graphic>
      </p:graphicFrame>
      <p:pic>
        <p:nvPicPr>
          <p:cNvPr id="9" name="Picture 8" descr="A blue and yellow logo&#10;&#10;AI-generated content may be incorrect.">
            <a:extLst>
              <a:ext uri="{FF2B5EF4-FFF2-40B4-BE49-F238E27FC236}">
                <a16:creationId xmlns:a16="http://schemas.microsoft.com/office/drawing/2014/main" id="{BC48B575-3A5E-02E2-F3DD-72BEDEC98B57}"/>
              </a:ext>
            </a:extLst>
          </p:cNvPr>
          <p:cNvPicPr>
            <a:picLocks noChangeAspect="1"/>
          </p:cNvPicPr>
          <p:nvPr/>
        </p:nvPicPr>
        <p:blipFill>
          <a:blip r:embed="rId2"/>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E5B4E344-D406-97E7-3DCB-288A2893D99D}"/>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328015573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C7AE1880-6C48-C403-4280-85A09A5D7F59}"/>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27DF46BE-5214-7F57-BDB0-C3CDE9470B04}"/>
              </a:ext>
            </a:extLst>
          </p:cNvPr>
          <p:cNvSpPr>
            <a:spLocks noGrp="1"/>
          </p:cNvSpPr>
          <p:nvPr>
            <p:ph type="body" idx="1"/>
          </p:nvPr>
        </p:nvSpPr>
        <p:spPr>
          <a:xfrm>
            <a:off x="-24493" y="5053920"/>
            <a:ext cx="11386457" cy="1463902"/>
          </a:xfrm>
        </p:spPr>
        <p:txBody>
          <a:bodyPr vert="horz" lIns="91440" tIns="45720" rIns="91440" bIns="45720" rtlCol="0" anchor="t">
            <a:normAutofit/>
          </a:bodyPr>
          <a:lstStyle/>
          <a:p>
            <a:r>
              <a:rPr lang="en-US" sz="3600" b="1">
                <a:solidFill>
                  <a:schemeClr val="accent6">
                    <a:lumMod val="60000"/>
                    <a:lumOff val="40000"/>
                  </a:schemeClr>
                </a:solidFill>
              </a:rPr>
              <a:t>We will pass out sheets with your username, password, and VM for this part.</a:t>
            </a:r>
            <a:endParaRPr lang="en-US">
              <a:solidFill>
                <a:schemeClr val="accent6">
                  <a:lumMod val="60000"/>
                  <a:lumOff val="40000"/>
                </a:schemeClr>
              </a:solidFill>
            </a:endParaRPr>
          </a:p>
        </p:txBody>
      </p:sp>
      <p:graphicFrame>
        <p:nvGraphicFramePr>
          <p:cNvPr id="6" name="Table 5">
            <a:extLst>
              <a:ext uri="{FF2B5EF4-FFF2-40B4-BE49-F238E27FC236}">
                <a16:creationId xmlns:a16="http://schemas.microsoft.com/office/drawing/2014/main" id="{3D5076EE-A189-950D-D921-A472F2402727}"/>
              </a:ext>
            </a:extLst>
          </p:cNvPr>
          <p:cNvGraphicFramePr>
            <a:graphicFrameLocks noGrp="1"/>
          </p:cNvGraphicFramePr>
          <p:nvPr/>
        </p:nvGraphicFramePr>
        <p:xfrm>
          <a:off x="-27577" y="1898033"/>
          <a:ext cx="8168640" cy="296672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246302470"/>
                    </a:ext>
                  </a:extLst>
                </a:gridCol>
                <a:gridCol w="4084320">
                  <a:extLst>
                    <a:ext uri="{9D8B030D-6E8A-4147-A177-3AD203B41FA5}">
                      <a16:colId xmlns:a16="http://schemas.microsoft.com/office/drawing/2014/main" val="706118701"/>
                    </a:ext>
                  </a:extLst>
                </a:gridCol>
              </a:tblGrid>
              <a:tr h="370840">
                <a:tc>
                  <a:txBody>
                    <a:bodyPr/>
                    <a:lstStyle/>
                    <a:p>
                      <a:endParaRPr lang="en-US"/>
                    </a:p>
                  </a:txBody>
                  <a:tcPr/>
                </a:tc>
                <a:tc>
                  <a:txBody>
                    <a:bodyPr/>
                    <a:lstStyle/>
                    <a:p>
                      <a:endParaRPr lang="en-US"/>
                    </a:p>
                  </a:txBody>
                  <a:tcPr/>
                </a:tc>
                <a:extLst>
                  <a:ext uri="{0D108BD9-81ED-4DB2-BD59-A6C34878D82A}">
                    <a16:rowId xmlns:a16="http://schemas.microsoft.com/office/drawing/2014/main" val="1989211458"/>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endParaRPr lang="en-US"/>
                    </a:p>
                  </a:txBody>
                  <a:tcPr/>
                </a:tc>
                <a:tc>
                  <a:txBody>
                    <a:bodyPr/>
                    <a:lstStyle/>
                    <a:p>
                      <a:r>
                        <a:rPr lang="en-US"/>
                        <a:t>108</a:t>
                      </a:r>
                    </a:p>
                  </a:txBody>
                  <a:tcPr/>
                </a:tc>
                <a:extLst>
                  <a:ext uri="{0D108BD9-81ED-4DB2-BD59-A6C34878D82A}">
                    <a16:rowId xmlns:a16="http://schemas.microsoft.com/office/drawing/2014/main" val="2056085489"/>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endParaRPr lang="en-US"/>
                    </a:p>
                  </a:txBody>
                  <a:tcPr/>
                </a:tc>
                <a:tc>
                  <a:txBody>
                    <a:bodyPr/>
                    <a:lstStyle/>
                    <a:p>
                      <a:r>
                        <a:rPr lang="en-US"/>
                        <a:t>109</a:t>
                      </a:r>
                    </a:p>
                  </a:txBody>
                  <a:tcPr/>
                </a:tc>
                <a:extLst>
                  <a:ext uri="{0D108BD9-81ED-4DB2-BD59-A6C34878D82A}">
                    <a16:rowId xmlns:a16="http://schemas.microsoft.com/office/drawing/2014/main" val="4046780729"/>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endParaRPr lang="en-US"/>
                    </a:p>
                  </a:txBody>
                  <a:tcPr/>
                </a:tc>
                <a:tc>
                  <a:txBody>
                    <a:bodyPr/>
                    <a:lstStyle/>
                    <a:p>
                      <a:r>
                        <a:rPr lang="en-US"/>
                        <a:t>110</a:t>
                      </a:r>
                    </a:p>
                  </a:txBody>
                  <a:tcPr/>
                </a:tc>
                <a:extLst>
                  <a:ext uri="{0D108BD9-81ED-4DB2-BD59-A6C34878D82A}">
                    <a16:rowId xmlns:a16="http://schemas.microsoft.com/office/drawing/2014/main" val="3125374924"/>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endParaRPr lang="en-US"/>
                    </a:p>
                  </a:txBody>
                  <a:tcPr/>
                </a:tc>
                <a:tc>
                  <a:txBody>
                    <a:bodyPr/>
                    <a:lstStyle/>
                    <a:p>
                      <a:r>
                        <a:rPr lang="en-US"/>
                        <a:t>111</a:t>
                      </a:r>
                    </a:p>
                  </a:txBody>
                  <a:tcPr/>
                </a:tc>
                <a:extLst>
                  <a:ext uri="{0D108BD9-81ED-4DB2-BD59-A6C34878D82A}">
                    <a16:rowId xmlns:a16="http://schemas.microsoft.com/office/drawing/2014/main" val="3261268162"/>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endParaRPr lang="en-US"/>
                    </a:p>
                  </a:txBody>
                  <a:tcPr/>
                </a:tc>
                <a:tc>
                  <a:txBody>
                    <a:bodyPr/>
                    <a:lstStyle/>
                    <a:p>
                      <a:r>
                        <a:rPr lang="en-US"/>
                        <a:t>112</a:t>
                      </a:r>
                    </a:p>
                  </a:txBody>
                  <a:tcPr/>
                </a:tc>
                <a:extLst>
                  <a:ext uri="{0D108BD9-81ED-4DB2-BD59-A6C34878D82A}">
                    <a16:rowId xmlns:a16="http://schemas.microsoft.com/office/drawing/2014/main" val="1339171364"/>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endParaRPr lang="en-US"/>
                    </a:p>
                  </a:txBody>
                  <a:tcPr/>
                </a:tc>
                <a:tc>
                  <a:txBody>
                    <a:bodyPr/>
                    <a:lstStyle/>
                    <a:p>
                      <a:r>
                        <a:rPr lang="en-US"/>
                        <a:t>113</a:t>
                      </a:r>
                    </a:p>
                  </a:txBody>
                  <a:tcPr/>
                </a:tc>
                <a:extLst>
                  <a:ext uri="{0D108BD9-81ED-4DB2-BD59-A6C34878D82A}">
                    <a16:rowId xmlns:a16="http://schemas.microsoft.com/office/drawing/2014/main" val="3605752031"/>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endParaRPr lang="en-US"/>
                    </a:p>
                  </a:txBody>
                  <a:tcPr/>
                </a:tc>
                <a:tc>
                  <a:txBody>
                    <a:bodyPr/>
                    <a:lstStyle/>
                    <a:p>
                      <a:r>
                        <a:rPr lang="en-US"/>
                        <a:t>114</a:t>
                      </a:r>
                    </a:p>
                  </a:txBody>
                  <a:tcPr/>
                </a:tc>
                <a:extLst>
                  <a:ext uri="{0D108BD9-81ED-4DB2-BD59-A6C34878D82A}">
                    <a16:rowId xmlns:a16="http://schemas.microsoft.com/office/drawing/2014/main" val="1354636698"/>
                  </a:ext>
                </a:extLst>
              </a:tr>
            </a:tbl>
          </a:graphicData>
        </a:graphic>
      </p:graphicFrame>
      <p:graphicFrame>
        <p:nvGraphicFramePr>
          <p:cNvPr id="8" name="Table 7">
            <a:extLst>
              <a:ext uri="{FF2B5EF4-FFF2-40B4-BE49-F238E27FC236}">
                <a16:creationId xmlns:a16="http://schemas.microsoft.com/office/drawing/2014/main" id="{16504D56-51A5-5478-B0EC-EA8E2A6931DE}"/>
              </a:ext>
            </a:extLst>
          </p:cNvPr>
          <p:cNvGraphicFramePr>
            <a:graphicFrameLocks noGrp="1"/>
          </p:cNvGraphicFramePr>
          <p:nvPr/>
        </p:nvGraphicFramePr>
        <p:xfrm>
          <a:off x="-27577" y="32947"/>
          <a:ext cx="8168640" cy="148336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2328387232"/>
                    </a:ext>
                  </a:extLst>
                </a:gridCol>
                <a:gridCol w="4084320">
                  <a:extLst>
                    <a:ext uri="{9D8B030D-6E8A-4147-A177-3AD203B41FA5}">
                      <a16:colId xmlns:a16="http://schemas.microsoft.com/office/drawing/2014/main" val="669837372"/>
                    </a:ext>
                  </a:extLst>
                </a:gridCol>
              </a:tblGrid>
              <a:tr h="370840">
                <a:tc>
                  <a:txBody>
                    <a:bodyPr/>
                    <a:lstStyle/>
                    <a:p>
                      <a:r>
                        <a:rPr lang="en-US"/>
                        <a:t>Student</a:t>
                      </a:r>
                    </a:p>
                  </a:txBody>
                  <a:tcPr/>
                </a:tc>
                <a:tc>
                  <a:txBody>
                    <a:bodyPr/>
                    <a:lstStyle/>
                    <a:p>
                      <a:r>
                        <a:rPr lang="en-US"/>
                        <a:t>VM ID</a:t>
                      </a:r>
                    </a:p>
                  </a:txBody>
                  <a:tcPr/>
                </a:tc>
                <a:extLst>
                  <a:ext uri="{0D108BD9-81ED-4DB2-BD59-A6C34878D82A}">
                    <a16:rowId xmlns:a16="http://schemas.microsoft.com/office/drawing/2014/main" val="1158065527"/>
                  </a:ext>
                </a:extLst>
              </a:tr>
              <a:tr h="370840">
                <a:tc>
                  <a:txBody>
                    <a:bodyPr/>
                    <a:lstStyle/>
                    <a:p>
                      <a:pPr lvl="0">
                        <a:buNone/>
                      </a:pPr>
                      <a:r>
                        <a:rPr lang="en-US"/>
                        <a:t>Tendai</a:t>
                      </a:r>
                      <a:endParaRPr lang="en-US" err="1"/>
                    </a:p>
                  </a:txBody>
                  <a:tcPr/>
                </a:tc>
                <a:tc>
                  <a:txBody>
                    <a:bodyPr/>
                    <a:lstStyle/>
                    <a:p>
                      <a:r>
                        <a:rPr lang="en-US"/>
                        <a:t>101</a:t>
                      </a:r>
                    </a:p>
                  </a:txBody>
                  <a:tcPr/>
                </a:tc>
                <a:extLst>
                  <a:ext uri="{0D108BD9-81ED-4DB2-BD59-A6C34878D82A}">
                    <a16:rowId xmlns:a16="http://schemas.microsoft.com/office/drawing/2014/main" val="3872719047"/>
                  </a:ext>
                </a:extLst>
              </a:tr>
              <a:tr h="370840">
                <a:tc>
                  <a:txBody>
                    <a:bodyPr/>
                    <a:lstStyle/>
                    <a:p>
                      <a:pPr lvl="0">
                        <a:buNone/>
                      </a:pPr>
                      <a:r>
                        <a:rPr lang="en-US"/>
                        <a:t>Kyle</a:t>
                      </a:r>
                      <a:endParaRPr lang="en-US" err="1"/>
                    </a:p>
                  </a:txBody>
                  <a:tcPr/>
                </a:tc>
                <a:tc>
                  <a:txBody>
                    <a:bodyPr/>
                    <a:lstStyle/>
                    <a:p>
                      <a:r>
                        <a:rPr lang="en-US"/>
                        <a:t>102</a:t>
                      </a:r>
                    </a:p>
                  </a:txBody>
                  <a:tcPr/>
                </a:tc>
                <a:extLst>
                  <a:ext uri="{0D108BD9-81ED-4DB2-BD59-A6C34878D82A}">
                    <a16:rowId xmlns:a16="http://schemas.microsoft.com/office/drawing/2014/main" val="1467833407"/>
                  </a:ext>
                </a:extLst>
              </a:tr>
              <a:tr h="370840">
                <a:tc>
                  <a:txBody>
                    <a:bodyPr/>
                    <a:lstStyle/>
                    <a:p>
                      <a:pPr lvl="0">
                        <a:buNone/>
                      </a:pPr>
                      <a:r>
                        <a:rPr lang="en-US"/>
                        <a:t>Michael</a:t>
                      </a:r>
                      <a:endParaRPr lang="en-US" err="1"/>
                    </a:p>
                  </a:txBody>
                  <a:tcPr/>
                </a:tc>
                <a:tc>
                  <a:txBody>
                    <a:bodyPr/>
                    <a:lstStyle/>
                    <a:p>
                      <a:r>
                        <a:rPr lang="en-US"/>
                        <a:t>105</a:t>
                      </a:r>
                    </a:p>
                  </a:txBody>
                  <a:tcPr/>
                </a:tc>
                <a:extLst>
                  <a:ext uri="{0D108BD9-81ED-4DB2-BD59-A6C34878D82A}">
                    <a16:rowId xmlns:a16="http://schemas.microsoft.com/office/drawing/2014/main" val="1053998084"/>
                  </a:ext>
                </a:extLst>
              </a:tr>
            </a:tbl>
          </a:graphicData>
        </a:graphic>
      </p:graphicFrame>
      <p:pic>
        <p:nvPicPr>
          <p:cNvPr id="9" name="Picture 8" descr="A blue and yellow logo&#10;&#10;AI-generated content may be incorrect.">
            <a:extLst>
              <a:ext uri="{FF2B5EF4-FFF2-40B4-BE49-F238E27FC236}">
                <a16:creationId xmlns:a16="http://schemas.microsoft.com/office/drawing/2014/main" id="{58E4F017-A7B1-B0C9-A2B0-1A1427BA004A}"/>
              </a:ext>
            </a:extLst>
          </p:cNvPr>
          <p:cNvPicPr>
            <a:picLocks noChangeAspect="1"/>
          </p:cNvPicPr>
          <p:nvPr/>
        </p:nvPicPr>
        <p:blipFill>
          <a:blip r:embed="rId2"/>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DB34F2D1-9EED-378C-1E88-4A7778C2D3DD}"/>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4233512162"/>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3" name="Content Placeholder 12" descr="A screenshot of a computer&#10;&#10;AI-generated content may be incorrect.">
            <a:extLst>
              <a:ext uri="{FF2B5EF4-FFF2-40B4-BE49-F238E27FC236}">
                <a16:creationId xmlns:a16="http://schemas.microsoft.com/office/drawing/2014/main" id="{B8EB29E2-80E8-3AB2-A1E9-A74FD8658E1F}"/>
              </a:ext>
            </a:extLst>
          </p:cNvPr>
          <p:cNvPicPr>
            <a:picLocks noGrp="1" noChangeAspect="1"/>
          </p:cNvPicPr>
          <p:nvPr>
            <p:ph idx="1"/>
          </p:nvPr>
        </p:nvPicPr>
        <p:blipFill>
          <a:blip r:embed="rId2"/>
          <a:srcRect l="-357" t="10214" r="476" b="22199"/>
          <a:stretch>
            <a:fillRect/>
          </a:stretch>
        </p:blipFill>
        <p:spPr>
          <a:xfrm>
            <a:off x="-3854" y="-677"/>
            <a:ext cx="12192009" cy="4647108"/>
          </a:xfrm>
          <a:prstGeom prst="rect">
            <a:avLst/>
          </a:prstGeom>
        </p:spPr>
      </p:pic>
      <p:sp>
        <p:nvSpPr>
          <p:cNvPr id="12"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 Placeholder 2">
            <a:extLst>
              <a:ext uri="{FF2B5EF4-FFF2-40B4-BE49-F238E27FC236}">
                <a16:creationId xmlns:a16="http://schemas.microsoft.com/office/drawing/2014/main" id="{74F19B4C-2276-147B-B1B5-167AD759730F}"/>
              </a:ext>
            </a:extLst>
          </p:cNvPr>
          <p:cNvSpPr>
            <a:spLocks noGrp="1"/>
          </p:cNvSpPr>
          <p:nvPr>
            <p:ph type="body" sz="half" idx="2"/>
          </p:nvPr>
        </p:nvSpPr>
        <p:spPr>
          <a:xfrm>
            <a:off x="-434" y="5833437"/>
            <a:ext cx="12188370" cy="1023111"/>
          </a:xfrm>
        </p:spPr>
        <p:txBody>
          <a:bodyPr vert="horz" lIns="91440" tIns="45720" rIns="91440" bIns="45720" rtlCol="0" anchor="t">
            <a:normAutofit/>
          </a:bodyPr>
          <a:lstStyle/>
          <a:p>
            <a:r>
              <a:rPr lang="en-US" sz="2200" b="1">
                <a:solidFill>
                  <a:schemeClr val="accent6">
                    <a:lumMod val="60000"/>
                    <a:lumOff val="40000"/>
                  </a:schemeClr>
                </a:solidFill>
              </a:rPr>
              <a:t>1. Press "start" in the top left corner, and once your VM has a green checkmark next to its name, press "console". </a:t>
            </a:r>
            <a:endParaRPr lang="en-US" b="1">
              <a:solidFill>
                <a:schemeClr val="tx2">
                  <a:lumMod val="76000"/>
                  <a:lumOff val="24000"/>
                </a:schemeClr>
              </a:solidFill>
            </a:endParaRPr>
          </a:p>
        </p:txBody>
      </p:sp>
      <p:sp>
        <p:nvSpPr>
          <p:cNvPr id="7" name="Arrow: Up 6">
            <a:extLst>
              <a:ext uri="{FF2B5EF4-FFF2-40B4-BE49-F238E27FC236}">
                <a16:creationId xmlns:a16="http://schemas.microsoft.com/office/drawing/2014/main" id="{0F117614-05DF-01CB-9041-44C9014D2A59}"/>
              </a:ext>
            </a:extLst>
          </p:cNvPr>
          <p:cNvSpPr/>
          <p:nvPr/>
        </p:nvSpPr>
        <p:spPr>
          <a:xfrm>
            <a:off x="207158" y="1192810"/>
            <a:ext cx="346745" cy="4251379"/>
          </a:xfrm>
          <a:prstGeom prst="up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Arrow: Up 7">
            <a:extLst>
              <a:ext uri="{FF2B5EF4-FFF2-40B4-BE49-F238E27FC236}">
                <a16:creationId xmlns:a16="http://schemas.microsoft.com/office/drawing/2014/main" id="{325FDF53-B0E7-F987-30C1-B6D1202B35AD}"/>
              </a:ext>
            </a:extLst>
          </p:cNvPr>
          <p:cNvSpPr/>
          <p:nvPr/>
        </p:nvSpPr>
        <p:spPr>
          <a:xfrm>
            <a:off x="8915729" y="568695"/>
            <a:ext cx="368516" cy="5144007"/>
          </a:xfrm>
          <a:prstGeom prst="up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Arrow: Up 8">
            <a:extLst>
              <a:ext uri="{FF2B5EF4-FFF2-40B4-BE49-F238E27FC236}">
                <a16:creationId xmlns:a16="http://schemas.microsoft.com/office/drawing/2014/main" id="{02576B97-B85A-2CD9-9300-DDD4A9C3462B}"/>
              </a:ext>
            </a:extLst>
          </p:cNvPr>
          <p:cNvSpPr/>
          <p:nvPr/>
        </p:nvSpPr>
        <p:spPr>
          <a:xfrm>
            <a:off x="10686472" y="474352"/>
            <a:ext cx="368516" cy="5144007"/>
          </a:xfrm>
          <a:prstGeom prst="up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4" name="Picture 13" descr="A blue and yellow logo&#10;&#10;AI-generated content may be incorrect.">
            <a:extLst>
              <a:ext uri="{FF2B5EF4-FFF2-40B4-BE49-F238E27FC236}">
                <a16:creationId xmlns:a16="http://schemas.microsoft.com/office/drawing/2014/main" id="{ED28040D-DBB7-F79F-20FC-401B74BD6C21}"/>
              </a:ext>
            </a:extLst>
          </p:cNvPr>
          <p:cNvPicPr>
            <a:picLocks noChangeAspect="1"/>
          </p:cNvPicPr>
          <p:nvPr/>
        </p:nvPicPr>
        <p:blipFill>
          <a:blip r:embed="rId3"/>
          <a:stretch>
            <a:fillRect/>
          </a:stretch>
        </p:blipFill>
        <p:spPr>
          <a:xfrm>
            <a:off x="2721" y="6535736"/>
            <a:ext cx="1090387" cy="325212"/>
          </a:xfrm>
          <a:prstGeom prst="rect">
            <a:avLst/>
          </a:prstGeom>
        </p:spPr>
      </p:pic>
      <p:sp>
        <p:nvSpPr>
          <p:cNvPr id="2" name="TextBox 1">
            <a:extLst>
              <a:ext uri="{FF2B5EF4-FFF2-40B4-BE49-F238E27FC236}">
                <a16:creationId xmlns:a16="http://schemas.microsoft.com/office/drawing/2014/main" id="{005B1A34-5230-FD8F-B539-534CD868B1D3}"/>
              </a:ext>
            </a:extLst>
          </p:cNvPr>
          <p:cNvSpPr txBox="1"/>
          <p:nvPr/>
        </p:nvSpPr>
        <p:spPr>
          <a:xfrm>
            <a:off x="213340" y="834870"/>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1</a:t>
            </a:r>
          </a:p>
        </p:txBody>
      </p:sp>
      <p:sp>
        <p:nvSpPr>
          <p:cNvPr id="4" name="TextBox 3">
            <a:extLst>
              <a:ext uri="{FF2B5EF4-FFF2-40B4-BE49-F238E27FC236}">
                <a16:creationId xmlns:a16="http://schemas.microsoft.com/office/drawing/2014/main" id="{3D1FDE3C-3B8D-F58C-186B-A30EC9E095EE}"/>
              </a:ext>
            </a:extLst>
          </p:cNvPr>
          <p:cNvSpPr txBox="1"/>
          <p:nvPr/>
        </p:nvSpPr>
        <p:spPr>
          <a:xfrm>
            <a:off x="8950938" y="559098"/>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2</a:t>
            </a:r>
          </a:p>
        </p:txBody>
      </p:sp>
      <p:sp>
        <p:nvSpPr>
          <p:cNvPr id="6" name="TextBox 5">
            <a:extLst>
              <a:ext uri="{FF2B5EF4-FFF2-40B4-BE49-F238E27FC236}">
                <a16:creationId xmlns:a16="http://schemas.microsoft.com/office/drawing/2014/main" id="{F8836F93-B6DB-3C07-32D9-DDE663389775}"/>
              </a:ext>
            </a:extLst>
          </p:cNvPr>
          <p:cNvSpPr txBox="1"/>
          <p:nvPr/>
        </p:nvSpPr>
        <p:spPr>
          <a:xfrm>
            <a:off x="10728940" y="47201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a:t>3</a:t>
            </a:r>
          </a:p>
        </p:txBody>
      </p:sp>
      <p:sp>
        <p:nvSpPr>
          <p:cNvPr id="15" name="TextBox 14">
            <a:extLst>
              <a:ext uri="{FF2B5EF4-FFF2-40B4-BE49-F238E27FC236}">
                <a16:creationId xmlns:a16="http://schemas.microsoft.com/office/drawing/2014/main" id="{3D74FA1D-F000-3421-FABA-BFC677FB96AB}"/>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2855086853"/>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A8384FB5-9ADC-4DDC-881B-597D56F5B15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Rectangle 24">
            <a:extLst>
              <a:ext uri="{FF2B5EF4-FFF2-40B4-BE49-F238E27FC236}">
                <a16:creationId xmlns:a16="http://schemas.microsoft.com/office/drawing/2014/main" id="{91E5A9A7-95C6-4F4F-B00E-C82E07FE62E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flipH="1">
            <a:off x="-1417539" y="1417538"/>
            <a:ext cx="6875818" cy="4040744"/>
          </a:xfrm>
          <a:prstGeom prst="rect">
            <a:avLst/>
          </a:prstGeom>
          <a:gradFill>
            <a:gsLst>
              <a:gs pos="0">
                <a:srgbClr val="000000"/>
              </a:gs>
              <a:gs pos="100000">
                <a:schemeClr val="accent1">
                  <a:lumMod val="75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7" name="Rectangle 26">
            <a:extLst>
              <a:ext uri="{FF2B5EF4-FFF2-40B4-BE49-F238E27FC236}">
                <a16:creationId xmlns:a16="http://schemas.microsoft.com/office/drawing/2014/main" id="{D07DD2DE-F619-49DD-B5E7-03A290FF4ED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158495" y="2660473"/>
            <a:ext cx="4355594" cy="4038603"/>
          </a:xfrm>
          <a:prstGeom prst="rect">
            <a:avLst/>
          </a:prstGeom>
          <a:gradFill>
            <a:gsLst>
              <a:gs pos="0">
                <a:schemeClr val="accent1">
                  <a:alpha val="50000"/>
                </a:schemeClr>
              </a:gs>
              <a:gs pos="100000">
                <a:schemeClr val="accent1">
                  <a:lumMod val="50000"/>
                  <a:alpha val="0"/>
                </a:scheme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9" name="Rectangle 28">
            <a:extLst>
              <a:ext uri="{FF2B5EF4-FFF2-40B4-BE49-F238E27FC236}">
                <a16:creationId xmlns:a16="http://schemas.microsoft.com/office/drawing/2014/main" id="{85149191-5F60-4A28-AAFF-039F96B0F3E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1180882" y="1638085"/>
            <a:ext cx="6857572" cy="3581401"/>
          </a:xfrm>
          <a:prstGeom prst="rect">
            <a:avLst/>
          </a:prstGeom>
          <a:gradFill>
            <a:gsLst>
              <a:gs pos="0">
                <a:srgbClr val="000000">
                  <a:alpha val="59000"/>
                </a:srgbClr>
              </a:gs>
              <a:gs pos="69000">
                <a:schemeClr val="accent1">
                  <a:alpha val="0"/>
                </a:schemeClr>
              </a:gs>
            </a:gsLst>
            <a:lin ang="13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1" name="Freeform: Shape 30">
            <a:extLst>
              <a:ext uri="{FF2B5EF4-FFF2-40B4-BE49-F238E27FC236}">
                <a16:creationId xmlns:a16="http://schemas.microsoft.com/office/drawing/2014/main" id="{F8260ED5-17F7-4158-B241-D51DD4CF1B7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6097846">
            <a:off x="-747355" y="1201312"/>
            <a:ext cx="4808302" cy="4088666"/>
          </a:xfrm>
          <a:custGeom>
            <a:avLst/>
            <a:gdLst>
              <a:gd name="connsiteX0" fmla="*/ 48844 w 4808302"/>
              <a:gd name="connsiteY0" fmla="*/ 2888671 h 4088666"/>
              <a:gd name="connsiteX1" fmla="*/ 0 w 4808302"/>
              <a:gd name="connsiteY1" fmla="*/ 2404151 h 4088666"/>
              <a:gd name="connsiteX2" fmla="*/ 2404151 w 4808302"/>
              <a:gd name="connsiteY2" fmla="*/ 0 h 4088666"/>
              <a:gd name="connsiteX3" fmla="*/ 4808302 w 4808302"/>
              <a:gd name="connsiteY3" fmla="*/ 2404151 h 4088666"/>
              <a:gd name="connsiteX4" fmla="*/ 4700216 w 4808302"/>
              <a:gd name="connsiteY4" fmla="*/ 3119072 h 4088666"/>
              <a:gd name="connsiteX5" fmla="*/ 4643143 w 4808302"/>
              <a:gd name="connsiteY5" fmla="*/ 3275009 h 4088666"/>
              <a:gd name="connsiteX6" fmla="*/ 690093 w 4808302"/>
              <a:gd name="connsiteY6" fmla="*/ 4088666 h 4088666"/>
              <a:gd name="connsiteX7" fmla="*/ 548991 w 4808302"/>
              <a:gd name="connsiteY7" fmla="*/ 3933414 h 4088666"/>
              <a:gd name="connsiteX8" fmla="*/ 48844 w 4808302"/>
              <a:gd name="connsiteY8" fmla="*/ 2888671 h 40886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4808302" h="4088666">
                <a:moveTo>
                  <a:pt x="48844" y="2888671"/>
                </a:moveTo>
                <a:cubicBezTo>
                  <a:pt x="16818" y="2732167"/>
                  <a:pt x="0" y="2570123"/>
                  <a:pt x="0" y="2404151"/>
                </a:cubicBezTo>
                <a:cubicBezTo>
                  <a:pt x="0" y="1076375"/>
                  <a:pt x="1076375" y="0"/>
                  <a:pt x="2404151" y="0"/>
                </a:cubicBezTo>
                <a:cubicBezTo>
                  <a:pt x="3731927" y="0"/>
                  <a:pt x="4808302" y="1076375"/>
                  <a:pt x="4808302" y="2404151"/>
                </a:cubicBezTo>
                <a:cubicBezTo>
                  <a:pt x="4808302" y="2653109"/>
                  <a:pt x="4770461" y="2893229"/>
                  <a:pt x="4700216" y="3119072"/>
                </a:cubicBezTo>
                <a:lnTo>
                  <a:pt x="4643143" y="3275009"/>
                </a:lnTo>
                <a:lnTo>
                  <a:pt x="690093" y="4088666"/>
                </a:lnTo>
                <a:lnTo>
                  <a:pt x="548991" y="3933414"/>
                </a:lnTo>
                <a:cubicBezTo>
                  <a:pt x="304015" y="3636572"/>
                  <a:pt x="128908" y="3279932"/>
                  <a:pt x="48844" y="2888671"/>
                </a:cubicBezTo>
                <a:close/>
              </a:path>
            </a:pathLst>
          </a:custGeom>
          <a:gradFill>
            <a:gsLst>
              <a:gs pos="39000">
                <a:schemeClr val="accent1">
                  <a:lumMod val="60000"/>
                  <a:lumOff val="40000"/>
                  <a:alpha val="0"/>
                </a:schemeClr>
              </a:gs>
              <a:gs pos="100000">
                <a:schemeClr val="accent1">
                  <a:lumMod val="75000"/>
                  <a:alpha val="26000"/>
                </a:schemeClr>
              </a:gs>
            </a:gsLst>
            <a:lin ang="18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F77D2A3C-950C-63EB-6145-A21C3CB7B4E9}"/>
              </a:ext>
            </a:extLst>
          </p:cNvPr>
          <p:cNvSpPr>
            <a:spLocks noGrp="1"/>
          </p:cNvSpPr>
          <p:nvPr>
            <p:ph type="title"/>
          </p:nvPr>
        </p:nvSpPr>
        <p:spPr>
          <a:xfrm>
            <a:off x="660041" y="2767106"/>
            <a:ext cx="2880828" cy="3071906"/>
          </a:xfrm>
        </p:spPr>
        <p:txBody>
          <a:bodyPr vert="horz" lIns="91440" tIns="45720" rIns="91440" bIns="45720" rtlCol="0" anchor="t">
            <a:normAutofit/>
          </a:bodyPr>
          <a:lstStyle/>
          <a:p>
            <a:r>
              <a:rPr lang="en-US" sz="4000" kern="1200">
                <a:solidFill>
                  <a:srgbClr val="FFFFFF"/>
                </a:solidFill>
                <a:latin typeface="+mj-lt"/>
                <a:ea typeface="+mj-ea"/>
                <a:cs typeface="+mj-cs"/>
              </a:rPr>
              <a:t>Out Your Linux Cheat Sheets</a:t>
            </a:r>
          </a:p>
        </p:txBody>
      </p:sp>
      <p:pic>
        <p:nvPicPr>
          <p:cNvPr id="17" name="Picture 16" descr="A blue and yellow logo&#10;&#10;AI-generated content may be incorrect.">
            <a:extLst>
              <a:ext uri="{FF2B5EF4-FFF2-40B4-BE49-F238E27FC236}">
                <a16:creationId xmlns:a16="http://schemas.microsoft.com/office/drawing/2014/main" id="{297BFABE-FBD6-6702-FEA5-4439E4240D58}"/>
              </a:ext>
            </a:extLst>
          </p:cNvPr>
          <p:cNvPicPr>
            <a:picLocks noChangeAspect="1"/>
          </p:cNvPicPr>
          <p:nvPr/>
        </p:nvPicPr>
        <p:blipFill>
          <a:blip r:embed="rId4"/>
          <a:stretch>
            <a:fillRect/>
          </a:stretch>
        </p:blipFill>
        <p:spPr>
          <a:xfrm>
            <a:off x="2721" y="6122079"/>
            <a:ext cx="2498272" cy="738869"/>
          </a:xfrm>
          <a:prstGeom prst="rect">
            <a:avLst/>
          </a:prstGeom>
        </p:spPr>
      </p:pic>
      <p:pic>
        <p:nvPicPr>
          <p:cNvPr id="5" name="Picture Placeholder 4" descr="A screenshot of a computer&#10;&#10;AI-generated content may be incorrect.">
            <a:extLst>
              <a:ext uri="{FF2B5EF4-FFF2-40B4-BE49-F238E27FC236}">
                <a16:creationId xmlns:a16="http://schemas.microsoft.com/office/drawing/2014/main" id="{EAE18FC3-BBCB-753F-8B60-20A1CB06FB91}"/>
              </a:ext>
            </a:extLst>
          </p:cNvPr>
          <p:cNvPicPr>
            <a:picLocks noGrp="1" noChangeAspect="1"/>
          </p:cNvPicPr>
          <p:nvPr>
            <p:ph type="pic" idx="1"/>
          </p:nvPr>
        </p:nvPicPr>
        <p:blipFill>
          <a:blip r:embed="rId5"/>
          <a:srcRect l="40369" t="17586" r="22697" b="27665"/>
          <a:stretch>
            <a:fillRect/>
          </a:stretch>
        </p:blipFill>
        <p:spPr>
          <a:xfrm>
            <a:off x="4043817" y="454"/>
            <a:ext cx="8265579" cy="6855637"/>
          </a:xfrm>
          <a:prstGeom prst="rect">
            <a:avLst/>
          </a:prstGeom>
        </p:spPr>
      </p:pic>
      <p:sp>
        <p:nvSpPr>
          <p:cNvPr id="7" name="TextBox 6">
            <a:extLst>
              <a:ext uri="{FF2B5EF4-FFF2-40B4-BE49-F238E27FC236}">
                <a16:creationId xmlns:a16="http://schemas.microsoft.com/office/drawing/2014/main" id="{58BF0261-5F56-19F3-4095-9354C412020D}"/>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2698344798"/>
      </p:ext>
    </p:extLst>
  </p:cSld>
  <p:clrMapOvr>
    <a:masterClrMapping/>
  </p:clrMapOvr>
  <p:extLst>
    <p:ext uri="{6950BFC3-D8DA-4A85-94F7-54DA5524770B}">
      <p188:commentRel xmlns:p188="http://schemas.microsoft.com/office/powerpoint/2018/8/main" r:id="rId3"/>
    </p:ext>
  </p:extLst>
</p:sld>
</file>

<file path=ppt/slides/slide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3" name="Rectangle 22">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5" name="Freeform: Shape 24">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115E373-08F8-1AE6-8492-68419ABFD846}"/>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kern="1200">
                <a:solidFill>
                  <a:srgbClr val="FFFFFF"/>
                </a:solidFill>
                <a:latin typeface="+mj-lt"/>
                <a:ea typeface="+mj-ea"/>
                <a:cs typeface="+mj-cs"/>
              </a:rPr>
              <a:t>Linux Command Line Practice</a:t>
            </a:r>
          </a:p>
        </p:txBody>
      </p:sp>
      <p:sp>
        <p:nvSpPr>
          <p:cNvPr id="3" name="Content Placeholder 2">
            <a:extLst>
              <a:ext uri="{FF2B5EF4-FFF2-40B4-BE49-F238E27FC236}">
                <a16:creationId xmlns:a16="http://schemas.microsoft.com/office/drawing/2014/main" id="{D56A6D4E-31AE-A6E2-AEB9-F05184A05D0D}"/>
              </a:ext>
            </a:extLst>
          </p:cNvPr>
          <p:cNvSpPr>
            <a:spLocks noGrp="1"/>
          </p:cNvSpPr>
          <p:nvPr>
            <p:ph type="body" idx="1"/>
          </p:nvPr>
        </p:nvSpPr>
        <p:spPr>
          <a:xfrm>
            <a:off x="2895601" y="1900826"/>
            <a:ext cx="6396204" cy="662542"/>
          </a:xfrm>
        </p:spPr>
        <p:txBody>
          <a:bodyPr vert="horz" lIns="91440" tIns="45720" rIns="91440" bIns="45720" rtlCol="0" anchor="ctr">
            <a:normAutofit/>
          </a:bodyPr>
          <a:lstStyle/>
          <a:p>
            <a:pPr algn="ctr"/>
            <a:r>
              <a:rPr lang="en-US" kern="1200">
                <a:solidFill>
                  <a:srgbClr val="FFFFFF"/>
                </a:solidFill>
                <a:latin typeface="+mn-lt"/>
                <a:ea typeface="+mn-ea"/>
                <a:cs typeface="+mn-cs"/>
              </a:rPr>
              <a:t>Demonstration in terminal. Please follow along!</a:t>
            </a:r>
          </a:p>
        </p:txBody>
      </p:sp>
      <p:sp>
        <p:nvSpPr>
          <p:cNvPr id="27"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E602F4D0-D16B-CD56-5C16-F35FE6F290D1}"/>
              </a:ext>
            </a:extLst>
          </p:cNvPr>
          <p:cNvPicPr>
            <a:picLocks noChangeAspect="1"/>
          </p:cNvPicPr>
          <p:nvPr/>
        </p:nvPicPr>
        <p:blipFill>
          <a:blip r:embed="rId3"/>
          <a:stretch>
            <a:fillRect/>
          </a:stretch>
        </p:blipFill>
        <p:spPr>
          <a:xfrm>
            <a:off x="1035177" y="3096973"/>
            <a:ext cx="10118598" cy="2959690"/>
          </a:xfrm>
          <a:prstGeom prst="rect">
            <a:avLst/>
          </a:prstGeom>
        </p:spPr>
      </p:pic>
      <p:sp>
        <p:nvSpPr>
          <p:cNvPr id="6" name="TextBox 5">
            <a:extLst>
              <a:ext uri="{FF2B5EF4-FFF2-40B4-BE49-F238E27FC236}">
                <a16:creationId xmlns:a16="http://schemas.microsoft.com/office/drawing/2014/main" id="{4D511C59-FA7F-C897-8725-29F856820067}"/>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3785189162"/>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DC468C7-1814-861E-B9AE-A426A3AADE94}"/>
              </a:ext>
            </a:extLst>
          </p:cNvPr>
          <p:cNvSpPr>
            <a:spLocks noGrp="1"/>
          </p:cNvSpPr>
          <p:nvPr>
            <p:ph type="title"/>
          </p:nvPr>
        </p:nvSpPr>
        <p:spPr/>
        <p:txBody>
          <a:bodyPr/>
          <a:lstStyle/>
          <a:p>
            <a:r>
              <a:rPr lang="en-US"/>
              <a:t>What is binary?</a:t>
            </a:r>
          </a:p>
        </p:txBody>
      </p:sp>
      <p:graphicFrame>
        <p:nvGraphicFramePr>
          <p:cNvPr id="7" name="Content Placeholder 2">
            <a:extLst>
              <a:ext uri="{FF2B5EF4-FFF2-40B4-BE49-F238E27FC236}">
                <a16:creationId xmlns:a16="http://schemas.microsoft.com/office/drawing/2014/main" id="{D3D44FB7-9592-910E-39B9-3B2317803BE7}"/>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5" name="Picture 4" descr="A blue and yellow logo&#10;&#10;AI-generated content may be incorrect.">
            <a:extLst>
              <a:ext uri="{FF2B5EF4-FFF2-40B4-BE49-F238E27FC236}">
                <a16:creationId xmlns:a16="http://schemas.microsoft.com/office/drawing/2014/main" id="{474A68FF-60B9-74C8-2D60-A9F02F1F6C8C}"/>
              </a:ext>
            </a:extLst>
          </p:cNvPr>
          <p:cNvPicPr>
            <a:picLocks noChangeAspect="1"/>
          </p:cNvPicPr>
          <p:nvPr/>
        </p:nvPicPr>
        <p:blipFill>
          <a:blip r:embed="rId7"/>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4E7F176A-4C95-261C-00F3-2E29C9BAE483}"/>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842908293"/>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1446BA8-5AD2-8C85-7393-68918E8F68ED}"/>
              </a:ext>
            </a:extLst>
          </p:cNvPr>
          <p:cNvSpPr>
            <a:spLocks noGrp="1"/>
          </p:cNvSpPr>
          <p:nvPr>
            <p:ph type="title"/>
          </p:nvPr>
        </p:nvSpPr>
        <p:spPr/>
        <p:txBody>
          <a:bodyPr/>
          <a:lstStyle/>
          <a:p>
            <a:r>
              <a:rPr lang="en-US"/>
              <a:t>Decimal (Base 10s)</a:t>
            </a:r>
          </a:p>
        </p:txBody>
      </p:sp>
      <p:sp>
        <p:nvSpPr>
          <p:cNvPr id="3" name="Content Placeholder 2">
            <a:extLst>
              <a:ext uri="{FF2B5EF4-FFF2-40B4-BE49-F238E27FC236}">
                <a16:creationId xmlns:a16="http://schemas.microsoft.com/office/drawing/2014/main" id="{FD95C923-8CDD-4359-83DF-A4DFDA55BC3E}"/>
              </a:ext>
            </a:extLst>
          </p:cNvPr>
          <p:cNvSpPr>
            <a:spLocks noGrp="1"/>
          </p:cNvSpPr>
          <p:nvPr>
            <p:ph idx="1"/>
          </p:nvPr>
        </p:nvSpPr>
        <p:spPr/>
        <p:txBody>
          <a:bodyPr vert="horz" lIns="91440" tIns="45720" rIns="91440" bIns="45720" rtlCol="0" anchor="t">
            <a:normAutofit/>
          </a:bodyPr>
          <a:lstStyle/>
          <a:p>
            <a:r>
              <a:rPr lang="en-US"/>
              <a:t>Digits: 0, 1, 2, 3, 4, 5, 6, 7, 8, 9</a:t>
            </a:r>
          </a:p>
          <a:p>
            <a:pPr marL="0" indent="0">
              <a:buNone/>
            </a:pPr>
            <a:r>
              <a:rPr lang="en-US"/>
              <a:t>Example:</a:t>
            </a:r>
          </a:p>
          <a:p>
            <a:pPr marL="0" indent="0">
              <a:buNone/>
            </a:pPr>
            <a:r>
              <a:rPr lang="en-US"/>
              <a:t>4285 = </a:t>
            </a:r>
            <a:r>
              <a:rPr lang="en-US" b="1">
                <a:latin typeface="Aptos"/>
              </a:rPr>
              <a:t>4285</a:t>
            </a:r>
            <a:r>
              <a:rPr lang="en-US" baseline="-25000">
                <a:latin typeface="Inter"/>
              </a:rPr>
              <a:t>10</a:t>
            </a:r>
            <a:r>
              <a:rPr lang="en-US" b="1">
                <a:latin typeface="Inter"/>
              </a:rPr>
              <a:t> </a:t>
            </a:r>
            <a:r>
              <a:rPr lang="en-US">
                <a:latin typeface="Inter"/>
              </a:rPr>
              <a:t>=  (</a:t>
            </a:r>
            <a:r>
              <a:rPr lang="en-US" b="1">
                <a:latin typeface="Inter"/>
              </a:rPr>
              <a:t>4</a:t>
            </a:r>
            <a:r>
              <a:rPr lang="en-US">
                <a:latin typeface="Inter"/>
              </a:rPr>
              <a:t>x10</a:t>
            </a:r>
            <a:r>
              <a:rPr lang="en-US" baseline="30000">
                <a:latin typeface="Inter"/>
              </a:rPr>
              <a:t>3</a:t>
            </a:r>
            <a:r>
              <a:rPr lang="en-US">
                <a:latin typeface="Inter"/>
              </a:rPr>
              <a:t>) + (</a:t>
            </a:r>
            <a:r>
              <a:rPr lang="en-US" b="1">
                <a:latin typeface="Inter"/>
              </a:rPr>
              <a:t>2</a:t>
            </a:r>
            <a:r>
              <a:rPr lang="en-US">
                <a:latin typeface="Inter"/>
              </a:rPr>
              <a:t>x10</a:t>
            </a:r>
            <a:r>
              <a:rPr lang="en-US" baseline="30000">
                <a:latin typeface="Inter"/>
              </a:rPr>
              <a:t>2</a:t>
            </a:r>
            <a:r>
              <a:rPr lang="en-US">
                <a:latin typeface="Inter"/>
              </a:rPr>
              <a:t>) + (</a:t>
            </a:r>
            <a:r>
              <a:rPr lang="en-US" b="1">
                <a:latin typeface="Inter"/>
              </a:rPr>
              <a:t>8</a:t>
            </a:r>
            <a:r>
              <a:rPr lang="en-US">
                <a:latin typeface="Inter"/>
              </a:rPr>
              <a:t>x10</a:t>
            </a:r>
            <a:r>
              <a:rPr lang="en-US" baseline="30000">
                <a:latin typeface="Inter"/>
              </a:rPr>
              <a:t>1</a:t>
            </a:r>
            <a:r>
              <a:rPr lang="en-US">
                <a:latin typeface="Inter"/>
              </a:rPr>
              <a:t>) + (</a:t>
            </a:r>
            <a:r>
              <a:rPr lang="en-US" b="1">
                <a:latin typeface="Inter"/>
              </a:rPr>
              <a:t>5</a:t>
            </a:r>
            <a:r>
              <a:rPr lang="en-US">
                <a:latin typeface="Inter"/>
              </a:rPr>
              <a:t>x10</a:t>
            </a:r>
            <a:r>
              <a:rPr lang="en-US" baseline="30000">
                <a:latin typeface="Inter"/>
              </a:rPr>
              <a:t>0</a:t>
            </a:r>
            <a:r>
              <a:rPr lang="en-US">
                <a:latin typeface="Inter"/>
              </a:rPr>
              <a:t>)</a:t>
            </a:r>
            <a:endParaRPr lang="en-US">
              <a:latin typeface="Aptos" panose="020B0004020202020204"/>
            </a:endParaRPr>
          </a:p>
          <a:p>
            <a:pPr marL="0" indent="0">
              <a:buNone/>
            </a:pPr>
            <a:r>
              <a:rPr lang="en-US"/>
              <a:t>       = 4000     +      200      +       80       +       5</a:t>
            </a:r>
          </a:p>
          <a:p>
            <a:pPr marL="0" indent="0">
              <a:buNone/>
            </a:pPr>
            <a:r>
              <a:rPr lang="en-US"/>
              <a:t>            = 4285</a:t>
            </a:r>
            <a:br>
              <a:rPr lang="en-US"/>
            </a:br>
            <a:endParaRPr lang="en-US"/>
          </a:p>
        </p:txBody>
      </p:sp>
      <p:pic>
        <p:nvPicPr>
          <p:cNvPr id="5" name="Picture 4" descr="A blue and yellow logo&#10;&#10;AI-generated content may be incorrect.">
            <a:extLst>
              <a:ext uri="{FF2B5EF4-FFF2-40B4-BE49-F238E27FC236}">
                <a16:creationId xmlns:a16="http://schemas.microsoft.com/office/drawing/2014/main" id="{8A3973CE-FB53-1A4C-DA1B-286BAF6CE3AF}"/>
              </a:ext>
            </a:extLst>
          </p:cNvPr>
          <p:cNvPicPr>
            <a:picLocks noChangeAspect="1"/>
          </p:cNvPicPr>
          <p:nvPr/>
        </p:nvPicPr>
        <p:blipFill>
          <a:blip r:embed="rId2"/>
          <a:stretch>
            <a:fillRect/>
          </a:stretch>
        </p:blipFill>
        <p:spPr>
          <a:xfrm>
            <a:off x="2721" y="6122079"/>
            <a:ext cx="2498272" cy="738869"/>
          </a:xfrm>
          <a:prstGeom prst="rect">
            <a:avLst/>
          </a:prstGeom>
        </p:spPr>
      </p:pic>
      <p:sp>
        <p:nvSpPr>
          <p:cNvPr id="6" name="TextBox 5">
            <a:extLst>
              <a:ext uri="{FF2B5EF4-FFF2-40B4-BE49-F238E27FC236}">
                <a16:creationId xmlns:a16="http://schemas.microsoft.com/office/drawing/2014/main" id="{67791B95-0AE9-6587-7528-AE0F88DAB53F}"/>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157042055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AB22A534-7C6B-8917-5E90-03735510BF9B}"/>
              </a:ext>
            </a:extLst>
          </p:cNvPr>
          <p:cNvSpPr>
            <a:spLocks noGrp="1"/>
          </p:cNvSpPr>
          <p:nvPr>
            <p:ph type="title"/>
          </p:nvPr>
        </p:nvSpPr>
        <p:spPr/>
        <p:txBody>
          <a:bodyPr/>
          <a:lstStyle/>
          <a:p>
            <a:r>
              <a:rPr lang="en-US"/>
              <a:t>Base 2 (Two) - Binary</a:t>
            </a:r>
          </a:p>
        </p:txBody>
      </p:sp>
      <p:sp>
        <p:nvSpPr>
          <p:cNvPr id="3" name="Content Placeholder 2">
            <a:extLst>
              <a:ext uri="{FF2B5EF4-FFF2-40B4-BE49-F238E27FC236}">
                <a16:creationId xmlns:a16="http://schemas.microsoft.com/office/drawing/2014/main" id="{50D1BBAB-E5A8-F119-866C-2859B7C288B1}"/>
              </a:ext>
            </a:extLst>
          </p:cNvPr>
          <p:cNvSpPr>
            <a:spLocks noGrp="1"/>
          </p:cNvSpPr>
          <p:nvPr>
            <p:ph idx="1"/>
          </p:nvPr>
        </p:nvSpPr>
        <p:spPr/>
        <p:txBody>
          <a:bodyPr vert="horz" lIns="91440" tIns="45720" rIns="91440" bIns="45720" rtlCol="0" anchor="t">
            <a:normAutofit/>
          </a:bodyPr>
          <a:lstStyle/>
          <a:p>
            <a:r>
              <a:rPr lang="en-US"/>
              <a:t>Digits: 0,1 (</a:t>
            </a:r>
            <a:r>
              <a:rPr lang="en-US" b="1"/>
              <a:t>bi</a:t>
            </a:r>
            <a:r>
              <a:rPr lang="en-US"/>
              <a:t>nary digi</a:t>
            </a:r>
            <a:r>
              <a:rPr lang="en-US" b="1"/>
              <a:t>ts</a:t>
            </a:r>
            <a:r>
              <a:rPr lang="en-US"/>
              <a:t> -&gt; </a:t>
            </a:r>
            <a:r>
              <a:rPr lang="en-US" b="1"/>
              <a:t>bits</a:t>
            </a:r>
            <a:r>
              <a:rPr lang="en-US"/>
              <a:t>)</a:t>
            </a:r>
          </a:p>
          <a:p>
            <a:r>
              <a:rPr lang="en-US"/>
              <a:t>Example: Binary number 1101</a:t>
            </a:r>
          </a:p>
          <a:p>
            <a:r>
              <a:rPr lang="en-US"/>
              <a:t>Convert to decimal:</a:t>
            </a:r>
          </a:p>
          <a:p>
            <a:pPr marL="0" indent="0">
              <a:buNone/>
            </a:pPr>
            <a:r>
              <a:rPr lang="en-US"/>
              <a:t>0b1101 = </a:t>
            </a:r>
            <a:r>
              <a:rPr lang="en-US" b="1">
                <a:latin typeface="Inter"/>
              </a:rPr>
              <a:t>1101</a:t>
            </a:r>
            <a:r>
              <a:rPr lang="en-US" baseline="-25000">
                <a:latin typeface="Inter"/>
              </a:rPr>
              <a:t>2</a:t>
            </a:r>
            <a:r>
              <a:rPr lang="en-US">
                <a:latin typeface="Inter"/>
              </a:rPr>
              <a:t> = (</a:t>
            </a:r>
            <a:r>
              <a:rPr lang="en-US" b="1">
                <a:latin typeface="Inter"/>
              </a:rPr>
              <a:t>1</a:t>
            </a:r>
            <a:r>
              <a:rPr lang="en-US">
                <a:latin typeface="Inter"/>
              </a:rPr>
              <a:t>x2</a:t>
            </a:r>
            <a:r>
              <a:rPr lang="en-US" baseline="30000">
                <a:latin typeface="Inter"/>
              </a:rPr>
              <a:t>3</a:t>
            </a:r>
            <a:r>
              <a:rPr lang="en-US">
                <a:latin typeface="Inter"/>
              </a:rPr>
              <a:t>) + (</a:t>
            </a:r>
            <a:r>
              <a:rPr lang="en-US" b="1">
                <a:latin typeface="Inter"/>
              </a:rPr>
              <a:t>1</a:t>
            </a:r>
            <a:r>
              <a:rPr lang="en-US">
                <a:latin typeface="Inter"/>
              </a:rPr>
              <a:t>x2</a:t>
            </a:r>
            <a:r>
              <a:rPr lang="en-US" baseline="30000">
                <a:latin typeface="Inter"/>
              </a:rPr>
              <a:t>2</a:t>
            </a:r>
            <a:r>
              <a:rPr lang="en-US">
                <a:latin typeface="Inter"/>
              </a:rPr>
              <a:t>) + (</a:t>
            </a:r>
            <a:r>
              <a:rPr lang="en-US" b="1">
                <a:latin typeface="Inter"/>
              </a:rPr>
              <a:t>0</a:t>
            </a:r>
            <a:r>
              <a:rPr lang="en-US">
                <a:latin typeface="Inter"/>
              </a:rPr>
              <a:t>x2</a:t>
            </a:r>
            <a:r>
              <a:rPr lang="en-US" baseline="30000">
                <a:latin typeface="Inter"/>
              </a:rPr>
              <a:t>1</a:t>
            </a:r>
            <a:r>
              <a:rPr lang="en-US">
                <a:latin typeface="Inter"/>
              </a:rPr>
              <a:t>) + (</a:t>
            </a:r>
            <a:r>
              <a:rPr lang="en-US" b="1">
                <a:latin typeface="Inter"/>
              </a:rPr>
              <a:t>1</a:t>
            </a:r>
            <a:r>
              <a:rPr lang="en-US">
                <a:latin typeface="Inter"/>
              </a:rPr>
              <a:t>x2</a:t>
            </a:r>
            <a:r>
              <a:rPr lang="en-US" baseline="30000">
                <a:latin typeface="Inter"/>
              </a:rPr>
              <a:t>0</a:t>
            </a:r>
            <a:r>
              <a:rPr lang="en-US">
                <a:latin typeface="Inter"/>
              </a:rPr>
              <a:t>)</a:t>
            </a:r>
            <a:endParaRPr lang="en-US">
              <a:latin typeface="Aptos" panose="020B0004020202020204"/>
            </a:endParaRPr>
          </a:p>
          <a:p>
            <a:pPr marL="0" indent="0">
              <a:buNone/>
            </a:pPr>
            <a:r>
              <a:rPr lang="en-US">
                <a:latin typeface="Inter"/>
              </a:rPr>
              <a:t>                        =   8   </a:t>
            </a:r>
            <a:r>
              <a:rPr lang="en-US" baseline="-25000">
                <a:latin typeface="Inter"/>
              </a:rPr>
              <a:t> </a:t>
            </a:r>
            <a:r>
              <a:rPr lang="en-US">
                <a:latin typeface="Inter"/>
              </a:rPr>
              <a:t> </a:t>
            </a:r>
            <a:r>
              <a:rPr lang="en-US" baseline="-25000">
                <a:latin typeface="Inter"/>
              </a:rPr>
              <a:t> </a:t>
            </a:r>
            <a:r>
              <a:rPr lang="en-US">
                <a:latin typeface="Inter"/>
              </a:rPr>
              <a:t> </a:t>
            </a:r>
            <a:r>
              <a:rPr lang="en-US" baseline="-25000">
                <a:latin typeface="Inter"/>
              </a:rPr>
              <a:t>  </a:t>
            </a:r>
            <a:r>
              <a:rPr lang="en-US">
                <a:latin typeface="Inter"/>
              </a:rPr>
              <a:t>+  4      </a:t>
            </a:r>
            <a:r>
              <a:rPr lang="en-US" baseline="-25000">
                <a:latin typeface="Inter"/>
              </a:rPr>
              <a:t>  </a:t>
            </a:r>
            <a:r>
              <a:rPr lang="en-US">
                <a:latin typeface="Inter"/>
              </a:rPr>
              <a:t>+  0     </a:t>
            </a:r>
            <a:r>
              <a:rPr lang="en-US" baseline="30000">
                <a:latin typeface="Inter"/>
              </a:rPr>
              <a:t> </a:t>
            </a:r>
            <a:r>
              <a:rPr lang="en-US">
                <a:latin typeface="Inter"/>
              </a:rPr>
              <a:t> </a:t>
            </a:r>
            <a:r>
              <a:rPr lang="en-US" baseline="-25000">
                <a:latin typeface="Inter"/>
              </a:rPr>
              <a:t>  </a:t>
            </a:r>
            <a:r>
              <a:rPr lang="en-US">
                <a:latin typeface="Inter"/>
              </a:rPr>
              <a:t>+  1</a:t>
            </a:r>
            <a:endParaRPr lang="en-US"/>
          </a:p>
          <a:p>
            <a:pPr marL="457200" lvl="1" indent="0">
              <a:buNone/>
            </a:pPr>
            <a:r>
              <a:rPr lang="en-US">
                <a:latin typeface="Inter"/>
              </a:rPr>
              <a:t>                       =  13</a:t>
            </a:r>
            <a:endParaRPr lang="en-US">
              <a:latin typeface="Aptos" panose="020B0004020202020204"/>
            </a:endParaRPr>
          </a:p>
          <a:p>
            <a:pPr marL="457200" lvl="1" indent="0">
              <a:buNone/>
            </a:pPr>
            <a:r>
              <a:rPr lang="en-US"/>
              <a:t>What is the highest number we can represent with 8 bits? 0bx1111 1111?</a:t>
            </a:r>
          </a:p>
        </p:txBody>
      </p:sp>
      <p:pic>
        <p:nvPicPr>
          <p:cNvPr id="112" name="Picture 111" descr="A blue and yellow logo&#10;&#10;AI-generated content may be incorrect.">
            <a:extLst>
              <a:ext uri="{FF2B5EF4-FFF2-40B4-BE49-F238E27FC236}">
                <a16:creationId xmlns:a16="http://schemas.microsoft.com/office/drawing/2014/main" id="{5790F748-4E69-31EE-95EE-E7A1114729A6}"/>
              </a:ext>
            </a:extLst>
          </p:cNvPr>
          <p:cNvPicPr>
            <a:picLocks noChangeAspect="1"/>
          </p:cNvPicPr>
          <p:nvPr/>
        </p:nvPicPr>
        <p:blipFill>
          <a:blip r:embed="rId3"/>
          <a:stretch>
            <a:fillRect/>
          </a:stretch>
        </p:blipFill>
        <p:spPr>
          <a:xfrm>
            <a:off x="2721" y="6122079"/>
            <a:ext cx="2498272" cy="738869"/>
          </a:xfrm>
          <a:prstGeom prst="rect">
            <a:avLst/>
          </a:prstGeom>
        </p:spPr>
      </p:pic>
      <p:sp>
        <p:nvSpPr>
          <p:cNvPr id="5" name="TextBox 4">
            <a:extLst>
              <a:ext uri="{FF2B5EF4-FFF2-40B4-BE49-F238E27FC236}">
                <a16:creationId xmlns:a16="http://schemas.microsoft.com/office/drawing/2014/main" id="{CE702603-6FBE-0531-C39E-DCAC3C39C9B8}"/>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745925729"/>
      </p:ext>
    </p:extLst>
  </p:cSld>
  <p:clrMapOvr>
    <a:masterClrMapping/>
  </p:clrMapOvr>
  <p:extLst>
    <p:ext uri="{6950BFC3-D8DA-4A85-94F7-54DA5524770B}">
      <p188:commentRel xmlns:p188="http://schemas.microsoft.com/office/powerpoint/2018/8/main" r:id="rId2"/>
    </p:ext>
  </p:extLst>
</p:sld>
</file>

<file path=ppt/slides/slide2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4D148E5B-A2A8-42F4-88B1-EB5DCE1BFFE8}"/>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kern="1200">
                <a:solidFill>
                  <a:srgbClr val="FFFFFF"/>
                </a:solidFill>
                <a:latin typeface="+mj-lt"/>
                <a:ea typeface="+mj-ea"/>
                <a:cs typeface="+mj-cs"/>
              </a:rPr>
              <a:t>What number is 0bx0001 0101</a:t>
            </a:r>
          </a:p>
        </p:txBody>
      </p:sp>
      <p:sp>
        <p:nvSpPr>
          <p:cNvPr id="20"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0DC6AF59-8E3A-6AF0-0049-FB5FE9D172A4}"/>
              </a:ext>
            </a:extLst>
          </p:cNvPr>
          <p:cNvPicPr>
            <a:picLocks noChangeAspect="1"/>
          </p:cNvPicPr>
          <p:nvPr/>
        </p:nvPicPr>
        <p:blipFill>
          <a:blip r:embed="rId4"/>
          <a:stretch>
            <a:fillRect/>
          </a:stretch>
        </p:blipFill>
        <p:spPr>
          <a:xfrm>
            <a:off x="1035177" y="3096973"/>
            <a:ext cx="10118598" cy="2959690"/>
          </a:xfrm>
          <a:prstGeom prst="rect">
            <a:avLst/>
          </a:prstGeom>
        </p:spPr>
      </p:pic>
      <p:sp>
        <p:nvSpPr>
          <p:cNvPr id="4" name="TextBox 3">
            <a:extLst>
              <a:ext uri="{FF2B5EF4-FFF2-40B4-BE49-F238E27FC236}">
                <a16:creationId xmlns:a16="http://schemas.microsoft.com/office/drawing/2014/main" id="{ABD49F92-72C2-5DF9-405E-435077B2597D}"/>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229503625"/>
      </p:ext>
    </p:extLst>
  </p:cSld>
  <p:clrMapOvr>
    <a:masterClrMapping/>
  </p:clrMapOvr>
  <p:extLst>
    <p:ext uri="{6950BFC3-D8DA-4A85-94F7-54DA5524770B}">
      <p188:commentRel xmlns:p188="http://schemas.microsoft.com/office/powerpoint/2018/8/main" r:id="rId3"/>
    </p:ext>
  </p:extLst>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1486FD06-08A3-C8DF-38E6-CCBF906776E7}"/>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kern="1200">
                <a:solidFill>
                  <a:srgbClr val="FFFFFF"/>
                </a:solidFill>
                <a:latin typeface="+mj-lt"/>
                <a:ea typeface="+mj-ea"/>
                <a:cs typeface="+mj-cs"/>
              </a:rPr>
              <a:t>IPv4</a:t>
            </a:r>
            <a:r>
              <a:rPr lang="en-US" sz="6600">
                <a:solidFill>
                  <a:srgbClr val="FFFFFF"/>
                </a:solidFill>
              </a:rPr>
              <a:t> (Internet Protocol)</a:t>
            </a:r>
            <a:endParaRPr lang="en-US" sz="6600" kern="1200">
              <a:solidFill>
                <a:srgbClr val="FFFFFF"/>
              </a:solidFill>
              <a:latin typeface="+mj-lt"/>
              <a:ea typeface="+mj-ea"/>
              <a:cs typeface="+mj-cs"/>
            </a:endParaRPr>
          </a:p>
        </p:txBody>
      </p:sp>
      <p:sp>
        <p:nvSpPr>
          <p:cNvPr id="3" name="Text Placeholder 2">
            <a:extLst>
              <a:ext uri="{FF2B5EF4-FFF2-40B4-BE49-F238E27FC236}">
                <a16:creationId xmlns:a16="http://schemas.microsoft.com/office/drawing/2014/main" id="{0CC5A2F4-6F6F-7491-81AB-BB84F1C913AE}"/>
              </a:ext>
            </a:extLst>
          </p:cNvPr>
          <p:cNvSpPr>
            <a:spLocks noGrp="1"/>
          </p:cNvSpPr>
          <p:nvPr>
            <p:ph type="body" idx="1"/>
          </p:nvPr>
        </p:nvSpPr>
        <p:spPr>
          <a:xfrm>
            <a:off x="2895601" y="1900826"/>
            <a:ext cx="6396204" cy="662542"/>
          </a:xfrm>
        </p:spPr>
        <p:txBody>
          <a:bodyPr vert="horz" lIns="91440" tIns="45720" rIns="91440" bIns="45720" rtlCol="0" anchor="ctr">
            <a:normAutofit/>
          </a:bodyPr>
          <a:lstStyle/>
          <a:p>
            <a:pPr algn="ctr"/>
            <a:r>
              <a:rPr lang="en-US" kern="1200">
                <a:solidFill>
                  <a:srgbClr val="FFFFFF"/>
                </a:solidFill>
                <a:latin typeface="+mn-lt"/>
                <a:ea typeface="+mn-ea"/>
                <a:cs typeface="+mn-cs"/>
              </a:rPr>
              <a:t>How the internet recognizes your computer</a:t>
            </a:r>
          </a:p>
        </p:txBody>
      </p:sp>
      <p:sp>
        <p:nvSpPr>
          <p:cNvPr id="14"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2E602180-0156-4757-45B6-A95E2508D202}"/>
              </a:ext>
            </a:extLst>
          </p:cNvPr>
          <p:cNvPicPr>
            <a:picLocks noChangeAspect="1"/>
          </p:cNvPicPr>
          <p:nvPr/>
        </p:nvPicPr>
        <p:blipFill>
          <a:blip r:embed="rId2"/>
          <a:stretch>
            <a:fillRect/>
          </a:stretch>
        </p:blipFill>
        <p:spPr>
          <a:xfrm>
            <a:off x="1035177" y="3096973"/>
            <a:ext cx="10118598" cy="2959690"/>
          </a:xfrm>
          <a:prstGeom prst="rect">
            <a:avLst/>
          </a:prstGeom>
        </p:spPr>
      </p:pic>
      <p:sp>
        <p:nvSpPr>
          <p:cNvPr id="6" name="TextBox 5">
            <a:extLst>
              <a:ext uri="{FF2B5EF4-FFF2-40B4-BE49-F238E27FC236}">
                <a16:creationId xmlns:a16="http://schemas.microsoft.com/office/drawing/2014/main" id="{D38D6851-C64E-F72B-6C0F-DD5126A4BE6D}"/>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179002472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EA02AF5-375A-96F2-EA8E-770D0D23323C}"/>
              </a:ext>
            </a:extLst>
          </p:cNvPr>
          <p:cNvSpPr>
            <a:spLocks noGrp="1"/>
          </p:cNvSpPr>
          <p:nvPr>
            <p:ph type="title"/>
          </p:nvPr>
        </p:nvSpPr>
        <p:spPr>
          <a:xfrm>
            <a:off x="640080" y="329184"/>
            <a:ext cx="6894576" cy="1783080"/>
          </a:xfrm>
        </p:spPr>
        <p:txBody>
          <a:bodyPr vert="horz" lIns="91440" tIns="45720" rIns="91440" bIns="45720" rtlCol="0" anchor="b">
            <a:normAutofit/>
          </a:bodyPr>
          <a:lstStyle/>
          <a:p>
            <a:r>
              <a:rPr lang="en-US" sz="5400"/>
              <a:t>Example IP</a:t>
            </a:r>
          </a:p>
        </p:txBody>
      </p:sp>
      <p:sp>
        <p:nvSpPr>
          <p:cNvPr id="27"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Content Placeholder 5">
            <a:extLst>
              <a:ext uri="{FF2B5EF4-FFF2-40B4-BE49-F238E27FC236}">
                <a16:creationId xmlns:a16="http://schemas.microsoft.com/office/drawing/2014/main" id="{7BC30B00-620A-270A-1C68-0A5169D60FD4}"/>
              </a:ext>
            </a:extLst>
          </p:cNvPr>
          <p:cNvSpPr>
            <a:spLocks noGrp="1"/>
          </p:cNvSpPr>
          <p:nvPr>
            <p:ph sz="half" idx="2"/>
          </p:nvPr>
        </p:nvSpPr>
        <p:spPr>
          <a:xfrm>
            <a:off x="683622" y="2706624"/>
            <a:ext cx="3911892" cy="3462093"/>
          </a:xfrm>
        </p:spPr>
        <p:txBody>
          <a:bodyPr vert="horz" lIns="91440" tIns="45720" rIns="91440" bIns="45720" rtlCol="0" anchor="t">
            <a:normAutofit/>
          </a:bodyPr>
          <a:lstStyle/>
          <a:p>
            <a:pPr marL="342900"/>
            <a:r>
              <a:rPr lang="en-US"/>
              <a:t>Subnets are like rooms!!!</a:t>
            </a:r>
          </a:p>
          <a:p>
            <a:pPr marL="342900"/>
            <a:r>
              <a:rPr lang="en-US"/>
              <a:t>8 bits per section</a:t>
            </a:r>
          </a:p>
          <a:p>
            <a:pPr marL="342900"/>
            <a:r>
              <a:rPr lang="en-US"/>
              <a:t>This is a 24 bit subnet mask; 8 bits left for devices on this subnet</a:t>
            </a:r>
          </a:p>
        </p:txBody>
      </p:sp>
      <p:pic>
        <p:nvPicPr>
          <p:cNvPr id="9" name="Content Placeholder 8" descr="A diagram of a network&#10;&#10;AI-generated content may be incorrect.">
            <a:extLst>
              <a:ext uri="{FF2B5EF4-FFF2-40B4-BE49-F238E27FC236}">
                <a16:creationId xmlns:a16="http://schemas.microsoft.com/office/drawing/2014/main" id="{3B6DB954-B4E2-934F-2D80-FCF5B69E16DB}"/>
              </a:ext>
            </a:extLst>
          </p:cNvPr>
          <p:cNvPicPr>
            <a:picLocks noGrp="1" noChangeAspect="1"/>
          </p:cNvPicPr>
          <p:nvPr>
            <p:ph sz="half" idx="1"/>
          </p:nvPr>
        </p:nvPicPr>
        <p:blipFill>
          <a:blip r:embed="rId3"/>
          <a:stretch>
            <a:fillRect/>
          </a:stretch>
        </p:blipFill>
        <p:spPr>
          <a:xfrm>
            <a:off x="4619900" y="48130"/>
            <a:ext cx="7570213" cy="5784588"/>
          </a:xfrm>
          <a:prstGeom prst="rect">
            <a:avLst/>
          </a:prstGeom>
        </p:spPr>
      </p:pic>
      <p:sp>
        <p:nvSpPr>
          <p:cNvPr id="4" name="TextBox 3">
            <a:extLst>
              <a:ext uri="{FF2B5EF4-FFF2-40B4-BE49-F238E27FC236}">
                <a16:creationId xmlns:a16="http://schemas.microsoft.com/office/drawing/2014/main" id="{7BAEB13B-5D3B-505D-0CDF-9D7170D81E9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pic>
        <p:nvPicPr>
          <p:cNvPr id="7" name="Picture 6" descr="A blue and yellow logo&#10;&#10;AI-generated content may be incorrect.">
            <a:extLst>
              <a:ext uri="{FF2B5EF4-FFF2-40B4-BE49-F238E27FC236}">
                <a16:creationId xmlns:a16="http://schemas.microsoft.com/office/drawing/2014/main" id="{32E81933-461F-6BD5-BA47-5C1DF11B3E2E}"/>
              </a:ext>
            </a:extLst>
          </p:cNvPr>
          <p:cNvPicPr>
            <a:picLocks noChangeAspect="1"/>
          </p:cNvPicPr>
          <p:nvPr/>
        </p:nvPicPr>
        <p:blipFill>
          <a:blip r:embed="rId4"/>
          <a:stretch>
            <a:fillRect/>
          </a:stretch>
        </p:blipFill>
        <p:spPr>
          <a:xfrm>
            <a:off x="2721" y="6122079"/>
            <a:ext cx="2498272" cy="738869"/>
          </a:xfrm>
          <a:prstGeom prst="rect">
            <a:avLst/>
          </a:prstGeom>
        </p:spPr>
      </p:pic>
    </p:spTree>
    <p:extLst>
      <p:ext uri="{BB962C8B-B14F-4D97-AF65-F5344CB8AC3E}">
        <p14:creationId xmlns:p14="http://schemas.microsoft.com/office/powerpoint/2010/main" val="37124662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F3060C83-F051-4F0E-ABAD-AA0DFC48B21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83C98ABE-055B-441F-B07E-44F97F083C3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376156" y="-253670"/>
            <a:ext cx="1827638" cy="1376989"/>
          </a:xfrm>
          <a:custGeom>
            <a:avLst/>
            <a:gdLst>
              <a:gd name="connsiteX0" fmla="*/ 0 w 1827638"/>
              <a:gd name="connsiteY0" fmla="*/ 987379 h 1376989"/>
              <a:gd name="connsiteX1" fmla="*/ 987379 w 1827638"/>
              <a:gd name="connsiteY1" fmla="*/ 0 h 1376989"/>
              <a:gd name="connsiteX2" fmla="*/ 1827638 w 1827638"/>
              <a:gd name="connsiteY2" fmla="*/ 840260 h 1376989"/>
              <a:gd name="connsiteX3" fmla="*/ 1827638 w 1827638"/>
              <a:gd name="connsiteY3" fmla="*/ 1376989 h 1376989"/>
              <a:gd name="connsiteX4" fmla="*/ 0 w 1827638"/>
              <a:gd name="connsiteY4" fmla="*/ 1376989 h 1376989"/>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827638" h="1376989">
                <a:moveTo>
                  <a:pt x="0" y="987379"/>
                </a:moveTo>
                <a:lnTo>
                  <a:pt x="987379" y="0"/>
                </a:lnTo>
                <a:lnTo>
                  <a:pt x="1827638" y="840260"/>
                </a:lnTo>
                <a:lnTo>
                  <a:pt x="1827638" y="1376989"/>
                </a:lnTo>
                <a:lnTo>
                  <a:pt x="0" y="1376989"/>
                </a:lnTo>
                <a:close/>
              </a:path>
            </a:pathLst>
          </a:cu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29FDB030-9B49-4CED-8CCD-4D99382388A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891641" y="422146"/>
            <a:ext cx="645368" cy="645368"/>
          </a:xfrm>
          <a:prstGeom prst="rect">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3783CA14-24A1-485C-8B30-D6A5D87987A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900000" flipH="1">
            <a:off x="10043482" y="655140"/>
            <a:ext cx="687472" cy="687472"/>
          </a:xfrm>
          <a:prstGeom prst="rect">
            <a:avLst/>
          </a:pr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9A97C86A-04D6-40F7-AE84-31AB43E6A84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9356643" y="0"/>
            <a:ext cx="2835357" cy="1480837"/>
          </a:xfrm>
          <a:custGeom>
            <a:avLst/>
            <a:gdLst>
              <a:gd name="connsiteX0" fmla="*/ 2835357 w 2835357"/>
              <a:gd name="connsiteY0" fmla="*/ 1480837 h 1480837"/>
              <a:gd name="connsiteX1" fmla="*/ 0 w 2835357"/>
              <a:gd name="connsiteY1" fmla="*/ 1480837 h 1480837"/>
              <a:gd name="connsiteX2" fmla="*/ 1552727 w 2835357"/>
              <a:gd name="connsiteY2" fmla="*/ 0 h 1480837"/>
              <a:gd name="connsiteX3" fmla="*/ 2835357 w 2835357"/>
              <a:gd name="connsiteY3" fmla="*/ 1223245 h 1480837"/>
            </a:gdLst>
            <a:ahLst/>
            <a:cxnLst>
              <a:cxn ang="0">
                <a:pos x="connsiteX0" y="connsiteY0"/>
              </a:cxn>
              <a:cxn ang="0">
                <a:pos x="connsiteX1" y="connsiteY1"/>
              </a:cxn>
              <a:cxn ang="0">
                <a:pos x="connsiteX2" y="connsiteY2"/>
              </a:cxn>
              <a:cxn ang="0">
                <a:pos x="connsiteX3" y="connsiteY3"/>
              </a:cxn>
            </a:cxnLst>
            <a:rect l="l" t="t" r="r" b="b"/>
            <a:pathLst>
              <a:path w="2835357" h="1480837">
                <a:moveTo>
                  <a:pt x="2835357" y="1480837"/>
                </a:moveTo>
                <a:lnTo>
                  <a:pt x="0" y="1480837"/>
                </a:lnTo>
                <a:lnTo>
                  <a:pt x="1552727" y="0"/>
                </a:lnTo>
                <a:lnTo>
                  <a:pt x="2835357" y="1223245"/>
                </a:lnTo>
                <a:close/>
              </a:path>
            </a:pathLst>
          </a:custGeom>
          <a:solidFill>
            <a:schemeClr val="accent4">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0" name="Isosceles Triangle 19">
            <a:extLst>
              <a:ext uri="{FF2B5EF4-FFF2-40B4-BE49-F238E27FC236}">
                <a16:creationId xmlns:a16="http://schemas.microsoft.com/office/drawing/2014/main" id="{FF9F2414-84E8-453E-B1F3-389FDE8192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976344" y="6115501"/>
            <a:ext cx="1494513" cy="742499"/>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Isosceles Triangle 21">
            <a:extLst>
              <a:ext uri="{FF2B5EF4-FFF2-40B4-BE49-F238E27FC236}">
                <a16:creationId xmlns:a16="http://schemas.microsoft.com/office/drawing/2014/main" id="{3ECA69A1-7536-43AC-85EF-C7106179F5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7604080" y="6453143"/>
            <a:ext cx="814903" cy="404857"/>
          </a:xfrm>
          <a:prstGeom prst="triangle">
            <a:avLst/>
          </a:prstGeom>
          <a:solidFill>
            <a:schemeClr val="accent1">
              <a:alpha val="3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and yellow logo&#10;&#10;AI-generated content may be incorrect.">
            <a:extLst>
              <a:ext uri="{FF2B5EF4-FFF2-40B4-BE49-F238E27FC236}">
                <a16:creationId xmlns:a16="http://schemas.microsoft.com/office/drawing/2014/main" id="{8AC66B73-BB82-57B6-B0BB-C812829E664E}"/>
              </a:ext>
            </a:extLst>
          </p:cNvPr>
          <p:cNvPicPr>
            <a:picLocks noChangeAspect="1"/>
          </p:cNvPicPr>
          <p:nvPr/>
        </p:nvPicPr>
        <p:blipFill>
          <a:blip r:embed="rId4"/>
          <a:stretch>
            <a:fillRect/>
          </a:stretch>
        </p:blipFill>
        <p:spPr>
          <a:xfrm>
            <a:off x="2721" y="6122079"/>
            <a:ext cx="2498272" cy="738869"/>
          </a:xfrm>
          <a:prstGeom prst="rect">
            <a:avLst/>
          </a:prstGeom>
        </p:spPr>
      </p:pic>
      <p:sp>
        <p:nvSpPr>
          <p:cNvPr id="3" name="TextBox 2">
            <a:extLst>
              <a:ext uri="{FF2B5EF4-FFF2-40B4-BE49-F238E27FC236}">
                <a16:creationId xmlns:a16="http://schemas.microsoft.com/office/drawing/2014/main" id="{12A3EB8C-20DC-CC5E-EE74-E87BF704F3CB}"/>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pic>
        <p:nvPicPr>
          <p:cNvPr id="24" name="Content Placeholder 23" descr="A diagram of a network&#10;&#10;AI-generated content may be incorrect.">
            <a:extLst>
              <a:ext uri="{FF2B5EF4-FFF2-40B4-BE49-F238E27FC236}">
                <a16:creationId xmlns:a16="http://schemas.microsoft.com/office/drawing/2014/main" id="{269A6983-F587-9377-5ED4-210FDA27C1C2}"/>
              </a:ext>
            </a:extLst>
          </p:cNvPr>
          <p:cNvPicPr>
            <a:picLocks noGrp="1" noChangeAspect="1"/>
          </p:cNvPicPr>
          <p:nvPr>
            <p:ph sz="half" idx="1"/>
          </p:nvPr>
        </p:nvPicPr>
        <p:blipFill>
          <a:blip r:embed="rId5"/>
          <a:stretch>
            <a:fillRect/>
          </a:stretch>
        </p:blipFill>
        <p:spPr>
          <a:xfrm>
            <a:off x="2617074" y="-3175"/>
            <a:ext cx="6957853" cy="6107566"/>
          </a:xfrm>
          <a:prstGeom prst="rect">
            <a:avLst/>
          </a:prstGeom>
        </p:spPr>
      </p:pic>
    </p:spTree>
    <p:extLst>
      <p:ext uri="{BB962C8B-B14F-4D97-AF65-F5344CB8AC3E}">
        <p14:creationId xmlns:p14="http://schemas.microsoft.com/office/powerpoint/2010/main" val="700515706"/>
      </p:ext>
    </p:extLst>
  </p:cSld>
  <p:clrMapOvr>
    <a:masterClrMapping/>
  </p:clrMapOvr>
  <p:extLst>
    <p:ext uri="{6950BFC3-D8DA-4A85-94F7-54DA5524770B}">
      <p188:commentRel xmlns:p188="http://schemas.microsoft.com/office/powerpoint/2018/8/main" r:id="rId3"/>
    </p:ext>
  </p:extLst>
</p:sld>
</file>

<file path=ppt/slides/slide2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9" name="Slide Background">
            <a:extLst>
              <a:ext uri="{FF2B5EF4-FFF2-40B4-BE49-F238E27FC236}">
                <a16:creationId xmlns:a16="http://schemas.microsoft.com/office/drawing/2014/main" id="{9F7D5CDA-D291-4307-BF55-1381FED296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7DCB57C5-8389-FDB0-1573-CBAF5A1BBDE9}"/>
              </a:ext>
            </a:extLst>
          </p:cNvPr>
          <p:cNvSpPr>
            <a:spLocks noGrp="1"/>
          </p:cNvSpPr>
          <p:nvPr>
            <p:ph type="title"/>
          </p:nvPr>
        </p:nvSpPr>
        <p:spPr>
          <a:xfrm>
            <a:off x="761800" y="762001"/>
            <a:ext cx="5334197" cy="1708242"/>
          </a:xfrm>
        </p:spPr>
        <p:txBody>
          <a:bodyPr anchor="ctr">
            <a:normAutofit/>
          </a:bodyPr>
          <a:lstStyle/>
          <a:p>
            <a:r>
              <a:rPr lang="en-US" sz="4000"/>
              <a:t>Information Transfer</a:t>
            </a:r>
          </a:p>
        </p:txBody>
      </p:sp>
      <p:sp>
        <p:nvSpPr>
          <p:cNvPr id="3" name="Content Placeholder 2">
            <a:extLst>
              <a:ext uri="{FF2B5EF4-FFF2-40B4-BE49-F238E27FC236}">
                <a16:creationId xmlns:a16="http://schemas.microsoft.com/office/drawing/2014/main" id="{6B9C1FA2-5E43-285A-89CD-36781373A1C7}"/>
              </a:ext>
            </a:extLst>
          </p:cNvPr>
          <p:cNvSpPr>
            <a:spLocks noGrp="1"/>
          </p:cNvSpPr>
          <p:nvPr>
            <p:ph idx="1"/>
          </p:nvPr>
        </p:nvSpPr>
        <p:spPr>
          <a:xfrm>
            <a:off x="761800" y="1809844"/>
            <a:ext cx="5334197" cy="3769835"/>
          </a:xfrm>
        </p:spPr>
        <p:txBody>
          <a:bodyPr vert="horz" lIns="91440" tIns="45720" rIns="91440" bIns="45720" rtlCol="0" anchor="ctr">
            <a:normAutofit/>
          </a:bodyPr>
          <a:lstStyle/>
          <a:p>
            <a:r>
              <a:rPr lang="en-US"/>
              <a:t>When you send online information, it goes to a subnet</a:t>
            </a:r>
          </a:p>
          <a:p>
            <a:r>
              <a:rPr lang="en-US"/>
              <a:t>Routers keep tables of where to send info based on network ID, not host addresses</a:t>
            </a:r>
          </a:p>
          <a:p>
            <a:r>
              <a:rPr lang="en-US">
                <a:ea typeface="+mn-lt"/>
                <a:cs typeface="+mn-lt"/>
              </a:rPr>
              <a:t>What issues arise if routers used host ID's instead? </a:t>
            </a:r>
          </a:p>
          <a:p>
            <a:endParaRPr lang="en-US" sz="2000"/>
          </a:p>
        </p:txBody>
      </p:sp>
      <p:pic>
        <p:nvPicPr>
          <p:cNvPr id="5" name="Picture 4" descr="A 3D pattern of ring shapes connected by lines">
            <a:extLst>
              <a:ext uri="{FF2B5EF4-FFF2-40B4-BE49-F238E27FC236}">
                <a16:creationId xmlns:a16="http://schemas.microsoft.com/office/drawing/2014/main" id="{AD6CC002-E4B2-4ABA-916A-152D1CB79463}"/>
              </a:ext>
            </a:extLst>
          </p:cNvPr>
          <p:cNvPicPr>
            <a:picLocks noChangeAspect="1"/>
          </p:cNvPicPr>
          <p:nvPr/>
        </p:nvPicPr>
        <p:blipFill>
          <a:blip r:embed="rId3"/>
          <a:srcRect l="10742" r="45579" b="7"/>
          <a:stretch>
            <a:fillRect/>
          </a:stretch>
        </p:blipFill>
        <p:spPr>
          <a:xfrm>
            <a:off x="6857797" y="-10886"/>
            <a:ext cx="5334204" cy="6868886"/>
          </a:xfrm>
          <a:prstGeom prst="rect">
            <a:avLst/>
          </a:prstGeom>
          <a:effectLst>
            <a:outerShdw blurRad="127000" dist="50800" dir="10800000" sx="99000" sy="99000" algn="r" rotWithShape="0">
              <a:prstClr val="black">
                <a:alpha val="40000"/>
              </a:prstClr>
            </a:outerShdw>
          </a:effectLst>
        </p:spPr>
      </p:pic>
      <p:pic>
        <p:nvPicPr>
          <p:cNvPr id="7" name="Picture 6" descr="A blue and yellow logo&#10;&#10;AI-generated content may be incorrect.">
            <a:extLst>
              <a:ext uri="{FF2B5EF4-FFF2-40B4-BE49-F238E27FC236}">
                <a16:creationId xmlns:a16="http://schemas.microsoft.com/office/drawing/2014/main" id="{90931218-481B-C323-7246-ADDC4F4EB1D9}"/>
              </a:ext>
            </a:extLst>
          </p:cNvPr>
          <p:cNvPicPr>
            <a:picLocks noChangeAspect="1"/>
          </p:cNvPicPr>
          <p:nvPr/>
        </p:nvPicPr>
        <p:blipFill>
          <a:blip r:embed="rId4"/>
          <a:stretch>
            <a:fillRect/>
          </a:stretch>
        </p:blipFill>
        <p:spPr>
          <a:xfrm>
            <a:off x="2721" y="6122079"/>
            <a:ext cx="2498272" cy="738869"/>
          </a:xfrm>
          <a:prstGeom prst="rect">
            <a:avLst/>
          </a:prstGeom>
        </p:spPr>
      </p:pic>
      <p:sp>
        <p:nvSpPr>
          <p:cNvPr id="6" name="TextBox 5">
            <a:extLst>
              <a:ext uri="{FF2B5EF4-FFF2-40B4-BE49-F238E27FC236}">
                <a16:creationId xmlns:a16="http://schemas.microsoft.com/office/drawing/2014/main" id="{7AE4191A-427A-40F0-6E1D-693578083AB2}"/>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4075187664"/>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C37ADB3-DC71-623A-3D71-B6293BCEFFD5}"/>
              </a:ext>
            </a:extLst>
          </p:cNvPr>
          <p:cNvSpPr>
            <a:spLocks noGrp="1"/>
          </p:cNvSpPr>
          <p:nvPr>
            <p:ph type="title"/>
          </p:nvPr>
        </p:nvSpPr>
        <p:spPr/>
        <p:txBody>
          <a:bodyPr/>
          <a:lstStyle/>
          <a:p>
            <a:r>
              <a:rPr lang="en-US"/>
              <a:t>Which of these are valid IP addresses?</a:t>
            </a:r>
          </a:p>
        </p:txBody>
      </p:sp>
      <p:sp>
        <p:nvSpPr>
          <p:cNvPr id="3" name="Content Placeholder 2">
            <a:extLst>
              <a:ext uri="{FF2B5EF4-FFF2-40B4-BE49-F238E27FC236}">
                <a16:creationId xmlns:a16="http://schemas.microsoft.com/office/drawing/2014/main" id="{D93939B0-34EA-079D-BC37-B8152C08E7DA}"/>
              </a:ext>
            </a:extLst>
          </p:cNvPr>
          <p:cNvSpPr>
            <a:spLocks noGrp="1"/>
          </p:cNvSpPr>
          <p:nvPr>
            <p:ph sz="half" idx="1"/>
          </p:nvPr>
        </p:nvSpPr>
        <p:spPr>
          <a:xfrm>
            <a:off x="838200" y="1825625"/>
            <a:ext cx="5181600" cy="751796"/>
          </a:xfrm>
        </p:spPr>
        <p:txBody>
          <a:bodyPr vert="horz" lIns="91440" tIns="45720" rIns="91440" bIns="45720" rtlCol="0" anchor="t">
            <a:normAutofit/>
          </a:bodyPr>
          <a:lstStyle/>
          <a:p>
            <a:r>
              <a:rPr lang="en-US" sz="4000" b="1"/>
              <a:t>192.168.372.56</a:t>
            </a:r>
          </a:p>
        </p:txBody>
      </p:sp>
      <p:sp>
        <p:nvSpPr>
          <p:cNvPr id="4" name="Content Placeholder 3">
            <a:extLst>
              <a:ext uri="{FF2B5EF4-FFF2-40B4-BE49-F238E27FC236}">
                <a16:creationId xmlns:a16="http://schemas.microsoft.com/office/drawing/2014/main" id="{580254B0-AC0F-AD8B-B6DA-C1EA12CD4274}"/>
              </a:ext>
            </a:extLst>
          </p:cNvPr>
          <p:cNvSpPr>
            <a:spLocks noGrp="1"/>
          </p:cNvSpPr>
          <p:nvPr>
            <p:ph sz="half" idx="2"/>
          </p:nvPr>
        </p:nvSpPr>
        <p:spPr>
          <a:xfrm>
            <a:off x="6172200" y="1825625"/>
            <a:ext cx="5174343" cy="751796"/>
          </a:xfrm>
        </p:spPr>
        <p:txBody>
          <a:bodyPr vert="horz" lIns="91440" tIns="45720" rIns="91440" bIns="45720" rtlCol="0" anchor="t">
            <a:normAutofit/>
          </a:bodyPr>
          <a:lstStyle/>
          <a:p>
            <a:r>
              <a:rPr lang="en-US" sz="4000" b="1"/>
              <a:t>186.95.15.12</a:t>
            </a:r>
          </a:p>
        </p:txBody>
      </p:sp>
      <p:pic>
        <p:nvPicPr>
          <p:cNvPr id="6" name="Picture 5" descr="A blue and yellow logo&#10;&#10;AI-generated content may be incorrect.">
            <a:extLst>
              <a:ext uri="{FF2B5EF4-FFF2-40B4-BE49-F238E27FC236}">
                <a16:creationId xmlns:a16="http://schemas.microsoft.com/office/drawing/2014/main" id="{115AF754-AE6E-538E-5BEE-F02B28B5553E}"/>
              </a:ext>
            </a:extLst>
          </p:cNvPr>
          <p:cNvPicPr>
            <a:picLocks noChangeAspect="1"/>
          </p:cNvPicPr>
          <p:nvPr/>
        </p:nvPicPr>
        <p:blipFill>
          <a:blip r:embed="rId2"/>
          <a:stretch>
            <a:fillRect/>
          </a:stretch>
        </p:blipFill>
        <p:spPr>
          <a:xfrm>
            <a:off x="2721" y="6122079"/>
            <a:ext cx="2498272" cy="738869"/>
          </a:xfrm>
          <a:prstGeom prst="rect">
            <a:avLst/>
          </a:prstGeom>
        </p:spPr>
      </p:pic>
      <p:sp>
        <p:nvSpPr>
          <p:cNvPr id="7" name="TextBox 6">
            <a:extLst>
              <a:ext uri="{FF2B5EF4-FFF2-40B4-BE49-F238E27FC236}">
                <a16:creationId xmlns:a16="http://schemas.microsoft.com/office/drawing/2014/main" id="{85461150-E893-03CD-A687-7B252B381C53}"/>
              </a:ext>
            </a:extLst>
          </p:cNvPr>
          <p:cNvSpPr txBox="1"/>
          <p:nvPr/>
        </p:nvSpPr>
        <p:spPr>
          <a:xfrm>
            <a:off x="1469728" y="3308310"/>
            <a:ext cx="7772400" cy="120032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ctr"/>
            <a:r>
              <a:rPr lang="en-US" sz="2400" b="1"/>
              <a:t>Because 8 bits make up each of the 4 sections of numbers separated by dots, the maximum range is 0-255 for each section (0000 0000 to 1111 1111)</a:t>
            </a:r>
          </a:p>
        </p:txBody>
      </p:sp>
      <p:sp>
        <p:nvSpPr>
          <p:cNvPr id="8" name="TextBox 7">
            <a:extLst>
              <a:ext uri="{FF2B5EF4-FFF2-40B4-BE49-F238E27FC236}">
                <a16:creationId xmlns:a16="http://schemas.microsoft.com/office/drawing/2014/main" id="{3E5FD85B-C78E-F24B-A9D3-1E7DDE41AB47}"/>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405479230"/>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7"/>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Lst>
  </p:timing>
</p:sld>
</file>

<file path=ppt/slides/slide3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AB8A2B-16C4-0F49-349C-40517B5743A7}"/>
              </a:ext>
            </a:extLst>
          </p:cNvPr>
          <p:cNvSpPr>
            <a:spLocks noGrp="1"/>
          </p:cNvSpPr>
          <p:nvPr>
            <p:ph type="title"/>
          </p:nvPr>
        </p:nvSpPr>
        <p:spPr/>
        <p:txBody>
          <a:bodyPr/>
          <a:lstStyle/>
          <a:p>
            <a:r>
              <a:rPr lang="en-US"/>
              <a:t>Internal vs External IPs</a:t>
            </a:r>
          </a:p>
        </p:txBody>
      </p:sp>
      <p:sp>
        <p:nvSpPr>
          <p:cNvPr id="3" name="Content Placeholder 2">
            <a:extLst>
              <a:ext uri="{FF2B5EF4-FFF2-40B4-BE49-F238E27FC236}">
                <a16:creationId xmlns:a16="http://schemas.microsoft.com/office/drawing/2014/main" id="{5ACF3B60-B548-D59C-1DDC-6F09D228682E}"/>
              </a:ext>
            </a:extLst>
          </p:cNvPr>
          <p:cNvSpPr>
            <a:spLocks noGrp="1"/>
          </p:cNvSpPr>
          <p:nvPr>
            <p:ph sz="half" idx="1"/>
          </p:nvPr>
        </p:nvSpPr>
        <p:spPr>
          <a:xfrm>
            <a:off x="838200" y="1825625"/>
            <a:ext cx="5181600" cy="3270024"/>
          </a:xfrm>
        </p:spPr>
        <p:txBody>
          <a:bodyPr vert="horz" lIns="91440" tIns="45720" rIns="91440" bIns="45720" rtlCol="0" anchor="t">
            <a:normAutofit/>
          </a:bodyPr>
          <a:lstStyle/>
          <a:p>
            <a:pPr marL="0" indent="0" algn="ctr">
              <a:buNone/>
            </a:pPr>
            <a:r>
              <a:rPr lang="en-US"/>
              <a:t>Internal</a:t>
            </a:r>
          </a:p>
          <a:p>
            <a:r>
              <a:rPr lang="en-US"/>
              <a:t>Used inside your own network</a:t>
            </a:r>
          </a:p>
          <a:p>
            <a:r>
              <a:rPr lang="en-US"/>
              <a:t>Not routable on public internet</a:t>
            </a:r>
          </a:p>
        </p:txBody>
      </p:sp>
      <p:graphicFrame>
        <p:nvGraphicFramePr>
          <p:cNvPr id="13" name="Content Placeholder 3">
            <a:extLst>
              <a:ext uri="{FF2B5EF4-FFF2-40B4-BE49-F238E27FC236}">
                <a16:creationId xmlns:a16="http://schemas.microsoft.com/office/drawing/2014/main" id="{FEBF2082-691D-505B-1E47-4F2265D14A55}"/>
              </a:ext>
            </a:extLst>
          </p:cNvPr>
          <p:cNvGraphicFramePr>
            <a:graphicFrameLocks noGrp="1"/>
          </p:cNvGraphicFramePr>
          <p:nvPr>
            <p:ph sz="half" idx="2"/>
            <p:extLst>
              <p:ext uri="{D42A27DB-BD31-4B8C-83A1-F6EECF244321}">
                <p14:modId xmlns:p14="http://schemas.microsoft.com/office/powerpoint/2010/main" val="3514550109"/>
              </p:ext>
            </p:extLst>
          </p:nvPr>
        </p:nvGraphicFramePr>
        <p:xfrm>
          <a:off x="6614886" y="744310"/>
          <a:ext cx="5181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6" name="Picture 5" descr="A blue and yellow logo&#10;&#10;AI-generated content may be incorrect.">
            <a:extLst>
              <a:ext uri="{FF2B5EF4-FFF2-40B4-BE49-F238E27FC236}">
                <a16:creationId xmlns:a16="http://schemas.microsoft.com/office/drawing/2014/main" id="{0FD7E88F-D8AD-FC26-56A5-FCEDB6470B9E}"/>
              </a:ext>
            </a:extLst>
          </p:cNvPr>
          <p:cNvPicPr>
            <a:picLocks noChangeAspect="1"/>
          </p:cNvPicPr>
          <p:nvPr/>
        </p:nvPicPr>
        <p:blipFill>
          <a:blip r:embed="rId7"/>
          <a:stretch>
            <a:fillRect/>
          </a:stretch>
        </p:blipFill>
        <p:spPr>
          <a:xfrm>
            <a:off x="2721" y="6122079"/>
            <a:ext cx="2498272" cy="738869"/>
          </a:xfrm>
          <a:prstGeom prst="rect">
            <a:avLst/>
          </a:prstGeom>
        </p:spPr>
      </p:pic>
      <p:sp>
        <p:nvSpPr>
          <p:cNvPr id="10" name="TextBox 9">
            <a:extLst>
              <a:ext uri="{FF2B5EF4-FFF2-40B4-BE49-F238E27FC236}">
                <a16:creationId xmlns:a16="http://schemas.microsoft.com/office/drawing/2014/main" id="{19D6F59C-46CE-18FB-9758-F6CB27920427}"/>
              </a:ext>
            </a:extLst>
          </p:cNvPr>
          <p:cNvSpPr txBox="1"/>
          <p:nvPr/>
        </p:nvSpPr>
        <p:spPr>
          <a:xfrm>
            <a:off x="1929812" y="5007526"/>
            <a:ext cx="9368971" cy="14496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lnSpc>
                <a:spcPct val="90000"/>
              </a:lnSpc>
              <a:spcBef>
                <a:spcPts val="1000"/>
              </a:spcBef>
              <a:buFont typeface="Arial"/>
              <a:buChar char="•"/>
            </a:pPr>
            <a:r>
              <a:rPr lang="en-US" sz="2600" b="1"/>
              <a:t>Network address translation (NAT): </a:t>
            </a:r>
            <a:r>
              <a:rPr lang="en-US" sz="2600"/>
              <a:t>your router swaps addresses at the edge, so every internal device shares the router's IP, so their own IP and MAC are hidden</a:t>
            </a:r>
          </a:p>
          <a:p>
            <a:pPr algn="l"/>
            <a:endParaRPr lang="en-US"/>
          </a:p>
        </p:txBody>
      </p:sp>
      <p:sp>
        <p:nvSpPr>
          <p:cNvPr id="11" name="Arrow: Right 10">
            <a:extLst>
              <a:ext uri="{FF2B5EF4-FFF2-40B4-BE49-F238E27FC236}">
                <a16:creationId xmlns:a16="http://schemas.microsoft.com/office/drawing/2014/main" id="{D04D7B5A-6A57-E752-77C3-8BD403535A7A}"/>
              </a:ext>
            </a:extLst>
          </p:cNvPr>
          <p:cNvSpPr/>
          <p:nvPr/>
        </p:nvSpPr>
        <p:spPr>
          <a:xfrm>
            <a:off x="4697921" y="1583527"/>
            <a:ext cx="2233893"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7B9398CD-56B1-24FA-692E-172CCE267FD3}"/>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3882339770"/>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7FF47CB7-972F-479F-A36D-9E72D26EC8D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Freeform: Shape 13">
            <a:extLst>
              <a:ext uri="{FF2B5EF4-FFF2-40B4-BE49-F238E27FC236}">
                <a16:creationId xmlns:a16="http://schemas.microsoft.com/office/drawing/2014/main" id="{0D153B68-5844-490D-8E67-F616D6D721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E3AACD54-4F9B-0273-93E9-3586F1557858}"/>
              </a:ext>
            </a:extLst>
          </p:cNvPr>
          <p:cNvSpPr>
            <a:spLocks noGrp="1"/>
          </p:cNvSpPr>
          <p:nvPr>
            <p:ph type="title"/>
          </p:nvPr>
        </p:nvSpPr>
        <p:spPr>
          <a:xfrm>
            <a:off x="1137034" y="609597"/>
            <a:ext cx="9392421" cy="1330841"/>
          </a:xfrm>
        </p:spPr>
        <p:txBody>
          <a:bodyPr>
            <a:normAutofit/>
          </a:bodyPr>
          <a:lstStyle/>
          <a:p>
            <a:r>
              <a:rPr lang="en-US"/>
              <a:t>Broadcast Domain</a:t>
            </a:r>
          </a:p>
        </p:txBody>
      </p:sp>
      <p:pic>
        <p:nvPicPr>
          <p:cNvPr id="5" name="Picture 4" descr="A blue and yellow logo&#10;&#10;AI-generated content may be incorrect.">
            <a:extLst>
              <a:ext uri="{FF2B5EF4-FFF2-40B4-BE49-F238E27FC236}">
                <a16:creationId xmlns:a16="http://schemas.microsoft.com/office/drawing/2014/main" id="{E8440725-5664-5CFB-4FA0-031245FD6556}"/>
              </a:ext>
            </a:extLst>
          </p:cNvPr>
          <p:cNvPicPr>
            <a:picLocks noChangeAspect="1"/>
          </p:cNvPicPr>
          <p:nvPr/>
        </p:nvPicPr>
        <p:blipFill>
          <a:blip r:embed="rId4"/>
          <a:stretch>
            <a:fillRect/>
          </a:stretch>
        </p:blipFill>
        <p:spPr>
          <a:xfrm>
            <a:off x="6719367" y="4182610"/>
            <a:ext cx="4788505" cy="1400637"/>
          </a:xfrm>
          <a:prstGeom prst="rect">
            <a:avLst/>
          </a:prstGeom>
        </p:spPr>
      </p:pic>
      <p:sp>
        <p:nvSpPr>
          <p:cNvPr id="16" name="Freeform: Shape 15">
            <a:extLst>
              <a:ext uri="{FF2B5EF4-FFF2-40B4-BE49-F238E27FC236}">
                <a16:creationId xmlns:a16="http://schemas.microsoft.com/office/drawing/2014/main" id="{9A0D773F-7A7D-4DBB-9DEA-86BB8B8F4BC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graphicFrame>
        <p:nvGraphicFramePr>
          <p:cNvPr id="7" name="Content Placeholder 2">
            <a:extLst>
              <a:ext uri="{FF2B5EF4-FFF2-40B4-BE49-F238E27FC236}">
                <a16:creationId xmlns:a16="http://schemas.microsoft.com/office/drawing/2014/main" id="{45E3708B-93A3-CBA5-4C7A-BF102260E00D}"/>
              </a:ext>
            </a:extLst>
          </p:cNvPr>
          <p:cNvGraphicFramePr>
            <a:graphicFrameLocks noGrp="1"/>
          </p:cNvGraphicFramePr>
          <p:nvPr>
            <p:ph idx="1"/>
            <p:extLst>
              <p:ext uri="{D42A27DB-BD31-4B8C-83A1-F6EECF244321}">
                <p14:modId xmlns:p14="http://schemas.microsoft.com/office/powerpoint/2010/main" val="1407734139"/>
              </p:ext>
            </p:extLst>
          </p:nvPr>
        </p:nvGraphicFramePr>
        <p:xfrm>
          <a:off x="687092" y="1820991"/>
          <a:ext cx="5408908" cy="4295144"/>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sp>
        <p:nvSpPr>
          <p:cNvPr id="4" name="TextBox 3">
            <a:extLst>
              <a:ext uri="{FF2B5EF4-FFF2-40B4-BE49-F238E27FC236}">
                <a16:creationId xmlns:a16="http://schemas.microsoft.com/office/drawing/2014/main" id="{E9A06ACD-F5D1-1136-CBFF-7C9F13988E4D}"/>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pic>
        <p:nvPicPr>
          <p:cNvPr id="15" name="Picture 14">
            <a:extLst>
              <a:ext uri="{FF2B5EF4-FFF2-40B4-BE49-F238E27FC236}">
                <a16:creationId xmlns:a16="http://schemas.microsoft.com/office/drawing/2014/main" id="{CC121F5B-6712-014A-23AF-E66E56FEA635}"/>
              </a:ext>
            </a:extLst>
          </p:cNvPr>
          <p:cNvPicPr>
            <a:picLocks noChangeAspect="1"/>
          </p:cNvPicPr>
          <p:nvPr/>
        </p:nvPicPr>
        <p:blipFill>
          <a:blip r:embed="rId10"/>
          <a:stretch>
            <a:fillRect/>
          </a:stretch>
        </p:blipFill>
        <p:spPr>
          <a:xfrm>
            <a:off x="6733836" y="0"/>
            <a:ext cx="5458955" cy="4187371"/>
          </a:xfrm>
          <a:prstGeom prst="rect">
            <a:avLst/>
          </a:prstGeom>
        </p:spPr>
      </p:pic>
    </p:spTree>
    <p:extLst>
      <p:ext uri="{BB962C8B-B14F-4D97-AF65-F5344CB8AC3E}">
        <p14:creationId xmlns:p14="http://schemas.microsoft.com/office/powerpoint/2010/main" val="152294103"/>
      </p:ext>
    </p:extLst>
  </p:cSld>
  <p:clrMapOvr>
    <a:masterClrMapping/>
  </p:clrMapOvr>
  <p:extLst>
    <p:ext uri="{6950BFC3-D8DA-4A85-94F7-54DA5524770B}">
      <p188:commentRel xmlns:p188="http://schemas.microsoft.com/office/powerpoint/2018/8/main" r:id="rId3"/>
    </p:ext>
  </p:extLst>
</p:sld>
</file>

<file path=ppt/slides/slide3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BB4618B-068F-D9A3-EE7B-AB3BC9926C49}"/>
            </a:ext>
          </a:extLst>
        </p:cNvPr>
        <p:cNvGrpSpPr/>
        <p:nvPr/>
      </p:nvGrpSpPr>
      <p:grpSpPr>
        <a:xfrm>
          <a:off x="0" y="0"/>
          <a:ext cx="0" cy="0"/>
          <a:chOff x="0" y="0"/>
          <a:chExt cx="0" cy="0"/>
        </a:xfrm>
      </p:grpSpPr>
      <p:sp>
        <p:nvSpPr>
          <p:cNvPr id="13" name="Rectangle 12">
            <a:extLst>
              <a:ext uri="{FF2B5EF4-FFF2-40B4-BE49-F238E27FC236}">
                <a16:creationId xmlns:a16="http://schemas.microsoft.com/office/drawing/2014/main" id="{A2679492-7988-4050-9056-5424444524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2" name="Title 1">
            <a:extLst>
              <a:ext uri="{FF2B5EF4-FFF2-40B4-BE49-F238E27FC236}">
                <a16:creationId xmlns:a16="http://schemas.microsoft.com/office/drawing/2014/main" id="{224826DB-402D-5D25-2991-46790A918820}"/>
              </a:ext>
            </a:extLst>
          </p:cNvPr>
          <p:cNvSpPr>
            <a:spLocks noGrp="1"/>
          </p:cNvSpPr>
          <p:nvPr>
            <p:ph type="title"/>
          </p:nvPr>
        </p:nvSpPr>
        <p:spPr>
          <a:xfrm>
            <a:off x="6392584" y="501651"/>
            <a:ext cx="4434720" cy="1716255"/>
          </a:xfrm>
        </p:spPr>
        <p:txBody>
          <a:bodyPr anchor="b">
            <a:normAutofit/>
          </a:bodyPr>
          <a:lstStyle/>
          <a:p>
            <a:r>
              <a:rPr lang="en-US" sz="5600"/>
              <a:t>Gateway IPs</a:t>
            </a:r>
          </a:p>
        </p:txBody>
      </p:sp>
      <p:sp>
        <p:nvSpPr>
          <p:cNvPr id="15" name="Rectangle 14">
            <a:extLst>
              <a:ext uri="{FF2B5EF4-FFF2-40B4-BE49-F238E27FC236}">
                <a16:creationId xmlns:a16="http://schemas.microsoft.com/office/drawing/2014/main" id="{B5ABDEAA-B248-4182-B67C-A925338E772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123008" y="252743"/>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pic>
        <p:nvPicPr>
          <p:cNvPr id="8" name="Picture 7" descr="A screenshot of a computer&#10;&#10;AI-generated content may be incorrect.">
            <a:extLst>
              <a:ext uri="{FF2B5EF4-FFF2-40B4-BE49-F238E27FC236}">
                <a16:creationId xmlns:a16="http://schemas.microsoft.com/office/drawing/2014/main" id="{4382FC7A-D550-1E88-0208-B823DF1C78D6}"/>
              </a:ext>
            </a:extLst>
          </p:cNvPr>
          <p:cNvPicPr>
            <a:picLocks noChangeAspect="1"/>
          </p:cNvPicPr>
          <p:nvPr/>
        </p:nvPicPr>
        <p:blipFill>
          <a:blip r:embed="rId3"/>
          <a:srcRect l="6888" t="21972" r="5780" b="50422"/>
          <a:stretch>
            <a:fillRect/>
          </a:stretch>
        </p:blipFill>
        <p:spPr>
          <a:xfrm>
            <a:off x="1351910" y="1393377"/>
            <a:ext cx="4281815" cy="761342"/>
          </a:xfrm>
          <a:prstGeom prst="rect">
            <a:avLst/>
          </a:prstGeom>
        </p:spPr>
      </p:pic>
      <p:sp>
        <p:nvSpPr>
          <p:cNvPr id="17" name="Rectangle 16">
            <a:extLst>
              <a:ext uri="{FF2B5EF4-FFF2-40B4-BE49-F238E27FC236}">
                <a16:creationId xmlns:a16="http://schemas.microsoft.com/office/drawing/2014/main" id="{B091B163-7D61-4891-ABCF-5C13D9C41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25449" y="3548095"/>
            <a:ext cx="4739619" cy="3042610"/>
          </a:xfrm>
          <a:prstGeom prst="rect">
            <a:avLst/>
          </a:prstGeom>
          <a:gradFill flip="none" rotWithShape="1">
            <a:gsLst>
              <a:gs pos="0">
                <a:schemeClr val="accent1"/>
              </a:gs>
              <a:gs pos="100000">
                <a:schemeClr val="accent2"/>
              </a:gs>
            </a:gsLst>
            <a:lin ang="2700000" scaled="1"/>
            <a:tileRect/>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3" name="Content Placeholder 2">
            <a:extLst>
              <a:ext uri="{FF2B5EF4-FFF2-40B4-BE49-F238E27FC236}">
                <a16:creationId xmlns:a16="http://schemas.microsoft.com/office/drawing/2014/main" id="{3DD29EDF-B0CC-513B-5D34-FB9561777722}"/>
              </a:ext>
            </a:extLst>
          </p:cNvPr>
          <p:cNvSpPr>
            <a:spLocks noGrp="1"/>
          </p:cNvSpPr>
          <p:nvPr>
            <p:ph idx="1"/>
          </p:nvPr>
        </p:nvSpPr>
        <p:spPr>
          <a:xfrm>
            <a:off x="5920869" y="2689465"/>
            <a:ext cx="5378149" cy="3768483"/>
          </a:xfrm>
        </p:spPr>
        <p:txBody>
          <a:bodyPr vert="horz" lIns="91440" tIns="45720" rIns="91440" bIns="45720" rtlCol="0" anchor="t">
            <a:noAutofit/>
          </a:bodyPr>
          <a:lstStyle/>
          <a:p>
            <a:r>
              <a:rPr lang="en-US"/>
              <a:t>Connects your LAN to everything else</a:t>
            </a:r>
          </a:p>
          <a:p>
            <a:r>
              <a:rPr lang="en-US"/>
              <a:t>Inbound/Outbound traffic goes through the gateway first</a:t>
            </a:r>
          </a:p>
          <a:p>
            <a:r>
              <a:rPr lang="en-US"/>
              <a:t>No gateway = local traffic still works, but nothing further</a:t>
            </a:r>
          </a:p>
          <a:p>
            <a:r>
              <a:rPr lang="en-US"/>
              <a:t>Usually on a .1 subnet; 192.168.20.1 </a:t>
            </a:r>
          </a:p>
        </p:txBody>
      </p:sp>
      <p:pic>
        <p:nvPicPr>
          <p:cNvPr id="6" name="Picture 5" descr="A blue and yellow logo&#10;&#10;AI-generated content may be incorrect.">
            <a:extLst>
              <a:ext uri="{FF2B5EF4-FFF2-40B4-BE49-F238E27FC236}">
                <a16:creationId xmlns:a16="http://schemas.microsoft.com/office/drawing/2014/main" id="{2CE890B7-68C3-0D02-3223-F7C049E8AC40}"/>
              </a:ext>
            </a:extLst>
          </p:cNvPr>
          <p:cNvPicPr>
            <a:picLocks noChangeAspect="1"/>
          </p:cNvPicPr>
          <p:nvPr/>
        </p:nvPicPr>
        <p:blipFill>
          <a:blip r:embed="rId4"/>
          <a:stretch>
            <a:fillRect/>
          </a:stretch>
        </p:blipFill>
        <p:spPr>
          <a:xfrm>
            <a:off x="654351" y="4443185"/>
            <a:ext cx="4281815" cy="1252431"/>
          </a:xfrm>
          <a:prstGeom prst="rect">
            <a:avLst/>
          </a:prstGeom>
        </p:spPr>
      </p:pic>
      <p:cxnSp>
        <p:nvCxnSpPr>
          <p:cNvPr id="19" name="Straight Connector 18">
            <a:extLst>
              <a:ext uri="{FF2B5EF4-FFF2-40B4-BE49-F238E27FC236}">
                <a16:creationId xmlns:a16="http://schemas.microsoft.com/office/drawing/2014/main" id="{C49DA8F6-BCC1-4447-B54C-57856834B94B}"/>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a:off x="11586162" y="3610394"/>
            <a:ext cx="0" cy="3238728"/>
          </a:xfrm>
          <a:prstGeom prst="line">
            <a:avLst/>
          </a:prstGeom>
          <a:ln w="25400" cap="sq">
            <a:gradFill flip="none" rotWithShape="1">
              <a:gsLst>
                <a:gs pos="0">
                  <a:schemeClr val="accent1"/>
                </a:gs>
                <a:gs pos="100000">
                  <a:schemeClr val="accent2"/>
                </a:gs>
              </a:gsLst>
              <a:lin ang="16200000" scaled="1"/>
              <a:tileRect/>
            </a:gradFill>
            <a:bevel/>
          </a:ln>
        </p:spPr>
        <p:style>
          <a:lnRef idx="1">
            <a:schemeClr val="accent1"/>
          </a:lnRef>
          <a:fillRef idx="0">
            <a:schemeClr val="accent1"/>
          </a:fillRef>
          <a:effectRef idx="0">
            <a:schemeClr val="accent1"/>
          </a:effectRef>
          <a:fontRef idx="minor">
            <a:schemeClr val="tx1"/>
          </a:fontRef>
        </p:style>
      </p:cxnSp>
      <p:sp>
        <p:nvSpPr>
          <p:cNvPr id="5" name="TextBox 4">
            <a:extLst>
              <a:ext uri="{FF2B5EF4-FFF2-40B4-BE49-F238E27FC236}">
                <a16:creationId xmlns:a16="http://schemas.microsoft.com/office/drawing/2014/main" id="{BB076392-97A8-3671-8468-B5209BF3B1E7}"/>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2638991133"/>
      </p:ext>
    </p:extLst>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E1BEB12-92AF-4445-98AD-4C7756E7C93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D0522C2C-7B5C-48A7-A969-03941E5D2E7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13">
            <a:extLst>
              <a:ext uri="{FF2B5EF4-FFF2-40B4-BE49-F238E27FC236}">
                <a16:creationId xmlns:a16="http://schemas.microsoft.com/office/drawing/2014/main" id="{9C682A1A-5B2D-4111-BBD6-620165633E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D6EE29F2-D77F-4BD0-A20B-334D316A1C9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14">
            <a:extLst>
              <a:ext uri="{FF2B5EF4-FFF2-40B4-BE49-F238E27FC236}">
                <a16:creationId xmlns:a16="http://schemas.microsoft.com/office/drawing/2014/main" id="{22D09ED2-868F-42C6-866E-F92E0CEF314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47B47D3-89BB-A5AD-DEB2-E310349CD6E6}"/>
              </a:ext>
            </a:extLst>
          </p:cNvPr>
          <p:cNvSpPr>
            <a:spLocks noGrp="1"/>
          </p:cNvSpPr>
          <p:nvPr>
            <p:ph type="title"/>
          </p:nvPr>
        </p:nvSpPr>
        <p:spPr>
          <a:xfrm>
            <a:off x="4038600" y="1939159"/>
            <a:ext cx="7644627" cy="2751086"/>
          </a:xfrm>
        </p:spPr>
        <p:txBody>
          <a:bodyPr vert="horz" lIns="91440" tIns="45720" rIns="91440" bIns="45720" rtlCol="0" anchor="b">
            <a:normAutofit/>
          </a:bodyPr>
          <a:lstStyle/>
          <a:p>
            <a:pPr algn="ctr"/>
            <a:r>
              <a:rPr lang="en-US" kern="1200">
                <a:latin typeface="+mj-lt"/>
                <a:ea typeface="+mj-ea"/>
                <a:cs typeface="+mj-cs"/>
              </a:rPr>
              <a:t>Setting our own IPs</a:t>
            </a:r>
            <a:r>
              <a:rPr lang="en-US"/>
              <a:t> statically</a:t>
            </a:r>
            <a:br>
              <a:rPr lang="en-US"/>
            </a:br>
            <a:endParaRPr lang="en-US" sz="2000"/>
          </a:p>
        </p:txBody>
      </p:sp>
      <p:pic>
        <p:nvPicPr>
          <p:cNvPr id="6" name="Picture 5" descr="A blue and yellow logo&#10;&#10;AI-generated content may be incorrect.">
            <a:extLst>
              <a:ext uri="{FF2B5EF4-FFF2-40B4-BE49-F238E27FC236}">
                <a16:creationId xmlns:a16="http://schemas.microsoft.com/office/drawing/2014/main" id="{D15B45BC-4174-DEA2-B1D2-C0979DA066E7}"/>
              </a:ext>
            </a:extLst>
          </p:cNvPr>
          <p:cNvPicPr>
            <a:picLocks noChangeAspect="1"/>
          </p:cNvPicPr>
          <p:nvPr/>
        </p:nvPicPr>
        <p:blipFill>
          <a:blip r:embed="rId3"/>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24BD6320-A804-DF42-1BD9-605EDA6945D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4030121438"/>
      </p:ext>
    </p:extLst>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3" name="Text Placeholder 2">
            <a:extLst>
              <a:ext uri="{FF2B5EF4-FFF2-40B4-BE49-F238E27FC236}">
                <a16:creationId xmlns:a16="http://schemas.microsoft.com/office/drawing/2014/main" id="{64058607-0D15-2A94-FC7B-4AEAA3E862FE}"/>
              </a:ext>
            </a:extLst>
          </p:cNvPr>
          <p:cNvSpPr>
            <a:spLocks noGrp="1"/>
          </p:cNvSpPr>
          <p:nvPr>
            <p:ph type="body" sz="half" idx="2"/>
          </p:nvPr>
        </p:nvSpPr>
        <p:spPr>
          <a:xfrm>
            <a:off x="70531" y="10886"/>
            <a:ext cx="3932237" cy="5517016"/>
          </a:xfrm>
        </p:spPr>
        <p:txBody>
          <a:bodyPr vert="horz" lIns="91440" tIns="45720" rIns="91440" bIns="45720" rtlCol="0" anchor="t">
            <a:normAutofit/>
          </a:bodyPr>
          <a:lstStyle/>
          <a:p>
            <a:endParaRPr lang="en-US"/>
          </a:p>
          <a:p>
            <a:endParaRPr lang="en-US"/>
          </a:p>
        </p:txBody>
      </p:sp>
      <p:pic>
        <p:nvPicPr>
          <p:cNvPr id="7" name="Picture 6" descr="A screenshot of a computer&#10;&#10;AI-generated content may be incorrect.">
            <a:extLst>
              <a:ext uri="{FF2B5EF4-FFF2-40B4-BE49-F238E27FC236}">
                <a16:creationId xmlns:a16="http://schemas.microsoft.com/office/drawing/2014/main" id="{8FBD7911-FF79-B8DF-68BC-E451512C1AD5}"/>
              </a:ext>
            </a:extLst>
          </p:cNvPr>
          <p:cNvPicPr>
            <a:picLocks noChangeAspect="1"/>
          </p:cNvPicPr>
          <p:nvPr/>
        </p:nvPicPr>
        <p:blipFill>
          <a:blip r:embed="rId3"/>
          <a:srcRect t="7469" r="69974" b="73690"/>
          <a:stretch>
            <a:fillRect/>
          </a:stretch>
        </p:blipFill>
        <p:spPr>
          <a:xfrm>
            <a:off x="50800" y="2756183"/>
            <a:ext cx="9281393" cy="3254114"/>
          </a:xfrm>
          <a:prstGeom prst="rect">
            <a:avLst/>
          </a:prstGeom>
        </p:spPr>
      </p:pic>
      <p:pic>
        <p:nvPicPr>
          <p:cNvPr id="8" name="Picture 7" descr="A screenshot of a computer&#10;&#10;AI-generated content may be incorrect.">
            <a:extLst>
              <a:ext uri="{FF2B5EF4-FFF2-40B4-BE49-F238E27FC236}">
                <a16:creationId xmlns:a16="http://schemas.microsoft.com/office/drawing/2014/main" id="{3EB1DE3E-D8A7-94BA-87B4-1C86FA08B431}"/>
              </a:ext>
            </a:extLst>
          </p:cNvPr>
          <p:cNvPicPr>
            <a:picLocks noChangeAspect="1"/>
          </p:cNvPicPr>
          <p:nvPr/>
        </p:nvPicPr>
        <p:blipFill>
          <a:blip r:embed="rId4"/>
          <a:srcRect l="16629" t="64667" r="71506" b="33398"/>
          <a:stretch>
            <a:fillRect/>
          </a:stretch>
        </p:blipFill>
        <p:spPr>
          <a:xfrm>
            <a:off x="36285" y="5599"/>
            <a:ext cx="12192806" cy="2053991"/>
          </a:xfrm>
          <a:prstGeom prst="rect">
            <a:avLst/>
          </a:prstGeom>
        </p:spPr>
      </p:pic>
      <p:pic>
        <p:nvPicPr>
          <p:cNvPr id="9" name="Picture 8" descr="A blue and yellow logo&#10;&#10;AI-generated content may be incorrect.">
            <a:extLst>
              <a:ext uri="{FF2B5EF4-FFF2-40B4-BE49-F238E27FC236}">
                <a16:creationId xmlns:a16="http://schemas.microsoft.com/office/drawing/2014/main" id="{703D94AE-DAD7-F79C-5ACC-1B6C9AE9137A}"/>
              </a:ext>
            </a:extLst>
          </p:cNvPr>
          <p:cNvPicPr>
            <a:picLocks noChangeAspect="1"/>
          </p:cNvPicPr>
          <p:nvPr/>
        </p:nvPicPr>
        <p:blipFill>
          <a:blip r:embed="rId5"/>
          <a:srcRect r="-291" b="980"/>
          <a:stretch>
            <a:fillRect/>
          </a:stretch>
        </p:blipFill>
        <p:spPr>
          <a:xfrm>
            <a:off x="68262" y="6018439"/>
            <a:ext cx="2512357" cy="735667"/>
          </a:xfrm>
          <a:prstGeom prst="rect">
            <a:avLst/>
          </a:prstGeom>
        </p:spPr>
      </p:pic>
      <p:sp>
        <p:nvSpPr>
          <p:cNvPr id="4" name="TextBox 3">
            <a:extLst>
              <a:ext uri="{FF2B5EF4-FFF2-40B4-BE49-F238E27FC236}">
                <a16:creationId xmlns:a16="http://schemas.microsoft.com/office/drawing/2014/main" id="{6BF442A7-B952-A128-1D17-EB4939BB4F7C}"/>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
        <p:nvSpPr>
          <p:cNvPr id="2" name="TextBox 1">
            <a:extLst>
              <a:ext uri="{FF2B5EF4-FFF2-40B4-BE49-F238E27FC236}">
                <a16:creationId xmlns:a16="http://schemas.microsoft.com/office/drawing/2014/main" id="{0B945086-3F0B-95DD-F2BC-FFEAA6D1FB3A}"/>
              </a:ext>
            </a:extLst>
          </p:cNvPr>
          <p:cNvSpPr txBox="1"/>
          <p:nvPr/>
        </p:nvSpPr>
        <p:spPr>
          <a:xfrm>
            <a:off x="-1627" y="2058901"/>
            <a:ext cx="12569370"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4800" b="1" err="1">
                <a:latin typeface="Consolas"/>
                <a:ea typeface="Calibri"/>
                <a:cs typeface="Calibri"/>
              </a:rPr>
              <a:t>sudo</a:t>
            </a:r>
            <a:r>
              <a:rPr lang="en-US" sz="4800" b="1">
                <a:latin typeface="Consolas"/>
                <a:ea typeface="Calibri"/>
                <a:cs typeface="Calibri"/>
              </a:rPr>
              <a:t> nano /</a:t>
            </a:r>
            <a:r>
              <a:rPr lang="en-US" sz="4800" b="1" err="1">
                <a:latin typeface="Consolas"/>
                <a:ea typeface="Calibri"/>
                <a:cs typeface="Calibri"/>
              </a:rPr>
              <a:t>etc</a:t>
            </a:r>
            <a:r>
              <a:rPr lang="en-US" sz="4800" b="1">
                <a:latin typeface="Consolas"/>
                <a:ea typeface="Calibri"/>
                <a:cs typeface="Calibri"/>
              </a:rPr>
              <a:t>/network/interfaces</a:t>
            </a:r>
            <a:endParaRPr lang="en-US" sz="4800" b="1">
              <a:latin typeface="Consolas"/>
            </a:endParaRPr>
          </a:p>
        </p:txBody>
      </p:sp>
    </p:spTree>
    <p:extLst>
      <p:ext uri="{BB962C8B-B14F-4D97-AF65-F5344CB8AC3E}">
        <p14:creationId xmlns:p14="http://schemas.microsoft.com/office/powerpoint/2010/main" val="899772831"/>
      </p:ext>
    </p:extLst>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BDC2527E-9F4C-3C61-D91F-2F6EC3613733}"/>
              </a:ext>
            </a:extLst>
          </p:cNvPr>
          <p:cNvPicPr>
            <a:picLocks noChangeAspect="1"/>
          </p:cNvPicPr>
          <p:nvPr/>
        </p:nvPicPr>
        <p:blipFill>
          <a:blip r:embed="rId4"/>
          <a:srcRect l="-31" t="7862" r="68013" b="66850"/>
          <a:stretch>
            <a:fillRect/>
          </a:stretch>
        </p:blipFill>
        <p:spPr>
          <a:xfrm>
            <a:off x="6429436" y="1645452"/>
            <a:ext cx="5741943" cy="252239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0EB10793-92F0-5048-304E-B58E42BA5070}"/>
              </a:ext>
            </a:extLst>
          </p:cNvPr>
          <p:cNvPicPr>
            <a:picLocks noChangeAspect="1"/>
          </p:cNvPicPr>
          <p:nvPr/>
        </p:nvPicPr>
        <p:blipFill>
          <a:blip r:embed="rId5"/>
          <a:srcRect l="-29" t="7858" r="69108" b="73054"/>
          <a:stretch>
            <a:fillRect/>
          </a:stretch>
        </p:blipFill>
        <p:spPr>
          <a:xfrm>
            <a:off x="33780" y="1925173"/>
            <a:ext cx="5751313" cy="1956270"/>
          </a:xfrm>
          <a:prstGeom prst="rect">
            <a:avLst/>
          </a:prstGeom>
        </p:spPr>
      </p:pic>
      <p:sp>
        <p:nvSpPr>
          <p:cNvPr id="8" name="Arrow: Right 7">
            <a:extLst>
              <a:ext uri="{FF2B5EF4-FFF2-40B4-BE49-F238E27FC236}">
                <a16:creationId xmlns:a16="http://schemas.microsoft.com/office/drawing/2014/main" id="{B76AF6CE-0DC3-EE01-6F43-C471E9B7BBC9}"/>
              </a:ext>
            </a:extLst>
          </p:cNvPr>
          <p:cNvSpPr/>
          <p:nvPr/>
        </p:nvSpPr>
        <p:spPr>
          <a:xfrm>
            <a:off x="5779984" y="2717469"/>
            <a:ext cx="644582" cy="375774"/>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and yellow logo&#10;&#10;AI-generated content may be incorrect.">
            <a:extLst>
              <a:ext uri="{FF2B5EF4-FFF2-40B4-BE49-F238E27FC236}">
                <a16:creationId xmlns:a16="http://schemas.microsoft.com/office/drawing/2014/main" id="{C7EE399F-389D-1D1F-D2F9-14F107A90583}"/>
              </a:ext>
            </a:extLst>
          </p:cNvPr>
          <p:cNvPicPr>
            <a:picLocks noChangeAspect="1"/>
          </p:cNvPicPr>
          <p:nvPr/>
        </p:nvPicPr>
        <p:blipFill>
          <a:blip r:embed="rId6"/>
          <a:stretch>
            <a:fillRect/>
          </a:stretch>
        </p:blipFill>
        <p:spPr>
          <a:xfrm>
            <a:off x="31750" y="6390592"/>
            <a:ext cx="1460501" cy="441327"/>
          </a:xfrm>
          <a:prstGeom prst="rect">
            <a:avLst/>
          </a:prstGeom>
        </p:spPr>
      </p:pic>
      <p:sp>
        <p:nvSpPr>
          <p:cNvPr id="4" name="TextBox 3">
            <a:extLst>
              <a:ext uri="{FF2B5EF4-FFF2-40B4-BE49-F238E27FC236}">
                <a16:creationId xmlns:a16="http://schemas.microsoft.com/office/drawing/2014/main" id="{431BA9B5-AF14-07A3-E011-B6743AAEE1EC}"/>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
        <p:nvSpPr>
          <p:cNvPr id="2" name="TextBox 1">
            <a:extLst>
              <a:ext uri="{FF2B5EF4-FFF2-40B4-BE49-F238E27FC236}">
                <a16:creationId xmlns:a16="http://schemas.microsoft.com/office/drawing/2014/main" id="{D0D66A92-2A36-E250-A3F5-984BA7E33768}"/>
              </a:ext>
            </a:extLst>
          </p:cNvPr>
          <p:cNvSpPr txBox="1"/>
          <p:nvPr/>
        </p:nvSpPr>
        <p:spPr>
          <a:xfrm>
            <a:off x="-37787" y="4163472"/>
            <a:ext cx="12206513" cy="255454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Raise your hand once it is typed I will check your file</a:t>
            </a:r>
          </a:p>
          <a:p>
            <a:r>
              <a:rPr lang="en-US" sz="3200"/>
              <a:t>To exit and save, type: "</a:t>
            </a:r>
            <a:r>
              <a:rPr lang="en-US" sz="3200" b="1" err="1"/>
              <a:t>Ctrl+X</a:t>
            </a:r>
            <a:r>
              <a:rPr lang="en-US" sz="3200"/>
              <a:t>" -&gt;"</a:t>
            </a:r>
            <a:r>
              <a:rPr lang="en-US" sz="3200" b="1"/>
              <a:t>y</a:t>
            </a:r>
            <a:r>
              <a:rPr lang="en-US" sz="3200"/>
              <a:t>" -&gt;"</a:t>
            </a:r>
            <a:r>
              <a:rPr lang="en-US" sz="3200" b="1"/>
              <a:t>enter</a:t>
            </a:r>
            <a:r>
              <a:rPr lang="en-US" sz="3200"/>
              <a:t>" button </a:t>
            </a:r>
          </a:p>
          <a:p>
            <a:r>
              <a:rPr lang="en-US" sz="3200"/>
              <a:t>Type: </a:t>
            </a:r>
            <a:r>
              <a:rPr lang="en-US" sz="3200" b="1" err="1"/>
              <a:t>sudo</a:t>
            </a:r>
            <a:r>
              <a:rPr lang="en-US" sz="3200" b="1"/>
              <a:t> </a:t>
            </a:r>
            <a:r>
              <a:rPr lang="en-US" sz="3200" b="1" err="1"/>
              <a:t>systemctl</a:t>
            </a:r>
            <a:r>
              <a:rPr lang="en-US" sz="3200" b="1"/>
              <a:t> restart networking</a:t>
            </a:r>
          </a:p>
          <a:p>
            <a:r>
              <a:rPr lang="en-US" sz="3200"/>
              <a:t>Type </a:t>
            </a:r>
            <a:r>
              <a:rPr lang="en-US" sz="3200" b="1" err="1"/>
              <a:t>ip</a:t>
            </a:r>
            <a:r>
              <a:rPr lang="en-US" sz="3200" b="1"/>
              <a:t> a</a:t>
            </a:r>
            <a:br>
              <a:rPr lang="en-US" sz="3200" b="1"/>
            </a:br>
            <a:endParaRPr lang="en-US" sz="3200" b="1"/>
          </a:p>
        </p:txBody>
      </p:sp>
      <p:pic>
        <p:nvPicPr>
          <p:cNvPr id="10" name="Picture 9">
            <a:extLst>
              <a:ext uri="{FF2B5EF4-FFF2-40B4-BE49-F238E27FC236}">
                <a16:creationId xmlns:a16="http://schemas.microsoft.com/office/drawing/2014/main" id="{C18BFE50-5C8D-5F73-B7C4-9970A53D0B02}"/>
              </a:ext>
            </a:extLst>
          </p:cNvPr>
          <p:cNvPicPr>
            <a:picLocks noChangeAspect="1"/>
          </p:cNvPicPr>
          <p:nvPr/>
        </p:nvPicPr>
        <p:blipFill>
          <a:blip r:embed="rId7"/>
          <a:srcRect l="6237" t="44613" r="36086" b="39091"/>
          <a:stretch>
            <a:fillRect/>
          </a:stretch>
        </p:blipFill>
        <p:spPr>
          <a:xfrm>
            <a:off x="332228" y="251038"/>
            <a:ext cx="7032054" cy="1117628"/>
          </a:xfrm>
          <a:prstGeom prst="rect">
            <a:avLst/>
          </a:prstGeom>
        </p:spPr>
      </p:pic>
    </p:spTree>
    <p:extLst>
      <p:ext uri="{BB962C8B-B14F-4D97-AF65-F5344CB8AC3E}">
        <p14:creationId xmlns:p14="http://schemas.microsoft.com/office/powerpoint/2010/main" val="4240198287"/>
      </p:ext>
    </p:extLst>
  </p:cSld>
  <p:clrMapOvr>
    <a:masterClrMapping/>
  </p:clrMapOvr>
  <p:extLst>
    <p:ext uri="{6950BFC3-D8DA-4A85-94F7-54DA5524770B}">
      <p188:commentRel xmlns:p188="http://schemas.microsoft.com/office/powerpoint/2018/8/main" r:id="rId3"/>
    </p:ext>
  </p:extLst>
</p:sld>
</file>

<file path=ppt/slides/slide3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8" name="Rectangle 7">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7" name="Rectangle 16">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CC8EF98-04C7-EC8F-A3F8-1C106419589B}"/>
              </a:ext>
            </a:extLst>
          </p:cNvPr>
          <p:cNvSpPr>
            <a:spLocks noGrp="1"/>
          </p:cNvSpPr>
          <p:nvPr>
            <p:ph type="title"/>
          </p:nvPr>
        </p:nvSpPr>
        <p:spPr>
          <a:xfrm>
            <a:off x="1057025" y="922644"/>
            <a:ext cx="5040285" cy="1169585"/>
          </a:xfrm>
        </p:spPr>
        <p:txBody>
          <a:bodyPr anchor="b">
            <a:normAutofit/>
          </a:bodyPr>
          <a:lstStyle/>
          <a:p>
            <a:r>
              <a:rPr lang="en-US" sz="3700"/>
              <a:t>DHCP (Dynamic Host Configuration Protocol)</a:t>
            </a:r>
          </a:p>
        </p:txBody>
      </p:sp>
      <p:sp>
        <p:nvSpPr>
          <p:cNvPr id="19" name="Rectangle 18">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ABD2457F-F86E-C5C7-FD89-7A82449AA193}"/>
              </a:ext>
            </a:extLst>
          </p:cNvPr>
          <p:cNvSpPr>
            <a:spLocks noGrp="1"/>
          </p:cNvSpPr>
          <p:nvPr>
            <p:ph idx="1"/>
          </p:nvPr>
        </p:nvSpPr>
        <p:spPr>
          <a:xfrm>
            <a:off x="1055715" y="2508105"/>
            <a:ext cx="5040285" cy="3632493"/>
          </a:xfrm>
        </p:spPr>
        <p:txBody>
          <a:bodyPr vert="horz" lIns="91440" tIns="45720" rIns="91440" bIns="45720" rtlCol="0" anchor="ctr">
            <a:normAutofit/>
          </a:bodyPr>
          <a:lstStyle/>
          <a:p>
            <a:r>
              <a:rPr lang="en-US" sz="2400"/>
              <a:t>Restaurant waiter giving you a table</a:t>
            </a:r>
          </a:p>
          <a:p>
            <a:r>
              <a:rPr lang="en-US" sz="2400"/>
              <a:t>DHCP is how a device automatically gets an IP address</a:t>
            </a:r>
          </a:p>
          <a:p>
            <a:r>
              <a:rPr lang="en-US" sz="2400"/>
              <a:t>Without the address, information doesn't know where to go</a:t>
            </a:r>
          </a:p>
          <a:p>
            <a:r>
              <a:rPr lang="en-US" sz="2400"/>
              <a:t>Range, Lease</a:t>
            </a:r>
          </a:p>
          <a:p>
            <a:r>
              <a:rPr lang="en-US" sz="2400"/>
              <a:t>DHCP Address collision</a:t>
            </a:r>
          </a:p>
        </p:txBody>
      </p:sp>
      <p:pic>
        <p:nvPicPr>
          <p:cNvPr id="6" name="Picture 5" descr="A diagram of a device&#10;&#10;AI-generated content may be incorrect.">
            <a:extLst>
              <a:ext uri="{FF2B5EF4-FFF2-40B4-BE49-F238E27FC236}">
                <a16:creationId xmlns:a16="http://schemas.microsoft.com/office/drawing/2014/main" id="{0A520194-A33F-AD70-2E37-E46E1CF6A5E0}"/>
              </a:ext>
            </a:extLst>
          </p:cNvPr>
          <p:cNvPicPr>
            <a:picLocks noChangeAspect="1"/>
          </p:cNvPicPr>
          <p:nvPr/>
        </p:nvPicPr>
        <p:blipFill>
          <a:blip r:embed="rId4"/>
          <a:stretch>
            <a:fillRect/>
          </a:stretch>
        </p:blipFill>
        <p:spPr>
          <a:xfrm>
            <a:off x="6945568" y="926686"/>
            <a:ext cx="4347775" cy="3539115"/>
          </a:xfrm>
          <a:prstGeom prst="rect">
            <a:avLst/>
          </a:prstGeom>
        </p:spPr>
      </p:pic>
      <p:pic>
        <p:nvPicPr>
          <p:cNvPr id="5" name="Picture 4" descr="A blue and yellow logo&#10;&#10;AI-generated content may be incorrect.">
            <a:extLst>
              <a:ext uri="{FF2B5EF4-FFF2-40B4-BE49-F238E27FC236}">
                <a16:creationId xmlns:a16="http://schemas.microsoft.com/office/drawing/2014/main" id="{6C55E622-E535-622F-7559-79CFA552E5FB}"/>
              </a:ext>
            </a:extLst>
          </p:cNvPr>
          <p:cNvPicPr>
            <a:picLocks noChangeAspect="1"/>
          </p:cNvPicPr>
          <p:nvPr/>
        </p:nvPicPr>
        <p:blipFill>
          <a:blip r:embed="rId5"/>
          <a:stretch>
            <a:fillRect/>
          </a:stretch>
        </p:blipFill>
        <p:spPr>
          <a:xfrm>
            <a:off x="6946667" y="4463238"/>
            <a:ext cx="4389120" cy="1283817"/>
          </a:xfrm>
          <a:prstGeom prst="rect">
            <a:avLst/>
          </a:prstGeom>
        </p:spPr>
      </p:pic>
      <p:sp>
        <p:nvSpPr>
          <p:cNvPr id="7" name="TextBox 6">
            <a:extLst>
              <a:ext uri="{FF2B5EF4-FFF2-40B4-BE49-F238E27FC236}">
                <a16:creationId xmlns:a16="http://schemas.microsoft.com/office/drawing/2014/main" id="{74C59F07-CA07-9040-BD32-7FB31E291068}"/>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74994828"/>
      </p:ext>
    </p:extLst>
  </p:cSld>
  <p:clrMapOvr>
    <a:masterClrMapping/>
  </p:clrMapOvr>
  <p:extLst>
    <p:ext uri="{6950BFC3-D8DA-4A85-94F7-54DA5524770B}">
      <p188:commentRel xmlns:p188="http://schemas.microsoft.com/office/powerpoint/2018/8/main" r:id="rId3"/>
    </p:ext>
  </p:extLst>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9D32F93-50AC-4C46-A5DB-291C60DDB7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F565F49A-445E-0027-F447-8A7430D56BCA}"/>
              </a:ext>
            </a:extLst>
          </p:cNvPr>
          <p:cNvPicPr>
            <a:picLocks noChangeAspect="1"/>
          </p:cNvPicPr>
          <p:nvPr/>
        </p:nvPicPr>
        <p:blipFill>
          <a:blip r:embed="rId2"/>
          <a:stretch>
            <a:fillRect/>
          </a:stretch>
        </p:blipFill>
        <p:spPr>
          <a:xfrm>
            <a:off x="1289303" y="1119116"/>
            <a:ext cx="7567981" cy="2213635"/>
          </a:xfrm>
          <a:prstGeom prst="rect">
            <a:avLst/>
          </a:prstGeom>
        </p:spPr>
      </p:pic>
      <p:sp>
        <p:nvSpPr>
          <p:cNvPr id="12" name="Right Triangle 11">
            <a:extLst>
              <a:ext uri="{FF2B5EF4-FFF2-40B4-BE49-F238E27FC236}">
                <a16:creationId xmlns:a16="http://schemas.microsoft.com/office/drawing/2014/main" id="{827DC2C4-B485-428A-BF4A-472D2967F47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8576720" y="3335867"/>
            <a:ext cx="3291840" cy="3200400"/>
          </a:xfrm>
          <a:prstGeom prst="rtTriangl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E04B5EB-F158-4507-90DD-BD23620C7CC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1774" y="623275"/>
            <a:ext cx="10905053" cy="5607882"/>
          </a:xfrm>
          <a:prstGeom prst="rect">
            <a:avLst/>
          </a:prstGeom>
          <a:noFill/>
          <a:ln w="19050">
            <a:solidFill>
              <a:schemeClr val="tx1">
                <a:lumMod val="75000"/>
                <a:lumOff val="25000"/>
              </a:schemeClr>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AAC1B2A-490A-B82E-E897-EB9C923B23DC}"/>
              </a:ext>
            </a:extLst>
          </p:cNvPr>
          <p:cNvSpPr>
            <a:spLocks noGrp="1"/>
          </p:cNvSpPr>
          <p:nvPr>
            <p:ph type="title"/>
          </p:nvPr>
        </p:nvSpPr>
        <p:spPr>
          <a:xfrm>
            <a:off x="1289304" y="3429000"/>
            <a:ext cx="8921672" cy="1713305"/>
          </a:xfrm>
        </p:spPr>
        <p:txBody>
          <a:bodyPr vert="horz" lIns="91440" tIns="45720" rIns="91440" bIns="45720" rtlCol="0" anchor="b">
            <a:normAutofit/>
          </a:bodyPr>
          <a:lstStyle/>
          <a:p>
            <a:r>
              <a:rPr lang="en-US" sz="5600" kern="1200">
                <a:latin typeface="+mj-lt"/>
                <a:ea typeface="+mj-ea"/>
                <a:cs typeface="+mj-cs"/>
              </a:rPr>
              <a:t>DHCP Ranges </a:t>
            </a:r>
            <a:r>
              <a:rPr lang="en-US" sz="5600"/>
              <a:t>Visual -</a:t>
            </a:r>
            <a:r>
              <a:rPr lang="en-US" sz="5600" kern="1200">
                <a:latin typeface="+mj-lt"/>
                <a:ea typeface="+mj-ea"/>
                <a:cs typeface="+mj-cs"/>
              </a:rPr>
              <a:t> </a:t>
            </a:r>
            <a:r>
              <a:rPr lang="en-US" sz="5600" kern="1200" err="1">
                <a:latin typeface="+mj-lt"/>
                <a:ea typeface="+mj-ea"/>
                <a:cs typeface="+mj-cs"/>
              </a:rPr>
              <a:t>GLiNet</a:t>
            </a:r>
            <a:endParaRPr lang="en-US" sz="5600" kern="1200">
              <a:latin typeface="+mj-lt"/>
            </a:endParaRPr>
          </a:p>
        </p:txBody>
      </p:sp>
      <p:sp>
        <p:nvSpPr>
          <p:cNvPr id="7" name="TextBox 6">
            <a:extLst>
              <a:ext uri="{FF2B5EF4-FFF2-40B4-BE49-F238E27FC236}">
                <a16:creationId xmlns:a16="http://schemas.microsoft.com/office/drawing/2014/main" id="{34CDBEDD-945B-33DE-D4E8-A504C54C0210}"/>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106754176"/>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23C5F79-FA2C-BE66-7D64-991B2C048824}"/>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368F5B5F-92EC-3790-5BBB-8557660680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287BD5CB-8ACC-C0FF-AF92-1D81A1B107B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13">
            <a:extLst>
              <a:ext uri="{FF2B5EF4-FFF2-40B4-BE49-F238E27FC236}">
                <a16:creationId xmlns:a16="http://schemas.microsoft.com/office/drawing/2014/main" id="{F7A61788-EBCE-EDCF-EF08-F6920D48107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AAC93AF1-8671-ADEB-EB58-EBB10FA0C05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14">
            <a:extLst>
              <a:ext uri="{FF2B5EF4-FFF2-40B4-BE49-F238E27FC236}">
                <a16:creationId xmlns:a16="http://schemas.microsoft.com/office/drawing/2014/main" id="{224B923E-44DF-BCBA-3A4B-8D2811ADE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74E64C5-E238-0374-BF44-17513D240739}"/>
              </a:ext>
            </a:extLst>
          </p:cNvPr>
          <p:cNvSpPr>
            <a:spLocks noGrp="1"/>
          </p:cNvSpPr>
          <p:nvPr>
            <p:ph type="title"/>
          </p:nvPr>
        </p:nvSpPr>
        <p:spPr>
          <a:xfrm>
            <a:off x="4379685" y="3992931"/>
            <a:ext cx="7644627" cy="2751086"/>
          </a:xfrm>
        </p:spPr>
        <p:txBody>
          <a:bodyPr vert="horz" lIns="91440" tIns="45720" rIns="91440" bIns="45720" rtlCol="0" anchor="b">
            <a:normAutofit fontScale="90000"/>
          </a:bodyPr>
          <a:lstStyle/>
          <a:p>
            <a:r>
              <a:rPr lang="en-US"/>
              <a:t>Why may we want a DHCP address instead of statically assigning each device?</a:t>
            </a:r>
          </a:p>
          <a:p>
            <a:endParaRPr lang="en-US"/>
          </a:p>
          <a:p>
            <a:pPr algn="r"/>
            <a:endParaRPr lang="en-US" kern="1200">
              <a:latin typeface="+mj-lt"/>
            </a:endParaRPr>
          </a:p>
        </p:txBody>
      </p:sp>
      <p:pic>
        <p:nvPicPr>
          <p:cNvPr id="6" name="Picture 5" descr="A blue and yellow logo&#10;&#10;AI-generated content may be incorrect.">
            <a:extLst>
              <a:ext uri="{FF2B5EF4-FFF2-40B4-BE49-F238E27FC236}">
                <a16:creationId xmlns:a16="http://schemas.microsoft.com/office/drawing/2014/main" id="{4986EFB4-DDDB-57CC-12B5-78334046FF35}"/>
              </a:ext>
            </a:extLst>
          </p:cNvPr>
          <p:cNvPicPr>
            <a:picLocks noChangeAspect="1"/>
          </p:cNvPicPr>
          <p:nvPr/>
        </p:nvPicPr>
        <p:blipFill>
          <a:blip r:embed="rId3"/>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29C7EC72-EFF0-C62A-A8AE-A0B47B1F26DE}"/>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676888973"/>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01ACBC9-870E-2DB8-EC9A-C344D61CA3DA}"/>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95EB12D8-15D1-F43B-B380-8F9D4A68717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8B984D7-1F58-E186-2AC8-2616B88C54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13">
            <a:extLst>
              <a:ext uri="{FF2B5EF4-FFF2-40B4-BE49-F238E27FC236}">
                <a16:creationId xmlns:a16="http://schemas.microsoft.com/office/drawing/2014/main" id="{E453D9CD-B1F1-0229-7295-7F33E18198C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23AB6452-FAE2-745A-B1E0-08C02B648D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14">
            <a:extLst>
              <a:ext uri="{FF2B5EF4-FFF2-40B4-BE49-F238E27FC236}">
                <a16:creationId xmlns:a16="http://schemas.microsoft.com/office/drawing/2014/main" id="{56E5730B-115A-0688-9634-D4EC5BCCBAF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FE64BDC2-AA7D-D826-8373-5130F106002F}"/>
              </a:ext>
            </a:extLst>
          </p:cNvPr>
          <p:cNvSpPr>
            <a:spLocks noGrp="1"/>
          </p:cNvSpPr>
          <p:nvPr>
            <p:ph type="title"/>
          </p:nvPr>
        </p:nvSpPr>
        <p:spPr>
          <a:xfrm>
            <a:off x="4365171" y="3426874"/>
            <a:ext cx="7644627" cy="2751086"/>
          </a:xfrm>
        </p:spPr>
        <p:txBody>
          <a:bodyPr vert="horz" lIns="91440" tIns="45720" rIns="91440" bIns="45720" rtlCol="0" anchor="b">
            <a:normAutofit/>
          </a:bodyPr>
          <a:lstStyle/>
          <a:p>
            <a:r>
              <a:rPr lang="en-US"/>
              <a:t>Rollback, Re-login</a:t>
            </a:r>
          </a:p>
          <a:p>
            <a:endParaRPr lang="en-US"/>
          </a:p>
          <a:p>
            <a:pPr algn="r"/>
            <a:endParaRPr lang="en-US" kern="1200">
              <a:latin typeface="+mj-lt"/>
            </a:endParaRPr>
          </a:p>
        </p:txBody>
      </p:sp>
      <p:pic>
        <p:nvPicPr>
          <p:cNvPr id="6" name="Picture 5" descr="A blue and yellow logo&#10;&#10;AI-generated content may be incorrect.">
            <a:extLst>
              <a:ext uri="{FF2B5EF4-FFF2-40B4-BE49-F238E27FC236}">
                <a16:creationId xmlns:a16="http://schemas.microsoft.com/office/drawing/2014/main" id="{2FC9FB15-24BB-97A5-AFA0-CC5A75EB2137}"/>
              </a:ext>
            </a:extLst>
          </p:cNvPr>
          <p:cNvPicPr>
            <a:picLocks noChangeAspect="1"/>
          </p:cNvPicPr>
          <p:nvPr/>
        </p:nvPicPr>
        <p:blipFill>
          <a:blip r:embed="rId3"/>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24C4A0B6-113E-6DA8-CE0F-3A8682576B64}"/>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2207111053"/>
      </p:ext>
    </p:extLst>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AE3BE9C0-0D51-26AA-A858-218CD3B92507}"/>
            </a:ext>
          </a:extLst>
        </p:cNvPr>
        <p:cNvGrpSpPr/>
        <p:nvPr/>
      </p:nvGrpSpPr>
      <p:grpSpPr>
        <a:xfrm>
          <a:off x="0" y="0"/>
          <a:ext cx="0" cy="0"/>
          <a:chOff x="0" y="0"/>
          <a:chExt cx="0" cy="0"/>
        </a:xfrm>
      </p:grpSpPr>
      <p:pic>
        <p:nvPicPr>
          <p:cNvPr id="5" name="Picture 4" descr="A screenshot of a computer&#10;&#10;AI-generated content may be incorrect.">
            <a:extLst>
              <a:ext uri="{FF2B5EF4-FFF2-40B4-BE49-F238E27FC236}">
                <a16:creationId xmlns:a16="http://schemas.microsoft.com/office/drawing/2014/main" id="{0CDCDB2B-0CF3-29F7-4C50-4CF263785A10}"/>
              </a:ext>
            </a:extLst>
          </p:cNvPr>
          <p:cNvPicPr>
            <a:picLocks noChangeAspect="1"/>
          </p:cNvPicPr>
          <p:nvPr/>
        </p:nvPicPr>
        <p:blipFill>
          <a:blip r:embed="rId3"/>
          <a:srcRect l="-31" t="7862" r="68013" b="66850"/>
          <a:stretch>
            <a:fillRect/>
          </a:stretch>
        </p:blipFill>
        <p:spPr>
          <a:xfrm>
            <a:off x="43150" y="1645452"/>
            <a:ext cx="5741943" cy="2522395"/>
          </a:xfrm>
          <a:prstGeom prst="rect">
            <a:avLst/>
          </a:prstGeom>
        </p:spPr>
      </p:pic>
      <p:pic>
        <p:nvPicPr>
          <p:cNvPr id="7" name="Picture 6" descr="A screenshot of a computer&#10;&#10;AI-generated content may be incorrect.">
            <a:extLst>
              <a:ext uri="{FF2B5EF4-FFF2-40B4-BE49-F238E27FC236}">
                <a16:creationId xmlns:a16="http://schemas.microsoft.com/office/drawing/2014/main" id="{98CBD927-95BD-C8F6-75A4-D62AAE310513}"/>
              </a:ext>
            </a:extLst>
          </p:cNvPr>
          <p:cNvPicPr>
            <a:picLocks noChangeAspect="1"/>
          </p:cNvPicPr>
          <p:nvPr/>
        </p:nvPicPr>
        <p:blipFill>
          <a:blip r:embed="rId4"/>
          <a:srcRect l="-29" t="7858" r="69108" b="73054"/>
          <a:stretch>
            <a:fillRect/>
          </a:stretch>
        </p:blipFill>
        <p:spPr>
          <a:xfrm>
            <a:off x="6565208" y="1925173"/>
            <a:ext cx="5751313" cy="1956270"/>
          </a:xfrm>
          <a:prstGeom prst="rect">
            <a:avLst/>
          </a:prstGeom>
        </p:spPr>
      </p:pic>
      <p:sp>
        <p:nvSpPr>
          <p:cNvPr id="8" name="Arrow: Right 7">
            <a:extLst>
              <a:ext uri="{FF2B5EF4-FFF2-40B4-BE49-F238E27FC236}">
                <a16:creationId xmlns:a16="http://schemas.microsoft.com/office/drawing/2014/main" id="{263D5E93-BF27-A324-9D5B-E6FA62D88A87}"/>
              </a:ext>
            </a:extLst>
          </p:cNvPr>
          <p:cNvSpPr/>
          <p:nvPr/>
        </p:nvSpPr>
        <p:spPr>
          <a:xfrm>
            <a:off x="5779984" y="2717469"/>
            <a:ext cx="644582" cy="375774"/>
          </a:xfrm>
          <a:prstGeom prst="rightArrow">
            <a:avLst/>
          </a:prstGeom>
          <a:solidFill>
            <a:schemeClr val="accent6"/>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15" name="Picture 14" descr="A blue and yellow logo&#10;&#10;AI-generated content may be incorrect.">
            <a:extLst>
              <a:ext uri="{FF2B5EF4-FFF2-40B4-BE49-F238E27FC236}">
                <a16:creationId xmlns:a16="http://schemas.microsoft.com/office/drawing/2014/main" id="{0AEFACE4-B443-194F-B5D8-B09DE7DDAA80}"/>
              </a:ext>
            </a:extLst>
          </p:cNvPr>
          <p:cNvPicPr>
            <a:picLocks noChangeAspect="1"/>
          </p:cNvPicPr>
          <p:nvPr/>
        </p:nvPicPr>
        <p:blipFill>
          <a:blip r:embed="rId5"/>
          <a:stretch>
            <a:fillRect/>
          </a:stretch>
        </p:blipFill>
        <p:spPr>
          <a:xfrm>
            <a:off x="17236" y="6426879"/>
            <a:ext cx="1525815" cy="434069"/>
          </a:xfrm>
          <a:prstGeom prst="rect">
            <a:avLst/>
          </a:prstGeom>
        </p:spPr>
      </p:pic>
      <p:sp>
        <p:nvSpPr>
          <p:cNvPr id="4" name="TextBox 3">
            <a:extLst>
              <a:ext uri="{FF2B5EF4-FFF2-40B4-BE49-F238E27FC236}">
                <a16:creationId xmlns:a16="http://schemas.microsoft.com/office/drawing/2014/main" id="{F1EEC995-E9AA-2953-8CCC-FF9E6A515377}"/>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
        <p:nvSpPr>
          <p:cNvPr id="2" name="TextBox 1">
            <a:extLst>
              <a:ext uri="{FF2B5EF4-FFF2-40B4-BE49-F238E27FC236}">
                <a16:creationId xmlns:a16="http://schemas.microsoft.com/office/drawing/2014/main" id="{2D6408C7-1F1D-38B1-9302-B86FDCABF537}"/>
              </a:ext>
            </a:extLst>
          </p:cNvPr>
          <p:cNvSpPr txBox="1"/>
          <p:nvPr/>
        </p:nvSpPr>
        <p:spPr>
          <a:xfrm>
            <a:off x="-30530" y="4453758"/>
            <a:ext cx="12206513" cy="31700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200"/>
              <a:t>Raise your hand once it is typed I will check your file</a:t>
            </a:r>
          </a:p>
          <a:p>
            <a:r>
              <a:rPr lang="en-US" sz="3200"/>
              <a:t>To exit and save, type: "</a:t>
            </a:r>
            <a:r>
              <a:rPr lang="en-US" sz="3200" b="1" err="1"/>
              <a:t>Ctrl+X</a:t>
            </a:r>
            <a:r>
              <a:rPr lang="en-US" sz="3200"/>
              <a:t>" -&gt;"</a:t>
            </a:r>
            <a:r>
              <a:rPr lang="en-US" sz="3200" b="1"/>
              <a:t>y</a:t>
            </a:r>
            <a:r>
              <a:rPr lang="en-US" sz="3200"/>
              <a:t>" -&gt;"</a:t>
            </a:r>
            <a:r>
              <a:rPr lang="en-US" sz="3200" b="1"/>
              <a:t>enter</a:t>
            </a:r>
            <a:r>
              <a:rPr lang="en-US" sz="3200"/>
              <a:t>" button </a:t>
            </a:r>
          </a:p>
          <a:p>
            <a:r>
              <a:rPr lang="en-US" sz="3200"/>
              <a:t>Type: </a:t>
            </a:r>
            <a:r>
              <a:rPr lang="en-US" sz="3200" b="1" err="1"/>
              <a:t>sudo</a:t>
            </a:r>
            <a:r>
              <a:rPr lang="en-US" sz="3200" b="1"/>
              <a:t> </a:t>
            </a:r>
            <a:r>
              <a:rPr lang="en-US" sz="3200" b="1" err="1"/>
              <a:t>systemctl</a:t>
            </a:r>
            <a:r>
              <a:rPr lang="en-US" sz="3200" b="1"/>
              <a:t> restart networking</a:t>
            </a:r>
            <a:endParaRPr lang="en-US" sz="3200"/>
          </a:p>
          <a:p>
            <a:r>
              <a:rPr lang="en-US" sz="3200"/>
              <a:t>Type </a:t>
            </a:r>
            <a:r>
              <a:rPr lang="en-US" sz="3200" b="1" err="1"/>
              <a:t>ip</a:t>
            </a:r>
            <a:r>
              <a:rPr lang="en-US" sz="3200" b="1"/>
              <a:t> a</a:t>
            </a:r>
            <a:br>
              <a:rPr lang="en-US" sz="3200" b="1"/>
            </a:br>
            <a:endParaRPr lang="en-US" sz="3200"/>
          </a:p>
          <a:p>
            <a:endParaRPr lang="en-US" sz="4000"/>
          </a:p>
        </p:txBody>
      </p:sp>
    </p:spTree>
    <p:extLst>
      <p:ext uri="{BB962C8B-B14F-4D97-AF65-F5344CB8AC3E}">
        <p14:creationId xmlns:p14="http://schemas.microsoft.com/office/powerpoint/2010/main" val="1125322744"/>
      </p:ext>
    </p:extLst>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8555C5B3-193A-4749-9AFD-682E53CDDE8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2EAE06A6-F76A-41C9-827A-C561B004485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3"/>
            <a:ext cx="12192000" cy="6858000"/>
          </a:xfrm>
          <a:prstGeom prst="rect">
            <a:avLst/>
          </a:prstGeom>
          <a:gradFill>
            <a:gsLst>
              <a:gs pos="0">
                <a:srgbClr val="000000"/>
              </a:gs>
              <a:gs pos="100000">
                <a:schemeClr val="accent1">
                  <a:lumMod val="75000"/>
                </a:schemeClr>
              </a:gs>
            </a:gsLst>
            <a:lin ang="66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89F9D4E8-0639-444B-949B-9518585061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480861" y="0"/>
            <a:ext cx="7661934" cy="6858000"/>
          </a:xfrm>
          <a:prstGeom prst="rect">
            <a:avLst/>
          </a:prstGeom>
          <a:gradFill>
            <a:gsLst>
              <a:gs pos="0">
                <a:schemeClr val="accent1">
                  <a:lumMod val="75000"/>
                  <a:alpha val="45000"/>
                </a:schemeClr>
              </a:gs>
              <a:gs pos="100000">
                <a:srgbClr val="000000">
                  <a:alpha val="29000"/>
                </a:srgb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E3DA7A2-ED70-4BBA-AB72-00AD461FA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480862" y="-6"/>
            <a:ext cx="11711138" cy="6410334"/>
          </a:xfrm>
          <a:prstGeom prst="rect">
            <a:avLst/>
          </a:prstGeom>
          <a:gradFill>
            <a:gsLst>
              <a:gs pos="0">
                <a:schemeClr val="accent1">
                  <a:alpha val="0"/>
                </a:schemeClr>
              </a:gs>
              <a:gs pos="100000">
                <a:srgbClr val="000000">
                  <a:alpha val="41000"/>
                </a:srgb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0567E72-AB05-2F0D-4448-AECE65ABF1D1}"/>
              </a:ext>
            </a:extLst>
          </p:cNvPr>
          <p:cNvSpPr>
            <a:spLocks noGrp="1"/>
          </p:cNvSpPr>
          <p:nvPr>
            <p:ph type="title"/>
          </p:nvPr>
        </p:nvSpPr>
        <p:spPr>
          <a:xfrm>
            <a:off x="1127208" y="857251"/>
            <a:ext cx="4747280" cy="3098061"/>
          </a:xfrm>
        </p:spPr>
        <p:txBody>
          <a:bodyPr vert="horz" lIns="91440" tIns="45720" rIns="91440" bIns="45720" rtlCol="0" anchor="b">
            <a:normAutofit/>
          </a:bodyPr>
          <a:lstStyle/>
          <a:p>
            <a:r>
              <a:rPr lang="en-US" sz="4100" kern="1200">
                <a:solidFill>
                  <a:srgbClr val="FFFFFF"/>
                </a:solidFill>
                <a:latin typeface="+mj-lt"/>
                <a:ea typeface="+mj-ea"/>
                <a:cs typeface="+mj-cs"/>
              </a:rPr>
              <a:t>If DHCP randomly assigns an IP from within a range, why is it the same as before?</a:t>
            </a:r>
          </a:p>
        </p:txBody>
      </p:sp>
      <p:sp>
        <p:nvSpPr>
          <p:cNvPr id="18" name="Rectangle 17">
            <a:extLst>
              <a:ext uri="{FF2B5EF4-FFF2-40B4-BE49-F238E27FC236}">
                <a16:creationId xmlns:a16="http://schemas.microsoft.com/office/drawing/2014/main" id="{FC485432-3647-4218-B5D3-15D3FA222B1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4844797" y="-489206"/>
            <a:ext cx="2502408" cy="12191998"/>
          </a:xfrm>
          <a:prstGeom prst="rect">
            <a:avLst/>
          </a:prstGeom>
          <a:gradFill>
            <a:gsLst>
              <a:gs pos="0">
                <a:schemeClr val="accent1">
                  <a:alpha val="24000"/>
                </a:schemeClr>
              </a:gs>
              <a:gs pos="78000">
                <a:schemeClr val="accent1">
                  <a:lumMod val="50000"/>
                  <a:alpha val="0"/>
                </a:schemeClr>
              </a:gs>
            </a:gsLst>
            <a:lin ang="102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Oval 19">
            <a:extLst>
              <a:ext uri="{FF2B5EF4-FFF2-40B4-BE49-F238E27FC236}">
                <a16:creationId xmlns:a16="http://schemas.microsoft.com/office/drawing/2014/main" id="{F4AFDDCA-6ABA-4D23-8A5C-1BF0F430814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90589" y="1062544"/>
            <a:ext cx="4756162" cy="4756162"/>
          </a:xfrm>
          <a:prstGeom prst="ellipse">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460F607C-8221-9F20-2278-85581C0C755F}"/>
              </a:ext>
            </a:extLst>
          </p:cNvPr>
          <p:cNvPicPr>
            <a:picLocks noChangeAspect="1"/>
          </p:cNvPicPr>
          <p:nvPr/>
        </p:nvPicPr>
        <p:blipFill>
          <a:blip r:embed="rId3"/>
          <a:stretch>
            <a:fillRect/>
          </a:stretch>
        </p:blipFill>
        <p:spPr>
          <a:xfrm>
            <a:off x="6920559" y="2889583"/>
            <a:ext cx="3737164" cy="1093120"/>
          </a:xfrm>
          <a:prstGeom prst="rect">
            <a:avLst/>
          </a:prstGeom>
        </p:spPr>
      </p:pic>
      <p:sp>
        <p:nvSpPr>
          <p:cNvPr id="4" name="TextBox 3">
            <a:extLst>
              <a:ext uri="{FF2B5EF4-FFF2-40B4-BE49-F238E27FC236}">
                <a16:creationId xmlns:a16="http://schemas.microsoft.com/office/drawing/2014/main" id="{D4B8596E-9833-4336-1063-62CC8ADCDD5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419926407"/>
      </p:ext>
    </p:extLst>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56D38EF-D615-F773-A746-43EB04F9F5E0}"/>
              </a:ext>
            </a:extLst>
          </p:cNvPr>
          <p:cNvSpPr>
            <a:spLocks noGrp="1"/>
          </p:cNvSpPr>
          <p:nvPr>
            <p:ph type="title"/>
          </p:nvPr>
        </p:nvSpPr>
        <p:spPr>
          <a:xfrm>
            <a:off x="793662" y="386930"/>
            <a:ext cx="10066122" cy="1298448"/>
          </a:xfrm>
        </p:spPr>
        <p:txBody>
          <a:bodyPr anchor="b">
            <a:normAutofit/>
          </a:bodyPr>
          <a:lstStyle/>
          <a:p>
            <a:r>
              <a:rPr lang="en-US" sz="4800"/>
              <a:t>Explanation...</a:t>
            </a:r>
          </a:p>
        </p:txBody>
      </p:sp>
      <p:sp>
        <p:nvSpPr>
          <p:cNvPr id="19" name="Rectangle 18">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and yellow logo&#10;&#10;AI-generated content may be incorrect.">
            <a:extLst>
              <a:ext uri="{FF2B5EF4-FFF2-40B4-BE49-F238E27FC236}">
                <a16:creationId xmlns:a16="http://schemas.microsoft.com/office/drawing/2014/main" id="{A1C0F5FD-1687-6240-19EC-DCF690163876}"/>
              </a:ext>
            </a:extLst>
          </p:cNvPr>
          <p:cNvPicPr>
            <a:picLocks noChangeAspect="1"/>
          </p:cNvPicPr>
          <p:nvPr/>
        </p:nvPicPr>
        <p:blipFill>
          <a:blip r:embed="rId3"/>
          <a:stretch>
            <a:fillRect/>
          </a:stretch>
        </p:blipFill>
        <p:spPr>
          <a:xfrm>
            <a:off x="5911532" y="3588149"/>
            <a:ext cx="5150277" cy="1506456"/>
          </a:xfrm>
          <a:prstGeom prst="rect">
            <a:avLst/>
          </a:prstGeom>
        </p:spPr>
      </p:pic>
      <p:sp>
        <p:nvSpPr>
          <p:cNvPr id="23" name="Rectangle 22">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12" name="Text Placeholder 2">
            <a:extLst>
              <a:ext uri="{FF2B5EF4-FFF2-40B4-BE49-F238E27FC236}">
                <a16:creationId xmlns:a16="http://schemas.microsoft.com/office/drawing/2014/main" id="{4B14E945-A0CA-2ED6-1ABD-C7516BEC9756}"/>
              </a:ext>
            </a:extLst>
          </p:cNvPr>
          <p:cNvGraphicFramePr>
            <a:graphicFrameLocks noGrp="1"/>
          </p:cNvGraphicFramePr>
          <p:nvPr>
            <p:ph idx="1"/>
            <p:extLst>
              <p:ext uri="{D42A27DB-BD31-4B8C-83A1-F6EECF244321}">
                <p14:modId xmlns:p14="http://schemas.microsoft.com/office/powerpoint/2010/main" val="68050918"/>
              </p:ext>
            </p:extLst>
          </p:nvPr>
        </p:nvGraphicFramePr>
        <p:xfrm>
          <a:off x="249376" y="2287452"/>
          <a:ext cx="5075183" cy="3951507"/>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997205FD-C0E1-6C88-DDDE-818A7477CC5A}"/>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91174286"/>
      </p:ext>
    </p:extLst>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99B3288-1718-2FD4-3E09-B0B72D6129E9}"/>
              </a:ext>
            </a:extLst>
          </p:cNvPr>
          <p:cNvSpPr>
            <a:spLocks noGrp="1"/>
          </p:cNvSpPr>
          <p:nvPr>
            <p:ph type="title"/>
          </p:nvPr>
        </p:nvSpPr>
        <p:spPr>
          <a:xfrm>
            <a:off x="1057025" y="922644"/>
            <a:ext cx="5040285" cy="1169585"/>
          </a:xfrm>
        </p:spPr>
        <p:txBody>
          <a:bodyPr anchor="b">
            <a:normAutofit fontScale="90000"/>
          </a:bodyPr>
          <a:lstStyle/>
          <a:p>
            <a:r>
              <a:rPr lang="en-US" sz="4000"/>
              <a:t>MAC (Media Access Control) Address</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Content Placeholder 2">
            <a:extLst>
              <a:ext uri="{FF2B5EF4-FFF2-40B4-BE49-F238E27FC236}">
                <a16:creationId xmlns:a16="http://schemas.microsoft.com/office/drawing/2014/main" id="{F94DAAA1-15D9-C510-52B8-30331A1091EC}"/>
              </a:ext>
            </a:extLst>
          </p:cNvPr>
          <p:cNvGraphicFramePr>
            <a:graphicFrameLocks noGrp="1"/>
          </p:cNvGraphicFramePr>
          <p:nvPr>
            <p:ph idx="1"/>
          </p:nvPr>
        </p:nvGraphicFramePr>
        <p:xfrm>
          <a:off x="1055715" y="2508105"/>
          <a:ext cx="5040285" cy="363249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 name="Picture 6">
            <a:extLst>
              <a:ext uri="{FF2B5EF4-FFF2-40B4-BE49-F238E27FC236}">
                <a16:creationId xmlns:a16="http://schemas.microsoft.com/office/drawing/2014/main" id="{DB684E97-B960-ABF6-C1C3-0888EADEB40E}"/>
              </a:ext>
            </a:extLst>
          </p:cNvPr>
          <p:cNvPicPr>
            <a:picLocks noChangeAspect="1"/>
          </p:cNvPicPr>
          <p:nvPr/>
        </p:nvPicPr>
        <p:blipFill>
          <a:blip r:embed="rId8"/>
          <a:stretch>
            <a:fillRect/>
          </a:stretch>
        </p:blipFill>
        <p:spPr>
          <a:xfrm>
            <a:off x="6032267" y="1293235"/>
            <a:ext cx="5615577" cy="2356072"/>
          </a:xfrm>
          <a:prstGeom prst="rect">
            <a:avLst/>
          </a:prstGeom>
        </p:spPr>
      </p:pic>
      <p:pic>
        <p:nvPicPr>
          <p:cNvPr id="5" name="Picture 4" descr="A blue and yellow logo&#10;&#10;AI-generated content may be incorrect.">
            <a:extLst>
              <a:ext uri="{FF2B5EF4-FFF2-40B4-BE49-F238E27FC236}">
                <a16:creationId xmlns:a16="http://schemas.microsoft.com/office/drawing/2014/main" id="{92CC768C-E451-6EB3-86CB-1B93AAB64AD2}"/>
              </a:ext>
            </a:extLst>
          </p:cNvPr>
          <p:cNvPicPr>
            <a:picLocks noChangeAspect="1"/>
          </p:cNvPicPr>
          <p:nvPr/>
        </p:nvPicPr>
        <p:blipFill>
          <a:blip r:embed="rId9"/>
          <a:stretch>
            <a:fillRect/>
          </a:stretch>
        </p:blipFill>
        <p:spPr>
          <a:xfrm>
            <a:off x="6946667" y="4223752"/>
            <a:ext cx="4389120" cy="1283817"/>
          </a:xfrm>
          <a:prstGeom prst="rect">
            <a:avLst/>
          </a:prstGeom>
        </p:spPr>
      </p:pic>
      <p:sp>
        <p:nvSpPr>
          <p:cNvPr id="4" name="TextBox 3">
            <a:extLst>
              <a:ext uri="{FF2B5EF4-FFF2-40B4-BE49-F238E27FC236}">
                <a16:creationId xmlns:a16="http://schemas.microsoft.com/office/drawing/2014/main" id="{05CAAB9C-0C31-66E2-F0BC-77024835D61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2930838152"/>
      </p:ext>
    </p:extLst>
  </p:cSld>
  <p:clrMapOvr>
    <a:masterClrMapping/>
  </p:clrMapOvr>
  <p:extLst>
    <p:ext uri="{6950BFC3-D8DA-4A85-94F7-54DA5524770B}">
      <p188:commentRel xmlns:p188="http://schemas.microsoft.com/office/powerpoint/2018/8/main" r:id="rId2"/>
    </p:ext>
  </p:extLst>
</p:sld>
</file>

<file path=ppt/slides/slide44.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34420D-91A9-46F7-40A6-CD4DCBD1A9B7}"/>
              </a:ext>
            </a:extLst>
          </p:cNvPr>
          <p:cNvSpPr>
            <a:spLocks noGrp="1"/>
          </p:cNvSpPr>
          <p:nvPr>
            <p:ph type="title"/>
          </p:nvPr>
        </p:nvSpPr>
        <p:spPr/>
        <p:txBody>
          <a:bodyPr/>
          <a:lstStyle/>
          <a:p>
            <a:r>
              <a:rPr lang="en-US"/>
              <a:t>What is hexadecimal?</a:t>
            </a:r>
          </a:p>
        </p:txBody>
      </p:sp>
      <p:graphicFrame>
        <p:nvGraphicFramePr>
          <p:cNvPr id="5" name="Content Placeholder 2">
            <a:extLst>
              <a:ext uri="{FF2B5EF4-FFF2-40B4-BE49-F238E27FC236}">
                <a16:creationId xmlns:a16="http://schemas.microsoft.com/office/drawing/2014/main" id="{05C11A96-0A58-AA26-D098-8EAB825CCFF8}"/>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pic>
        <p:nvPicPr>
          <p:cNvPr id="11" name="Picture 10" descr="A blue and yellow logo&#10;&#10;AI-generated content may be incorrect.">
            <a:extLst>
              <a:ext uri="{FF2B5EF4-FFF2-40B4-BE49-F238E27FC236}">
                <a16:creationId xmlns:a16="http://schemas.microsoft.com/office/drawing/2014/main" id="{F268B1AD-54D6-615E-B9C0-1CD99F200C2D}"/>
              </a:ext>
            </a:extLst>
          </p:cNvPr>
          <p:cNvPicPr>
            <a:picLocks noChangeAspect="1"/>
          </p:cNvPicPr>
          <p:nvPr/>
        </p:nvPicPr>
        <p:blipFill>
          <a:blip r:embed="rId7"/>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141BFB7C-72CF-3E09-4FB4-DB44F7A15ACF}"/>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163302831"/>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B191BD8-C209-7A35-E87F-3322961D9736}"/>
              </a:ext>
            </a:extLst>
          </p:cNvPr>
          <p:cNvSpPr>
            <a:spLocks noGrp="1"/>
          </p:cNvSpPr>
          <p:nvPr>
            <p:ph type="title"/>
          </p:nvPr>
        </p:nvSpPr>
        <p:spPr/>
        <p:txBody>
          <a:bodyPr/>
          <a:lstStyle/>
          <a:p>
            <a:r>
              <a:rPr lang="en-US"/>
              <a:t>Base 16 - Hexadecimal</a:t>
            </a:r>
          </a:p>
        </p:txBody>
      </p:sp>
      <p:sp>
        <p:nvSpPr>
          <p:cNvPr id="3" name="Content Placeholder 2">
            <a:extLst>
              <a:ext uri="{FF2B5EF4-FFF2-40B4-BE49-F238E27FC236}">
                <a16:creationId xmlns:a16="http://schemas.microsoft.com/office/drawing/2014/main" id="{C5447A1E-F2AB-EE08-5253-16DF73B4DB8B}"/>
              </a:ext>
            </a:extLst>
          </p:cNvPr>
          <p:cNvSpPr>
            <a:spLocks noGrp="1"/>
          </p:cNvSpPr>
          <p:nvPr>
            <p:ph idx="1"/>
          </p:nvPr>
        </p:nvSpPr>
        <p:spPr/>
        <p:txBody>
          <a:bodyPr vert="horz" lIns="91440" tIns="45720" rIns="91440" bIns="45720" rtlCol="0" anchor="t">
            <a:normAutofit/>
          </a:bodyPr>
          <a:lstStyle/>
          <a:p>
            <a:r>
              <a:rPr lang="en-US"/>
              <a:t>Digits: 0, 1, 2, 3, 4, 5, 6, 7, 8, 9, A, B, C, D, E, F</a:t>
            </a:r>
          </a:p>
          <a:p>
            <a:r>
              <a:rPr lang="en-US"/>
              <a:t>Example: "A5"</a:t>
            </a:r>
          </a:p>
          <a:p>
            <a:r>
              <a:rPr lang="en-US"/>
              <a:t>Convert to decimal:</a:t>
            </a:r>
          </a:p>
          <a:p>
            <a:pPr marL="0" indent="0">
              <a:buNone/>
            </a:pPr>
            <a:r>
              <a:rPr lang="en-US"/>
              <a:t>0xA5 = </a:t>
            </a:r>
            <a:r>
              <a:rPr lang="en-US" sz="2400">
                <a:latin typeface="Inter"/>
              </a:rPr>
              <a:t>=</a:t>
            </a:r>
            <a:r>
              <a:rPr lang="en-US" sz="2400" b="1">
                <a:latin typeface="Inter"/>
              </a:rPr>
              <a:t> A5</a:t>
            </a:r>
            <a:r>
              <a:rPr lang="en-US" sz="2400" baseline="-25000">
                <a:latin typeface="Inter"/>
              </a:rPr>
              <a:t>16</a:t>
            </a:r>
            <a:r>
              <a:rPr lang="en-US" sz="2400">
                <a:latin typeface="Inter"/>
              </a:rPr>
              <a:t> = (</a:t>
            </a:r>
            <a:r>
              <a:rPr lang="en-US" sz="2400" b="1">
                <a:latin typeface="Inter"/>
              </a:rPr>
              <a:t>10</a:t>
            </a:r>
            <a:r>
              <a:rPr lang="en-US" sz="2400">
                <a:latin typeface="Inter"/>
              </a:rPr>
              <a:t>x16</a:t>
            </a:r>
            <a:r>
              <a:rPr lang="en-US" sz="2400" baseline="30000">
                <a:latin typeface="Inter"/>
              </a:rPr>
              <a:t>1</a:t>
            </a:r>
            <a:r>
              <a:rPr lang="en-US" sz="2400">
                <a:latin typeface="Inter"/>
              </a:rPr>
              <a:t>) + (</a:t>
            </a:r>
            <a:r>
              <a:rPr lang="en-US" sz="2400" b="1">
                <a:latin typeface="Inter"/>
              </a:rPr>
              <a:t>5</a:t>
            </a:r>
            <a:r>
              <a:rPr lang="en-US" sz="2400">
                <a:latin typeface="Inter"/>
              </a:rPr>
              <a:t>x16</a:t>
            </a:r>
            <a:r>
              <a:rPr lang="en-US" sz="2400" baseline="30000">
                <a:latin typeface="Inter"/>
              </a:rPr>
              <a:t>0</a:t>
            </a:r>
            <a:r>
              <a:rPr lang="en-US" sz="2400">
                <a:latin typeface="Inter"/>
              </a:rPr>
              <a:t>)</a:t>
            </a:r>
            <a:endParaRPr lang="en-US"/>
          </a:p>
          <a:p>
            <a:pPr>
              <a:buNone/>
            </a:pPr>
            <a:r>
              <a:rPr lang="en-US" sz="2400">
                <a:latin typeface="Inter"/>
              </a:rPr>
              <a:t>        </a:t>
            </a:r>
            <a:r>
              <a:rPr lang="en-US" sz="2400" baseline="-25000">
                <a:latin typeface="Inter"/>
              </a:rPr>
              <a:t>                     </a:t>
            </a:r>
            <a:r>
              <a:rPr lang="en-US" sz="2400">
                <a:latin typeface="Inter"/>
              </a:rPr>
              <a:t>  =  160   </a:t>
            </a:r>
            <a:r>
              <a:rPr lang="en-US" sz="2400" baseline="-25000">
                <a:latin typeface="Inter"/>
              </a:rPr>
              <a:t> </a:t>
            </a:r>
            <a:r>
              <a:rPr lang="en-US" sz="2400">
                <a:latin typeface="Inter"/>
              </a:rPr>
              <a:t> </a:t>
            </a:r>
            <a:r>
              <a:rPr lang="en-US" sz="2400" baseline="-25000">
                <a:latin typeface="Inter"/>
              </a:rPr>
              <a:t> </a:t>
            </a:r>
            <a:r>
              <a:rPr lang="en-US" sz="2400">
                <a:latin typeface="Inter"/>
              </a:rPr>
              <a:t> </a:t>
            </a:r>
            <a:r>
              <a:rPr lang="en-US" sz="2400" baseline="-25000">
                <a:latin typeface="Inter"/>
              </a:rPr>
              <a:t> </a:t>
            </a:r>
            <a:r>
              <a:rPr lang="en-US" sz="2400">
                <a:latin typeface="Inter"/>
              </a:rPr>
              <a:t>+  5</a:t>
            </a:r>
            <a:endParaRPr lang="en-US"/>
          </a:p>
          <a:p>
            <a:pPr>
              <a:buNone/>
            </a:pPr>
            <a:r>
              <a:rPr lang="en-US" sz="2400">
                <a:latin typeface="Inter"/>
              </a:rPr>
              <a:t>        </a:t>
            </a:r>
            <a:r>
              <a:rPr lang="en-US" sz="2400" baseline="-25000">
                <a:latin typeface="Inter"/>
              </a:rPr>
              <a:t>                     </a:t>
            </a:r>
            <a:r>
              <a:rPr lang="en-US" sz="2400">
                <a:latin typeface="Inter"/>
              </a:rPr>
              <a:t>  =  165</a:t>
            </a:r>
            <a:endParaRPr lang="en-US"/>
          </a:p>
          <a:p>
            <a:pPr marL="0" indent="0">
              <a:buNone/>
            </a:pPr>
            <a:br>
              <a:rPr lang="en-US"/>
            </a:br>
            <a:endParaRPr lang="en-US"/>
          </a:p>
        </p:txBody>
      </p:sp>
      <p:pic>
        <p:nvPicPr>
          <p:cNvPr id="5" name="Picture 4" descr="A blue and yellow logo&#10;&#10;AI-generated content may be incorrect.">
            <a:extLst>
              <a:ext uri="{FF2B5EF4-FFF2-40B4-BE49-F238E27FC236}">
                <a16:creationId xmlns:a16="http://schemas.microsoft.com/office/drawing/2014/main" id="{16E239C0-8481-0B10-2918-DA60A175C648}"/>
              </a:ext>
            </a:extLst>
          </p:cNvPr>
          <p:cNvPicPr>
            <a:picLocks noChangeAspect="1"/>
          </p:cNvPicPr>
          <p:nvPr/>
        </p:nvPicPr>
        <p:blipFill>
          <a:blip r:embed="rId2"/>
          <a:stretch>
            <a:fillRect/>
          </a:stretch>
        </p:blipFill>
        <p:spPr>
          <a:xfrm>
            <a:off x="2721" y="6122079"/>
            <a:ext cx="2498272" cy="738869"/>
          </a:xfrm>
          <a:prstGeom prst="rect">
            <a:avLst/>
          </a:prstGeom>
        </p:spPr>
      </p:pic>
      <p:sp>
        <p:nvSpPr>
          <p:cNvPr id="6" name="TextBox 5">
            <a:extLst>
              <a:ext uri="{FF2B5EF4-FFF2-40B4-BE49-F238E27FC236}">
                <a16:creationId xmlns:a16="http://schemas.microsoft.com/office/drawing/2014/main" id="{C3F557F2-9695-FB1F-51AD-58A406FF7E60}"/>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2584452185"/>
      </p:ext>
    </p:extLst>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210" name="Rectangle 209">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2" name="Freeform: Shape 211">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1DA07E8-BDB6-2F38-959C-C26BB6CCCC21}"/>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kern="1200">
                <a:solidFill>
                  <a:srgbClr val="FFFFFF"/>
                </a:solidFill>
                <a:latin typeface="+mj-lt"/>
                <a:ea typeface="+mj-ea"/>
                <a:cs typeface="+mj-cs"/>
              </a:rPr>
              <a:t>What number is 0x004A</a:t>
            </a:r>
          </a:p>
        </p:txBody>
      </p:sp>
      <p:sp>
        <p:nvSpPr>
          <p:cNvPr id="214"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A blue and yellow logo&#10;&#10;AI-generated content may be incorrect.">
            <a:extLst>
              <a:ext uri="{FF2B5EF4-FFF2-40B4-BE49-F238E27FC236}">
                <a16:creationId xmlns:a16="http://schemas.microsoft.com/office/drawing/2014/main" id="{7A7CD2C0-D587-85FD-BED4-03CE7C5DC2B8}"/>
              </a:ext>
            </a:extLst>
          </p:cNvPr>
          <p:cNvPicPr>
            <a:picLocks noChangeAspect="1"/>
          </p:cNvPicPr>
          <p:nvPr/>
        </p:nvPicPr>
        <p:blipFill>
          <a:blip r:embed="rId3"/>
          <a:stretch>
            <a:fillRect/>
          </a:stretch>
        </p:blipFill>
        <p:spPr>
          <a:xfrm>
            <a:off x="1035177" y="3096973"/>
            <a:ext cx="10118598" cy="2959690"/>
          </a:xfrm>
          <a:prstGeom prst="rect">
            <a:avLst/>
          </a:prstGeom>
        </p:spPr>
      </p:pic>
      <p:sp>
        <p:nvSpPr>
          <p:cNvPr id="5" name="TextBox 4">
            <a:extLst>
              <a:ext uri="{FF2B5EF4-FFF2-40B4-BE49-F238E27FC236}">
                <a16:creationId xmlns:a16="http://schemas.microsoft.com/office/drawing/2014/main" id="{55D9B2C9-D2EC-D81E-7328-67648205B423}"/>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205521763"/>
      </p:ext>
    </p:extLst>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B967139E-7781-E338-B0A6-5779EFAF0FCE}"/>
            </a:ext>
          </a:extLst>
        </p:cNvPr>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280CB355-0EF5-FFF8-7873-D792FEA3A77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48"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E21A7756-541D-203B-058A-A19586689B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schemeClr val="tx1"/>
              </a:solidFill>
            </a:endParaRPr>
          </a:p>
        </p:txBody>
      </p:sp>
      <p:sp>
        <p:nvSpPr>
          <p:cNvPr id="11" name="Freeform 13">
            <a:extLst>
              <a:ext uri="{FF2B5EF4-FFF2-40B4-BE49-F238E27FC236}">
                <a16:creationId xmlns:a16="http://schemas.microsoft.com/office/drawing/2014/main" id="{1A2CBA17-02C2-33ED-DCA9-0AC449AA3D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769476" y="220196"/>
            <a:ext cx="9422524" cy="6637806"/>
          </a:xfrm>
          <a:custGeom>
            <a:avLst/>
            <a:gdLst>
              <a:gd name="connsiteX0" fmla="*/ 4929467 w 8191500"/>
              <a:gd name="connsiteY0" fmla="*/ 0 h 5770597"/>
              <a:gd name="connsiteX1" fmla="*/ 8065066 w 8191500"/>
              <a:gd name="connsiteY1" fmla="*/ 1118513 h 5770597"/>
              <a:gd name="connsiteX2" fmla="*/ 8191500 w 8191500"/>
              <a:gd name="connsiteY2" fmla="*/ 1227339 h 5770597"/>
              <a:gd name="connsiteX3" fmla="*/ 8191500 w 8191500"/>
              <a:gd name="connsiteY3" fmla="*/ 5770597 h 5770597"/>
              <a:gd name="connsiteX4" fmla="*/ 79523 w 8191500"/>
              <a:gd name="connsiteY4" fmla="*/ 5770597 h 5770597"/>
              <a:gd name="connsiteX5" fmla="*/ 56799 w 8191500"/>
              <a:gd name="connsiteY5" fmla="*/ 5644158 h 5770597"/>
              <a:gd name="connsiteX6" fmla="*/ 0 w 8191500"/>
              <a:gd name="connsiteY6" fmla="*/ 4898209 h 5770597"/>
              <a:gd name="connsiteX7" fmla="*/ 4929467 w 8191500"/>
              <a:gd name="connsiteY7" fmla="*/ 0 h 57705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8191500" h="5770597">
                <a:moveTo>
                  <a:pt x="4929467" y="0"/>
                </a:moveTo>
                <a:cubicBezTo>
                  <a:pt x="6120547" y="0"/>
                  <a:pt x="7212963" y="419755"/>
                  <a:pt x="8065066" y="1118513"/>
                </a:cubicBezTo>
                <a:lnTo>
                  <a:pt x="8191500" y="1227339"/>
                </a:lnTo>
                <a:lnTo>
                  <a:pt x="8191500" y="5770597"/>
                </a:lnTo>
                <a:lnTo>
                  <a:pt x="79523" y="5770597"/>
                </a:lnTo>
                <a:lnTo>
                  <a:pt x="56799" y="5644158"/>
                </a:lnTo>
                <a:cubicBezTo>
                  <a:pt x="19398" y="5400934"/>
                  <a:pt x="0" y="5151822"/>
                  <a:pt x="0" y="4898209"/>
                </a:cubicBezTo>
                <a:cubicBezTo>
                  <a:pt x="0" y="2193003"/>
                  <a:pt x="2206998" y="0"/>
                  <a:pt x="4929467" y="0"/>
                </a:cubicBezTo>
                <a:close/>
              </a:path>
            </a:pathLst>
          </a:cu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3" name="Oval 12">
            <a:extLst>
              <a:ext uri="{FF2B5EF4-FFF2-40B4-BE49-F238E27FC236}">
                <a16:creationId xmlns:a16="http://schemas.microsoft.com/office/drawing/2014/main" id="{E0C10069-66D1-6A92-4E15-955510F26DD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2209800" y="2099696"/>
            <a:ext cx="1942241" cy="1889551"/>
          </a:xfrm>
          <a:prstGeom prst="ellipse">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FFFFFF"/>
              </a:solidFill>
              <a:effectLst/>
              <a:uLnTx/>
              <a:uFillTx/>
              <a:latin typeface="Calibri" panose="020F0502020204030204"/>
              <a:ea typeface="+mn-ea"/>
              <a:cs typeface="+mn-cs"/>
            </a:endParaRPr>
          </a:p>
        </p:txBody>
      </p:sp>
      <p:sp>
        <p:nvSpPr>
          <p:cNvPr id="15" name="Arc 14">
            <a:extLst>
              <a:ext uri="{FF2B5EF4-FFF2-40B4-BE49-F238E27FC236}">
                <a16:creationId xmlns:a16="http://schemas.microsoft.com/office/drawing/2014/main" id="{705E19C6-10F7-692E-DB50-64D347A3BD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8520172">
            <a:off x="1613162" y="1492572"/>
            <a:ext cx="2987899" cy="2987899"/>
          </a:xfrm>
          <a:prstGeom prst="arc">
            <a:avLst>
              <a:gd name="adj1" fmla="val 14455503"/>
              <a:gd name="adj2" fmla="val 227775"/>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4DE9C134-FE99-BC1F-EE23-6E5BB22131B1}"/>
              </a:ext>
            </a:extLst>
          </p:cNvPr>
          <p:cNvSpPr>
            <a:spLocks noGrp="1"/>
          </p:cNvSpPr>
          <p:nvPr>
            <p:ph type="title"/>
          </p:nvPr>
        </p:nvSpPr>
        <p:spPr>
          <a:xfrm>
            <a:off x="4147457" y="2055273"/>
            <a:ext cx="7644627" cy="2751086"/>
          </a:xfrm>
        </p:spPr>
        <p:txBody>
          <a:bodyPr vert="horz" lIns="91440" tIns="45720" rIns="91440" bIns="45720" rtlCol="0" anchor="b">
            <a:normAutofit/>
          </a:bodyPr>
          <a:lstStyle/>
          <a:p>
            <a:r>
              <a:rPr lang="en-US"/>
              <a:t>Checking our</a:t>
            </a:r>
            <a:r>
              <a:rPr lang="en-US" kern="1200">
                <a:latin typeface="+mj-lt"/>
                <a:ea typeface="+mj-ea"/>
                <a:cs typeface="+mj-cs"/>
              </a:rPr>
              <a:t> </a:t>
            </a:r>
            <a:r>
              <a:rPr lang="en-US"/>
              <a:t>MAC addresses</a:t>
            </a:r>
          </a:p>
          <a:p>
            <a:pPr algn="r"/>
            <a:endParaRPr lang="en-US" kern="1200">
              <a:latin typeface="+mj-lt"/>
            </a:endParaRPr>
          </a:p>
        </p:txBody>
      </p:sp>
      <p:pic>
        <p:nvPicPr>
          <p:cNvPr id="6" name="Picture 5" descr="A blue and yellow logo&#10;&#10;AI-generated content may be incorrect.">
            <a:extLst>
              <a:ext uri="{FF2B5EF4-FFF2-40B4-BE49-F238E27FC236}">
                <a16:creationId xmlns:a16="http://schemas.microsoft.com/office/drawing/2014/main" id="{00D3195A-7BD4-E7C8-F2E2-9F5EE8BD107B}"/>
              </a:ext>
            </a:extLst>
          </p:cNvPr>
          <p:cNvPicPr>
            <a:picLocks noChangeAspect="1"/>
          </p:cNvPicPr>
          <p:nvPr/>
        </p:nvPicPr>
        <p:blipFill>
          <a:blip r:embed="rId4"/>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96EC4080-AFDB-4648-6F5C-3EEEA002E937}"/>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92549223"/>
      </p:ext>
    </p:extLst>
  </p:cSld>
  <p:clrMapOvr>
    <a:masterClrMapping/>
  </p:clrMapOvr>
  <p:extLst>
    <p:ext uri="{6950BFC3-D8DA-4A85-94F7-54DA5524770B}">
      <p188:commentRel xmlns:p188="http://schemas.microsoft.com/office/powerpoint/2018/8/main" r:id="rId3"/>
    </p:ext>
  </p:extLst>
</p:sld>
</file>

<file path=ppt/slides/slide4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4" name="Group 13">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4A98B147-E097-A3AB-0F2E-D94C016D68C9}"/>
              </a:ext>
            </a:extLst>
          </p:cNvPr>
          <p:cNvSpPr>
            <a:spLocks noGrp="1"/>
          </p:cNvSpPr>
          <p:nvPr>
            <p:ph type="title"/>
          </p:nvPr>
        </p:nvSpPr>
        <p:spPr>
          <a:xfrm>
            <a:off x="1057025" y="922644"/>
            <a:ext cx="5040285" cy="1169585"/>
          </a:xfrm>
        </p:spPr>
        <p:txBody>
          <a:bodyPr anchor="b">
            <a:normAutofit/>
          </a:bodyPr>
          <a:lstStyle/>
          <a:p>
            <a:r>
              <a:rPr lang="en-US" sz="3700"/>
              <a:t>DNS (Domain Name System)</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22" name="Content Placeholder 2">
            <a:extLst>
              <a:ext uri="{FF2B5EF4-FFF2-40B4-BE49-F238E27FC236}">
                <a16:creationId xmlns:a16="http://schemas.microsoft.com/office/drawing/2014/main" id="{3FC85266-6DAA-8C84-893A-1C97B60C3AC2}"/>
              </a:ext>
            </a:extLst>
          </p:cNvPr>
          <p:cNvGraphicFramePr>
            <a:graphicFrameLocks noGrp="1"/>
          </p:cNvGraphicFramePr>
          <p:nvPr>
            <p:ph idx="1"/>
            <p:extLst>
              <p:ext uri="{D42A27DB-BD31-4B8C-83A1-F6EECF244321}">
                <p14:modId xmlns:p14="http://schemas.microsoft.com/office/powerpoint/2010/main" val="2026949314"/>
              </p:ext>
            </p:extLst>
          </p:nvPr>
        </p:nvGraphicFramePr>
        <p:xfrm>
          <a:off x="1055715" y="2508105"/>
          <a:ext cx="5040285" cy="36905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7" name="Picture 6" descr="A diagram of a cloud computing&#10;&#10;AI-generated content may be incorrect.">
            <a:extLst>
              <a:ext uri="{FF2B5EF4-FFF2-40B4-BE49-F238E27FC236}">
                <a16:creationId xmlns:a16="http://schemas.microsoft.com/office/drawing/2014/main" id="{9B1A2C2A-46B5-7CA6-5738-22C09469EFD7}"/>
              </a:ext>
            </a:extLst>
          </p:cNvPr>
          <p:cNvPicPr>
            <a:picLocks noChangeAspect="1"/>
          </p:cNvPicPr>
          <p:nvPr/>
        </p:nvPicPr>
        <p:blipFill>
          <a:blip r:embed="rId9"/>
          <a:stretch>
            <a:fillRect/>
          </a:stretch>
        </p:blipFill>
        <p:spPr>
          <a:xfrm>
            <a:off x="5995982" y="824945"/>
            <a:ext cx="5477691" cy="3096709"/>
          </a:xfrm>
          <a:prstGeom prst="rect">
            <a:avLst/>
          </a:prstGeom>
        </p:spPr>
      </p:pic>
      <p:pic>
        <p:nvPicPr>
          <p:cNvPr id="5" name="Picture 4" descr="A blue and yellow logo&#10;&#10;AI-generated content may be incorrect.">
            <a:extLst>
              <a:ext uri="{FF2B5EF4-FFF2-40B4-BE49-F238E27FC236}">
                <a16:creationId xmlns:a16="http://schemas.microsoft.com/office/drawing/2014/main" id="{EF9A7ED7-395C-8487-619D-18E69CA8F690}"/>
              </a:ext>
            </a:extLst>
          </p:cNvPr>
          <p:cNvPicPr>
            <a:picLocks noChangeAspect="1"/>
          </p:cNvPicPr>
          <p:nvPr/>
        </p:nvPicPr>
        <p:blipFill>
          <a:blip r:embed="rId10"/>
          <a:stretch>
            <a:fillRect/>
          </a:stretch>
        </p:blipFill>
        <p:spPr>
          <a:xfrm>
            <a:off x="6946667" y="4223752"/>
            <a:ext cx="4389120" cy="1283817"/>
          </a:xfrm>
          <a:prstGeom prst="rect">
            <a:avLst/>
          </a:prstGeom>
        </p:spPr>
      </p:pic>
      <p:sp>
        <p:nvSpPr>
          <p:cNvPr id="4" name="TextBox 3">
            <a:extLst>
              <a:ext uri="{FF2B5EF4-FFF2-40B4-BE49-F238E27FC236}">
                <a16:creationId xmlns:a16="http://schemas.microsoft.com/office/drawing/2014/main" id="{8673B968-C9C3-4FAF-EFF0-18B23D2F03EF}"/>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1276290119"/>
      </p:ext>
    </p:extLst>
  </p:cSld>
  <p:clrMapOvr>
    <a:masterClrMapping/>
  </p:clrMapOvr>
  <p:extLst>
    <p:ext uri="{6950BFC3-D8DA-4A85-94F7-54DA5524770B}">
      <p188:commentRel xmlns:p188="http://schemas.microsoft.com/office/powerpoint/2018/8/main" r:id="rId3"/>
    </p:ext>
  </p:extLst>
</p:sld>
</file>

<file path=ppt/slides/slide4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1" y="-1"/>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ED16F23-6F54-17CA-A95F-7357BC92F93E}"/>
              </a:ext>
            </a:extLst>
          </p:cNvPr>
          <p:cNvSpPr>
            <a:spLocks noGrp="1"/>
          </p:cNvSpPr>
          <p:nvPr>
            <p:ph type="title"/>
          </p:nvPr>
        </p:nvSpPr>
        <p:spPr>
          <a:xfrm>
            <a:off x="804672" y="338328"/>
            <a:ext cx="5011473" cy="1773936"/>
          </a:xfrm>
        </p:spPr>
        <p:txBody>
          <a:bodyPr>
            <a:normAutofit/>
          </a:bodyPr>
          <a:lstStyle/>
          <a:p>
            <a:r>
              <a:rPr lang="en-US" sz="3600">
                <a:solidFill>
                  <a:schemeClr val="tx2"/>
                </a:solidFill>
              </a:rPr>
              <a:t>We can see the translation and the route being taken in real time</a:t>
            </a:r>
          </a:p>
        </p:txBody>
      </p:sp>
      <p:grpSp>
        <p:nvGrpSpPr>
          <p:cNvPr id="15" name="Group 14">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9919" y="170310"/>
            <a:ext cx="2514948" cy="2174333"/>
            <a:chOff x="-305" y="-4155"/>
            <a:chExt cx="2514948" cy="2174333"/>
          </a:xfrm>
        </p:grpSpPr>
        <p:sp>
          <p:nvSpPr>
            <p:cNvPr id="16" name="Freeform: Shape 15">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9" name="Freeform: Shape 18">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AFD0F9C2-B275-FB8C-0F6B-22A3591929DC}"/>
              </a:ext>
            </a:extLst>
          </p:cNvPr>
          <p:cNvSpPr>
            <a:spLocks noGrp="1"/>
          </p:cNvSpPr>
          <p:nvPr>
            <p:ph idx="1"/>
          </p:nvPr>
        </p:nvSpPr>
        <p:spPr>
          <a:xfrm>
            <a:off x="5332384" y="338328"/>
            <a:ext cx="6836227" cy="2325478"/>
          </a:xfrm>
        </p:spPr>
        <p:txBody>
          <a:bodyPr vert="horz" lIns="91440" tIns="45720" rIns="91440" bIns="45720" rtlCol="0" anchor="ctr">
            <a:normAutofit/>
          </a:bodyPr>
          <a:lstStyle/>
          <a:p>
            <a:r>
              <a:rPr lang="en-US">
                <a:solidFill>
                  <a:schemeClr val="tx2"/>
                </a:solidFill>
              </a:rPr>
              <a:t>Type "host google.com" and "</a:t>
            </a:r>
            <a:r>
              <a:rPr lang="en-US" err="1">
                <a:solidFill>
                  <a:schemeClr val="tx2"/>
                </a:solidFill>
              </a:rPr>
              <a:t>nslookup</a:t>
            </a:r>
            <a:r>
              <a:rPr lang="en-US">
                <a:solidFill>
                  <a:schemeClr val="tx2"/>
                </a:solidFill>
              </a:rPr>
              <a:t> google.com"</a:t>
            </a:r>
          </a:p>
          <a:p>
            <a:r>
              <a:rPr lang="en-US">
                <a:solidFill>
                  <a:schemeClr val="tx2"/>
                </a:solidFill>
              </a:rPr>
              <a:t>What are they doing?</a:t>
            </a:r>
          </a:p>
          <a:p>
            <a:endParaRPr lang="en-US" sz="1800">
              <a:solidFill>
                <a:schemeClr val="tx2"/>
              </a:solidFill>
            </a:endParaRPr>
          </a:p>
        </p:txBody>
      </p:sp>
      <p:pic>
        <p:nvPicPr>
          <p:cNvPr id="5" name="Picture 4" descr="A screenshot of a computer&#10;&#10;AI-generated content may be incorrect.">
            <a:extLst>
              <a:ext uri="{FF2B5EF4-FFF2-40B4-BE49-F238E27FC236}">
                <a16:creationId xmlns:a16="http://schemas.microsoft.com/office/drawing/2014/main" id="{365AA3AF-8FA8-8EEF-D1A9-260DA885125C}"/>
              </a:ext>
            </a:extLst>
          </p:cNvPr>
          <p:cNvPicPr>
            <a:picLocks noChangeAspect="1"/>
          </p:cNvPicPr>
          <p:nvPr/>
        </p:nvPicPr>
        <p:blipFill>
          <a:blip r:embed="rId4"/>
          <a:srcRect l="16333" t="24547" r="60909" b="58306"/>
          <a:stretch>
            <a:fillRect/>
          </a:stretch>
        </p:blipFill>
        <p:spPr>
          <a:xfrm>
            <a:off x="1562462" y="2111907"/>
            <a:ext cx="9480531" cy="3967305"/>
          </a:xfrm>
          <a:prstGeom prst="rect">
            <a:avLst/>
          </a:prstGeom>
        </p:spPr>
      </p:pic>
      <p:pic>
        <p:nvPicPr>
          <p:cNvPr id="6" name="Picture 5" descr="A blue and yellow logo&#10;&#10;AI-generated content may be incorrect.">
            <a:extLst>
              <a:ext uri="{FF2B5EF4-FFF2-40B4-BE49-F238E27FC236}">
                <a16:creationId xmlns:a16="http://schemas.microsoft.com/office/drawing/2014/main" id="{41A6E9D9-7060-4A8A-C04E-28648C70DBEB}"/>
              </a:ext>
            </a:extLst>
          </p:cNvPr>
          <p:cNvPicPr>
            <a:picLocks noChangeAspect="1"/>
          </p:cNvPicPr>
          <p:nvPr/>
        </p:nvPicPr>
        <p:blipFill>
          <a:blip r:embed="rId5"/>
          <a:srcRect r="-291" b="980"/>
          <a:stretch>
            <a:fillRect/>
          </a:stretch>
        </p:blipFill>
        <p:spPr>
          <a:xfrm>
            <a:off x="78212" y="6085017"/>
            <a:ext cx="2532018" cy="737266"/>
          </a:xfrm>
          <a:prstGeom prst="rect">
            <a:avLst/>
          </a:prstGeom>
        </p:spPr>
      </p:pic>
      <p:sp>
        <p:nvSpPr>
          <p:cNvPr id="7" name="TextBox 6">
            <a:extLst>
              <a:ext uri="{FF2B5EF4-FFF2-40B4-BE49-F238E27FC236}">
                <a16:creationId xmlns:a16="http://schemas.microsoft.com/office/drawing/2014/main" id="{9BF76B03-22DD-5101-913E-630C7F6848F0}"/>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97577445"/>
      </p:ext>
    </p:extLst>
  </p:cSld>
  <p:clrMapOvr>
    <a:masterClrMapping/>
  </p:clrMapOvr>
  <p:extLst>
    <p:ext uri="{6950BFC3-D8DA-4A85-94F7-54DA5524770B}">
      <p188:commentRel xmlns:p188="http://schemas.microsoft.com/office/powerpoint/2018/8/main" r:id="rId3"/>
    </p:ext>
  </p:extLst>
</p:sld>
</file>

<file path=ppt/slides/slide5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935012B-26EA-C811-3A19-4739EBF218B6}"/>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4CFEC841-3A9D-4F21-DE27-F9F3207AEAB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Rectangle 12">
            <a:extLst>
              <a:ext uri="{FF2B5EF4-FFF2-40B4-BE49-F238E27FC236}">
                <a16:creationId xmlns:a16="http://schemas.microsoft.com/office/drawing/2014/main" id="{F33F4BB4-5924-C0D6-2402-84749EBBF32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1" y="-1"/>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97F785-B1B2-3F6D-277F-92DB7B42ABB5}"/>
              </a:ext>
            </a:extLst>
          </p:cNvPr>
          <p:cNvSpPr>
            <a:spLocks noGrp="1"/>
          </p:cNvSpPr>
          <p:nvPr>
            <p:ph type="title"/>
          </p:nvPr>
        </p:nvSpPr>
        <p:spPr>
          <a:xfrm>
            <a:off x="804672" y="338328"/>
            <a:ext cx="5011473" cy="1773936"/>
          </a:xfrm>
        </p:spPr>
        <p:txBody>
          <a:bodyPr>
            <a:normAutofit/>
          </a:bodyPr>
          <a:lstStyle/>
          <a:p>
            <a:r>
              <a:rPr lang="en-US" sz="3600">
                <a:solidFill>
                  <a:schemeClr val="tx2"/>
                </a:solidFill>
              </a:rPr>
              <a:t>We can see the translation and the route being taken in real time</a:t>
            </a:r>
          </a:p>
        </p:txBody>
      </p:sp>
      <p:grpSp>
        <p:nvGrpSpPr>
          <p:cNvPr id="15" name="Group 14">
            <a:extLst>
              <a:ext uri="{FF2B5EF4-FFF2-40B4-BE49-F238E27FC236}">
                <a16:creationId xmlns:a16="http://schemas.microsoft.com/office/drawing/2014/main" id="{6418FAEC-336A-1DA9-C68F-00EEFC73C52A}"/>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9919" y="170310"/>
            <a:ext cx="2514948" cy="2174333"/>
            <a:chOff x="-305" y="-4155"/>
            <a:chExt cx="2514948" cy="2174333"/>
          </a:xfrm>
        </p:grpSpPr>
        <p:sp>
          <p:nvSpPr>
            <p:cNvPr id="16" name="Freeform: Shape 15">
              <a:extLst>
                <a:ext uri="{FF2B5EF4-FFF2-40B4-BE49-F238E27FC236}">
                  <a16:creationId xmlns:a16="http://schemas.microsoft.com/office/drawing/2014/main" id="{67AE7804-7C5D-79DA-DE83-F396E472243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0831B509-CACE-ADA4-A185-2AA5D017921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Freeform: Shape 17">
              <a:extLst>
                <a:ext uri="{FF2B5EF4-FFF2-40B4-BE49-F238E27FC236}">
                  <a16:creationId xmlns:a16="http://schemas.microsoft.com/office/drawing/2014/main" id="{604715AB-070B-85FF-B45E-CE0293737A1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9" name="Freeform: Shape 18">
              <a:extLst>
                <a:ext uri="{FF2B5EF4-FFF2-40B4-BE49-F238E27FC236}">
                  <a16:creationId xmlns:a16="http://schemas.microsoft.com/office/drawing/2014/main" id="{DDF32756-D821-426E-6030-720E50D4A7F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5D9759BE-44B7-15B8-C36D-86D8322D0C69}"/>
              </a:ext>
            </a:extLst>
          </p:cNvPr>
          <p:cNvSpPr>
            <a:spLocks noGrp="1"/>
          </p:cNvSpPr>
          <p:nvPr>
            <p:ph idx="1"/>
          </p:nvPr>
        </p:nvSpPr>
        <p:spPr>
          <a:xfrm>
            <a:off x="6355641" y="338328"/>
            <a:ext cx="5029200" cy="1773936"/>
          </a:xfrm>
        </p:spPr>
        <p:txBody>
          <a:bodyPr vert="horz" lIns="91440" tIns="45720" rIns="91440" bIns="45720" rtlCol="0" anchor="ctr">
            <a:normAutofit/>
          </a:bodyPr>
          <a:lstStyle/>
          <a:p>
            <a:r>
              <a:rPr lang="en-US">
                <a:solidFill>
                  <a:schemeClr val="tx2"/>
                </a:solidFill>
              </a:rPr>
              <a:t>Type "host google.com" and "</a:t>
            </a:r>
            <a:r>
              <a:rPr lang="en-US" err="1">
                <a:solidFill>
                  <a:schemeClr val="tx2"/>
                </a:solidFill>
              </a:rPr>
              <a:t>nslookup</a:t>
            </a:r>
            <a:r>
              <a:rPr lang="en-US">
                <a:solidFill>
                  <a:schemeClr val="tx2"/>
                </a:solidFill>
              </a:rPr>
              <a:t> google.com"</a:t>
            </a:r>
          </a:p>
          <a:p>
            <a:r>
              <a:rPr lang="en-US">
                <a:solidFill>
                  <a:schemeClr val="tx2"/>
                </a:solidFill>
              </a:rPr>
              <a:t>What is it doing?</a:t>
            </a:r>
          </a:p>
          <a:p>
            <a:endParaRPr lang="en-US" sz="1800">
              <a:solidFill>
                <a:schemeClr val="tx2"/>
              </a:solidFill>
            </a:endParaRPr>
          </a:p>
          <a:p>
            <a:endParaRPr lang="en-US" sz="1800">
              <a:solidFill>
                <a:schemeClr val="tx2"/>
              </a:solidFill>
            </a:endParaRPr>
          </a:p>
        </p:txBody>
      </p:sp>
      <p:pic>
        <p:nvPicPr>
          <p:cNvPr id="5" name="Picture 4" descr="A screenshot of a computer&#10;&#10;AI-generated content may be incorrect.">
            <a:extLst>
              <a:ext uri="{FF2B5EF4-FFF2-40B4-BE49-F238E27FC236}">
                <a16:creationId xmlns:a16="http://schemas.microsoft.com/office/drawing/2014/main" id="{6071247C-06CE-AFEA-492D-099585B9EA6E}"/>
              </a:ext>
            </a:extLst>
          </p:cNvPr>
          <p:cNvPicPr>
            <a:picLocks noChangeAspect="1"/>
          </p:cNvPicPr>
          <p:nvPr/>
        </p:nvPicPr>
        <p:blipFill>
          <a:blip r:embed="rId3"/>
          <a:srcRect l="16329" t="42716" r="63661" b="43302"/>
          <a:stretch>
            <a:fillRect/>
          </a:stretch>
        </p:blipFill>
        <p:spPr>
          <a:xfrm>
            <a:off x="-19595" y="2522630"/>
            <a:ext cx="6759836" cy="2670847"/>
          </a:xfrm>
          <a:prstGeom prst="rect">
            <a:avLst/>
          </a:prstGeom>
        </p:spPr>
      </p:pic>
      <p:pic>
        <p:nvPicPr>
          <p:cNvPr id="6" name="Picture 5" descr="A blue and yellow logo&#10;&#10;AI-generated content may be incorrect.">
            <a:extLst>
              <a:ext uri="{FF2B5EF4-FFF2-40B4-BE49-F238E27FC236}">
                <a16:creationId xmlns:a16="http://schemas.microsoft.com/office/drawing/2014/main" id="{395755C3-11E9-7236-0A1F-1B1B3E8516EA}"/>
              </a:ext>
            </a:extLst>
          </p:cNvPr>
          <p:cNvPicPr>
            <a:picLocks noChangeAspect="1"/>
          </p:cNvPicPr>
          <p:nvPr/>
        </p:nvPicPr>
        <p:blipFill>
          <a:blip r:embed="rId4"/>
          <a:srcRect r="-291" b="980"/>
          <a:stretch>
            <a:fillRect/>
          </a:stretch>
        </p:blipFill>
        <p:spPr>
          <a:xfrm>
            <a:off x="6333870" y="5032732"/>
            <a:ext cx="5166360" cy="1492008"/>
          </a:xfrm>
          <a:prstGeom prst="rect">
            <a:avLst/>
          </a:prstGeom>
        </p:spPr>
      </p:pic>
      <p:sp>
        <p:nvSpPr>
          <p:cNvPr id="7" name="TextBox 6">
            <a:extLst>
              <a:ext uri="{FF2B5EF4-FFF2-40B4-BE49-F238E27FC236}">
                <a16:creationId xmlns:a16="http://schemas.microsoft.com/office/drawing/2014/main" id="{6A42873E-F956-2DFD-6268-61C2D0C23CD9}"/>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graphicFrame>
        <p:nvGraphicFramePr>
          <p:cNvPr id="35" name="TextBox 6">
            <a:extLst>
              <a:ext uri="{FF2B5EF4-FFF2-40B4-BE49-F238E27FC236}">
                <a16:creationId xmlns:a16="http://schemas.microsoft.com/office/drawing/2014/main" id="{B0CF27BD-0E7B-7247-F047-50D016E8C873}"/>
              </a:ext>
            </a:extLst>
          </p:cNvPr>
          <p:cNvGraphicFramePr/>
          <p:nvPr>
            <p:extLst>
              <p:ext uri="{D42A27DB-BD31-4B8C-83A1-F6EECF244321}">
                <p14:modId xmlns:p14="http://schemas.microsoft.com/office/powerpoint/2010/main" val="591515775"/>
              </p:ext>
            </p:extLst>
          </p:nvPr>
        </p:nvGraphicFramePr>
        <p:xfrm>
          <a:off x="9429485" y="2699538"/>
          <a:ext cx="2641601" cy="1952832"/>
        </p:xfrm>
        <a:graphic>
          <a:graphicData uri="http://schemas.openxmlformats.org/drawingml/2006/diagram">
            <dgm:relIds xmlns:dgm="http://schemas.openxmlformats.org/drawingml/2006/diagram" xmlns:r="http://schemas.openxmlformats.org/officeDocument/2006/relationships" r:dm="rId5" r:lo="rId6" r:qs="rId7" r:cs="rId8"/>
          </a:graphicData>
        </a:graphic>
      </p:graphicFrame>
      <p:graphicFrame>
        <p:nvGraphicFramePr>
          <p:cNvPr id="23" name="TextBox 6">
            <a:extLst>
              <a:ext uri="{FF2B5EF4-FFF2-40B4-BE49-F238E27FC236}">
                <a16:creationId xmlns:a16="http://schemas.microsoft.com/office/drawing/2014/main" id="{91D44833-038D-9B43-5BB9-5D36E8CF3B39}"/>
              </a:ext>
            </a:extLst>
          </p:cNvPr>
          <p:cNvGraphicFramePr/>
          <p:nvPr>
            <p:extLst>
              <p:ext uri="{D42A27DB-BD31-4B8C-83A1-F6EECF244321}">
                <p14:modId xmlns:p14="http://schemas.microsoft.com/office/powerpoint/2010/main" val="1071800193"/>
              </p:ext>
            </p:extLst>
          </p:nvPr>
        </p:nvGraphicFramePr>
        <p:xfrm>
          <a:off x="6845943" y="2111711"/>
          <a:ext cx="2583543" cy="1880261"/>
        </p:xfrm>
        <a:graphic>
          <a:graphicData uri="http://schemas.openxmlformats.org/drawingml/2006/diagram">
            <dgm:relIds xmlns:dgm="http://schemas.openxmlformats.org/drawingml/2006/diagram" xmlns:r="http://schemas.openxmlformats.org/officeDocument/2006/relationships" r:dm="rId10" r:lo="rId11" r:qs="rId12" r:cs="rId13"/>
          </a:graphicData>
        </a:graphic>
      </p:graphicFrame>
    </p:spTree>
    <p:extLst>
      <p:ext uri="{BB962C8B-B14F-4D97-AF65-F5344CB8AC3E}">
        <p14:creationId xmlns:p14="http://schemas.microsoft.com/office/powerpoint/2010/main" val="1354113884"/>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5"/>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Graphic spid="35" grpId="0">
        <p:bldAsOne/>
      </p:bldGraphic>
    </p:bldLst>
  </p:timing>
</p:sld>
</file>

<file path=ppt/slides/slide5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419D6BF-7241-EAFC-1E33-2AE4675FCFFB}"/>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69D47016-023F-44BD-981C-50E7A10A66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D62C8A1-D7DC-FD3C-69AB-14F7F71D1EA2}"/>
              </a:ext>
            </a:extLst>
          </p:cNvPr>
          <p:cNvSpPr>
            <a:spLocks noGrp="1"/>
          </p:cNvSpPr>
          <p:nvPr>
            <p:ph type="title"/>
          </p:nvPr>
        </p:nvSpPr>
        <p:spPr>
          <a:xfrm>
            <a:off x="630936" y="457200"/>
            <a:ext cx="4343400" cy="1929384"/>
          </a:xfrm>
        </p:spPr>
        <p:txBody>
          <a:bodyPr anchor="ctr">
            <a:normAutofit/>
          </a:bodyPr>
          <a:lstStyle/>
          <a:p>
            <a:r>
              <a:rPr lang="en-US" sz="3000"/>
              <a:t>We can see the translation and the route being taken in real time</a:t>
            </a:r>
          </a:p>
        </p:txBody>
      </p:sp>
      <p:sp>
        <p:nvSpPr>
          <p:cNvPr id="14" name="sketchy line">
            <a:extLst>
              <a:ext uri="{FF2B5EF4-FFF2-40B4-BE49-F238E27FC236}">
                <a16:creationId xmlns:a16="http://schemas.microsoft.com/office/drawing/2014/main" id="{6D8B37B0-0682-433E-BC8D-498C04ABD9A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2585944-A2F8-27A5-9C14-279E17745F68}"/>
              </a:ext>
            </a:extLst>
          </p:cNvPr>
          <p:cNvSpPr>
            <a:spLocks noGrp="1"/>
          </p:cNvSpPr>
          <p:nvPr>
            <p:ph idx="1"/>
          </p:nvPr>
        </p:nvSpPr>
        <p:spPr>
          <a:xfrm>
            <a:off x="5541263" y="457200"/>
            <a:ext cx="6007608" cy="1929384"/>
          </a:xfrm>
        </p:spPr>
        <p:txBody>
          <a:bodyPr vert="horz" lIns="91440" tIns="45720" rIns="91440" bIns="45720" rtlCol="0" anchor="ctr">
            <a:normAutofit/>
          </a:bodyPr>
          <a:lstStyle/>
          <a:p>
            <a:r>
              <a:rPr lang="en-US"/>
              <a:t>Type "traceroute google.com"</a:t>
            </a:r>
          </a:p>
          <a:p>
            <a:endParaRPr lang="en-US" sz="2200"/>
          </a:p>
          <a:p>
            <a:endParaRPr lang="en-US" sz="2200"/>
          </a:p>
          <a:p>
            <a:endParaRPr lang="en-US" sz="2200"/>
          </a:p>
        </p:txBody>
      </p:sp>
      <p:pic>
        <p:nvPicPr>
          <p:cNvPr id="7" name="Picture 6" descr="A screenshot of a computer&#10;&#10;AI-generated content may be incorrect.">
            <a:extLst>
              <a:ext uri="{FF2B5EF4-FFF2-40B4-BE49-F238E27FC236}">
                <a16:creationId xmlns:a16="http://schemas.microsoft.com/office/drawing/2014/main" id="{57D63DD2-D22D-AD7D-B3BE-D19DA20BE19E}"/>
              </a:ext>
            </a:extLst>
          </p:cNvPr>
          <p:cNvPicPr>
            <a:picLocks noChangeAspect="1"/>
          </p:cNvPicPr>
          <p:nvPr/>
        </p:nvPicPr>
        <p:blipFill>
          <a:blip r:embed="rId4"/>
          <a:srcRect l="16751" t="58262" r="16585" b="11138"/>
          <a:stretch>
            <a:fillRect/>
          </a:stretch>
        </p:blipFill>
        <p:spPr>
          <a:xfrm>
            <a:off x="11911" y="2554108"/>
            <a:ext cx="12180718" cy="3163251"/>
          </a:xfrm>
          <a:prstGeom prst="rect">
            <a:avLst/>
          </a:prstGeom>
        </p:spPr>
      </p:pic>
      <p:pic>
        <p:nvPicPr>
          <p:cNvPr id="11" name="Picture 10" descr="A blue and yellow logo&#10;&#10;AI-generated content may be incorrect.">
            <a:extLst>
              <a:ext uri="{FF2B5EF4-FFF2-40B4-BE49-F238E27FC236}">
                <a16:creationId xmlns:a16="http://schemas.microsoft.com/office/drawing/2014/main" id="{32EC486D-BDD1-EC9F-E6F7-2986877B58C0}"/>
              </a:ext>
            </a:extLst>
          </p:cNvPr>
          <p:cNvPicPr>
            <a:picLocks noChangeAspect="1"/>
          </p:cNvPicPr>
          <p:nvPr/>
        </p:nvPicPr>
        <p:blipFill>
          <a:blip r:embed="rId5"/>
          <a:stretch>
            <a:fillRect/>
          </a:stretch>
        </p:blipFill>
        <p:spPr>
          <a:xfrm>
            <a:off x="2721" y="6122079"/>
            <a:ext cx="2498272" cy="738869"/>
          </a:xfrm>
          <a:prstGeom prst="rect">
            <a:avLst/>
          </a:prstGeom>
        </p:spPr>
      </p:pic>
      <p:sp>
        <p:nvSpPr>
          <p:cNvPr id="5" name="TextBox 4">
            <a:extLst>
              <a:ext uri="{FF2B5EF4-FFF2-40B4-BE49-F238E27FC236}">
                <a16:creationId xmlns:a16="http://schemas.microsoft.com/office/drawing/2014/main" id="{83CC7B25-6A19-6A96-18E2-535DBD1089D9}"/>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2607473190"/>
      </p:ext>
    </p:extLst>
  </p:cSld>
  <p:clrMapOvr>
    <a:masterClrMapping/>
  </p:clrMapOvr>
  <p:extLst>
    <p:ext uri="{6950BFC3-D8DA-4A85-94F7-54DA5524770B}">
      <p188:commentRel xmlns:p188="http://schemas.microsoft.com/office/powerpoint/2018/8/main" r:id="rId3"/>
    </p:ext>
  </p:extLst>
</p:sld>
</file>

<file path=ppt/slides/slide5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21A24F3-3074-42A9-FFB9-086C6FDF0B75}"/>
            </a:ext>
          </a:extLst>
        </p:cNvPr>
        <p:cNvGrpSpPr/>
        <p:nvPr/>
      </p:nvGrpSpPr>
      <p:grpSpPr>
        <a:xfrm>
          <a:off x="0" y="0"/>
          <a:ext cx="0" cy="0"/>
          <a:chOff x="0" y="0"/>
          <a:chExt cx="0" cy="0"/>
        </a:xfrm>
      </p:grpSpPr>
      <p:sp useBgFill="1">
        <p:nvSpPr>
          <p:cNvPr id="12" name="Rectangle 11">
            <a:extLst>
              <a:ext uri="{FF2B5EF4-FFF2-40B4-BE49-F238E27FC236}">
                <a16:creationId xmlns:a16="http://schemas.microsoft.com/office/drawing/2014/main" id="{EDEC52C8-9C21-5A20-99B5-B0B663CA80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5C798D9-E7A2-A2A1-CD81-EE9A2E78D21A}"/>
              </a:ext>
            </a:extLst>
          </p:cNvPr>
          <p:cNvSpPr>
            <a:spLocks noGrp="1"/>
          </p:cNvSpPr>
          <p:nvPr>
            <p:ph type="title"/>
          </p:nvPr>
        </p:nvSpPr>
        <p:spPr>
          <a:xfrm>
            <a:off x="630936" y="457200"/>
            <a:ext cx="4343400" cy="1929384"/>
          </a:xfrm>
        </p:spPr>
        <p:txBody>
          <a:bodyPr anchor="ctr">
            <a:normAutofit/>
          </a:bodyPr>
          <a:lstStyle/>
          <a:p>
            <a:r>
              <a:rPr lang="en-US" sz="3000"/>
              <a:t>We can see the translation and the route being taken in real time</a:t>
            </a:r>
          </a:p>
        </p:txBody>
      </p:sp>
      <p:sp>
        <p:nvSpPr>
          <p:cNvPr id="14" name="sketchy line">
            <a:extLst>
              <a:ext uri="{FF2B5EF4-FFF2-40B4-BE49-F238E27FC236}">
                <a16:creationId xmlns:a16="http://schemas.microsoft.com/office/drawing/2014/main" id="{DCDD9E40-A24A-EDA8-94EB-BCAC0E20440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471415" y="1412748"/>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396007D-A050-0871-9742-051F676CDFA6}"/>
              </a:ext>
            </a:extLst>
          </p:cNvPr>
          <p:cNvSpPr>
            <a:spLocks noGrp="1"/>
          </p:cNvSpPr>
          <p:nvPr>
            <p:ph idx="1"/>
          </p:nvPr>
        </p:nvSpPr>
        <p:spPr>
          <a:xfrm>
            <a:off x="5541263" y="457200"/>
            <a:ext cx="6007608" cy="1929384"/>
          </a:xfrm>
        </p:spPr>
        <p:txBody>
          <a:bodyPr vert="horz" lIns="91440" tIns="45720" rIns="91440" bIns="45720" rtlCol="0" anchor="ctr">
            <a:normAutofit/>
          </a:bodyPr>
          <a:lstStyle/>
          <a:p>
            <a:r>
              <a:rPr lang="en-US"/>
              <a:t>Type "traceroute acep.uaf.edu"</a:t>
            </a:r>
          </a:p>
          <a:p>
            <a:endParaRPr lang="en-US" sz="2200"/>
          </a:p>
          <a:p>
            <a:endParaRPr lang="en-US" sz="2200"/>
          </a:p>
          <a:p>
            <a:endParaRPr lang="en-US" sz="2200"/>
          </a:p>
        </p:txBody>
      </p:sp>
      <p:pic>
        <p:nvPicPr>
          <p:cNvPr id="7" name="Picture 6" descr="A screenshot of a computer&#10;&#10;AI-generated content may be incorrect.">
            <a:extLst>
              <a:ext uri="{FF2B5EF4-FFF2-40B4-BE49-F238E27FC236}">
                <a16:creationId xmlns:a16="http://schemas.microsoft.com/office/drawing/2014/main" id="{58631F5C-F260-31DC-6B51-A581F2977E20}"/>
              </a:ext>
            </a:extLst>
          </p:cNvPr>
          <p:cNvPicPr>
            <a:picLocks noChangeAspect="1"/>
          </p:cNvPicPr>
          <p:nvPr/>
        </p:nvPicPr>
        <p:blipFill>
          <a:blip r:embed="rId3"/>
          <a:srcRect l="16494" t="13577" r="53031" b="57895"/>
          <a:stretch>
            <a:fillRect/>
          </a:stretch>
        </p:blipFill>
        <p:spPr>
          <a:xfrm>
            <a:off x="2800935" y="2386658"/>
            <a:ext cx="7418445" cy="3954876"/>
          </a:xfrm>
          <a:prstGeom prst="rect">
            <a:avLst/>
          </a:prstGeom>
        </p:spPr>
      </p:pic>
      <p:pic>
        <p:nvPicPr>
          <p:cNvPr id="11" name="Picture 10" descr="A blue and yellow logo&#10;&#10;AI-generated content may be incorrect.">
            <a:extLst>
              <a:ext uri="{FF2B5EF4-FFF2-40B4-BE49-F238E27FC236}">
                <a16:creationId xmlns:a16="http://schemas.microsoft.com/office/drawing/2014/main" id="{2756975A-D766-985D-4FFC-EC342794C4CD}"/>
              </a:ext>
            </a:extLst>
          </p:cNvPr>
          <p:cNvPicPr>
            <a:picLocks noChangeAspect="1"/>
          </p:cNvPicPr>
          <p:nvPr/>
        </p:nvPicPr>
        <p:blipFill>
          <a:blip r:embed="rId4"/>
          <a:stretch>
            <a:fillRect/>
          </a:stretch>
        </p:blipFill>
        <p:spPr>
          <a:xfrm>
            <a:off x="2721" y="6122079"/>
            <a:ext cx="2498272" cy="738869"/>
          </a:xfrm>
          <a:prstGeom prst="rect">
            <a:avLst/>
          </a:prstGeom>
        </p:spPr>
      </p:pic>
      <p:sp>
        <p:nvSpPr>
          <p:cNvPr id="5" name="TextBox 4">
            <a:extLst>
              <a:ext uri="{FF2B5EF4-FFF2-40B4-BE49-F238E27FC236}">
                <a16:creationId xmlns:a16="http://schemas.microsoft.com/office/drawing/2014/main" id="{B14B7393-0694-0F5B-874C-744202AED4DC}"/>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1027464003"/>
      </p:ext>
    </p:extLst>
  </p:cSld>
  <p:clrMapOvr>
    <a:masterClrMapping/>
  </p:clrMapOvr>
</p:sld>
</file>

<file path=ppt/slides/slide5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01F1C3EB-B25E-BDCA-4D3C-5D9A727F4EFB}"/>
              </a:ext>
            </a:extLst>
          </p:cNvPr>
          <p:cNvSpPr>
            <a:spLocks noGrp="1"/>
          </p:cNvSpPr>
          <p:nvPr>
            <p:ph type="ctrTitle"/>
          </p:nvPr>
        </p:nvSpPr>
        <p:spPr>
          <a:xfrm>
            <a:off x="638881" y="390525"/>
            <a:ext cx="10909640" cy="1510301"/>
          </a:xfrm>
        </p:spPr>
        <p:txBody>
          <a:bodyPr anchor="ctr">
            <a:normAutofit/>
          </a:bodyPr>
          <a:lstStyle/>
          <a:p>
            <a:r>
              <a:rPr lang="en-US" sz="6600">
                <a:solidFill>
                  <a:srgbClr val="FFFFFF"/>
                </a:solidFill>
              </a:rPr>
              <a:t>10 Minute Break</a:t>
            </a:r>
          </a:p>
        </p:txBody>
      </p:sp>
      <p:sp>
        <p:nvSpPr>
          <p:cNvPr id="14"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3BE4E1DA-3423-736F-4316-6B33B0EEE9BA}"/>
              </a:ext>
            </a:extLst>
          </p:cNvPr>
          <p:cNvPicPr>
            <a:picLocks noChangeAspect="1"/>
          </p:cNvPicPr>
          <p:nvPr/>
        </p:nvPicPr>
        <p:blipFill>
          <a:blip r:embed="rId2"/>
          <a:stretch>
            <a:fillRect/>
          </a:stretch>
        </p:blipFill>
        <p:spPr>
          <a:xfrm>
            <a:off x="1035177" y="3096973"/>
            <a:ext cx="10118598" cy="2959690"/>
          </a:xfrm>
          <a:prstGeom prst="rect">
            <a:avLst/>
          </a:prstGeom>
        </p:spPr>
      </p:pic>
    </p:spTree>
    <p:extLst>
      <p:ext uri="{BB962C8B-B14F-4D97-AF65-F5344CB8AC3E}">
        <p14:creationId xmlns:p14="http://schemas.microsoft.com/office/powerpoint/2010/main" val="381398127"/>
      </p:ext>
    </p:extLst>
  </p:cSld>
  <p:clrMapOvr>
    <a:masterClrMapping/>
  </p:clrMapOvr>
</p:sld>
</file>

<file path=ppt/slides/slide5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4B7FB7E-5DC6-865E-C235-6F7D73D12716}"/>
            </a:ext>
          </a:extLst>
        </p:cNvPr>
        <p:cNvGrpSpPr/>
        <p:nvPr/>
      </p:nvGrpSpPr>
      <p:grpSpPr>
        <a:xfrm>
          <a:off x="0" y="0"/>
          <a:ext cx="0" cy="0"/>
          <a:chOff x="0" y="0"/>
          <a:chExt cx="0" cy="0"/>
        </a:xfrm>
      </p:grpSpPr>
      <p:sp useBgFill="1">
        <p:nvSpPr>
          <p:cNvPr id="25" name="Rectangle 24">
            <a:extLst>
              <a:ext uri="{FF2B5EF4-FFF2-40B4-BE49-F238E27FC236}">
                <a16:creationId xmlns:a16="http://schemas.microsoft.com/office/drawing/2014/main" id="{2EB492CD-616E-47F8-933B-5E2D952A059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bwMode="white">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defPPr>
              <a:defRPr lang="en-US"/>
            </a:defPPr>
            <a:lvl1pPr marL="0" algn="l" defTabSz="914400" rtl="0" eaLnBrk="1" latinLnBrk="0" hangingPunct="1">
              <a:defRPr sz="1800" kern="1200">
                <a:solidFill>
                  <a:schemeClr val="lt1"/>
                </a:solidFill>
                <a:latin typeface="+mn-lt"/>
                <a:ea typeface="+mn-ea"/>
                <a:cs typeface="+mn-cs"/>
              </a:defRPr>
            </a:lvl1pPr>
            <a:lvl2pPr marL="457200" algn="l" defTabSz="914400" rtl="0" eaLnBrk="1" latinLnBrk="0" hangingPunct="1">
              <a:defRPr sz="1800" kern="1200">
                <a:solidFill>
                  <a:schemeClr val="lt1"/>
                </a:solidFill>
                <a:latin typeface="+mn-lt"/>
                <a:ea typeface="+mn-ea"/>
                <a:cs typeface="+mn-cs"/>
              </a:defRPr>
            </a:lvl2pPr>
            <a:lvl3pPr marL="914400" algn="l" defTabSz="914400" rtl="0" eaLnBrk="1" latinLnBrk="0" hangingPunct="1">
              <a:defRPr sz="1800" kern="1200">
                <a:solidFill>
                  <a:schemeClr val="lt1"/>
                </a:solidFill>
                <a:latin typeface="+mn-lt"/>
                <a:ea typeface="+mn-ea"/>
                <a:cs typeface="+mn-cs"/>
              </a:defRPr>
            </a:lvl3pPr>
            <a:lvl4pPr marL="1371600" algn="l" defTabSz="914400" rtl="0" eaLnBrk="1" latinLnBrk="0" hangingPunct="1">
              <a:defRPr sz="1800" kern="1200">
                <a:solidFill>
                  <a:schemeClr val="lt1"/>
                </a:solidFill>
                <a:latin typeface="+mn-lt"/>
                <a:ea typeface="+mn-ea"/>
                <a:cs typeface="+mn-cs"/>
              </a:defRPr>
            </a:lvl4pPr>
            <a:lvl5pPr marL="1828800" algn="l" defTabSz="914400" rtl="0" eaLnBrk="1" latinLnBrk="0" hangingPunct="1">
              <a:defRPr sz="1800" kern="1200">
                <a:solidFill>
                  <a:schemeClr val="lt1"/>
                </a:solidFill>
                <a:latin typeface="+mn-lt"/>
                <a:ea typeface="+mn-ea"/>
                <a:cs typeface="+mn-cs"/>
              </a:defRPr>
            </a:lvl5pPr>
            <a:lvl6pPr marL="2286000" algn="l" defTabSz="914400" rtl="0" eaLnBrk="1" latinLnBrk="0" hangingPunct="1">
              <a:defRPr sz="1800" kern="1200">
                <a:solidFill>
                  <a:schemeClr val="lt1"/>
                </a:solidFill>
                <a:latin typeface="+mn-lt"/>
                <a:ea typeface="+mn-ea"/>
                <a:cs typeface="+mn-cs"/>
              </a:defRPr>
            </a:lvl6pPr>
            <a:lvl7pPr marL="2743200" algn="l" defTabSz="914400" rtl="0" eaLnBrk="1" latinLnBrk="0" hangingPunct="1">
              <a:defRPr sz="1800" kern="1200">
                <a:solidFill>
                  <a:schemeClr val="lt1"/>
                </a:solidFill>
                <a:latin typeface="+mn-lt"/>
                <a:ea typeface="+mn-ea"/>
                <a:cs typeface="+mn-cs"/>
              </a:defRPr>
            </a:lvl7pPr>
            <a:lvl8pPr marL="3200400" algn="l" defTabSz="914400" rtl="0" eaLnBrk="1" latinLnBrk="0" hangingPunct="1">
              <a:defRPr sz="1800" kern="1200">
                <a:solidFill>
                  <a:schemeClr val="lt1"/>
                </a:solidFill>
                <a:latin typeface="+mn-lt"/>
                <a:ea typeface="+mn-ea"/>
                <a:cs typeface="+mn-cs"/>
              </a:defRPr>
            </a:lvl8pPr>
            <a:lvl9pPr marL="3657600" algn="l" defTabSz="914400" rtl="0" eaLnBrk="1" latinLnBrk="0" hangingPunct="1">
              <a:defRPr sz="1800" kern="1200">
                <a:solidFill>
                  <a:schemeClr val="lt1"/>
                </a:solidFill>
                <a:latin typeface="+mn-lt"/>
                <a:ea typeface="+mn-ea"/>
                <a:cs typeface="+mn-cs"/>
              </a:defRPr>
            </a:lvl9pPr>
          </a:lstStyle>
          <a:p>
            <a:pPr algn="ctr"/>
            <a:endParaRPr lang="en-US"/>
          </a:p>
        </p:txBody>
      </p:sp>
      <p:sp>
        <p:nvSpPr>
          <p:cNvPr id="27" name="Arc 26">
            <a:extLst>
              <a:ext uri="{FF2B5EF4-FFF2-40B4-BE49-F238E27FC236}">
                <a16:creationId xmlns:a16="http://schemas.microsoft.com/office/drawing/2014/main" id="{59383CF9-23B5-4335-9B21-1791C4CF1C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3967198" flipH="1">
            <a:off x="8631348" y="490493"/>
            <a:ext cx="2987899" cy="2987899"/>
          </a:xfrm>
          <a:prstGeom prst="arc">
            <a:avLst>
              <a:gd name="adj1" fmla="val 14441841"/>
              <a:gd name="adj2" fmla="val 0"/>
            </a:avLst>
          </a:prstGeom>
          <a:ln w="127000" cap="rnd">
            <a:solidFill>
              <a:schemeClr val="accent4"/>
            </a:solidFill>
            <a:prstDash val="dash"/>
            <a:miter lim="800000"/>
          </a:ln>
        </p:spPr>
        <p:style>
          <a:lnRef idx="1">
            <a:schemeClr val="accent1"/>
          </a:lnRef>
          <a:fillRef idx="0">
            <a:schemeClr val="accent1"/>
          </a:fillRef>
          <a:effectRef idx="0">
            <a:schemeClr val="accent1"/>
          </a:effectRef>
          <a:fontRef idx="minor">
            <a:schemeClr val="tx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000000"/>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88CF87B4-9771-FE29-04CE-D587B2248D60}"/>
              </a:ext>
            </a:extLst>
          </p:cNvPr>
          <p:cNvSpPr>
            <a:spLocks noGrp="1"/>
          </p:cNvSpPr>
          <p:nvPr>
            <p:ph type="title"/>
          </p:nvPr>
        </p:nvSpPr>
        <p:spPr>
          <a:xfrm>
            <a:off x="5894962" y="479493"/>
            <a:ext cx="5458838" cy="1325563"/>
          </a:xfrm>
        </p:spPr>
        <p:txBody>
          <a:bodyPr>
            <a:normAutofit/>
          </a:bodyPr>
          <a:lstStyle/>
          <a:p>
            <a:r>
              <a:rPr lang="en-US"/>
              <a:t>NTP (Network Time Protocol)</a:t>
            </a:r>
          </a:p>
        </p:txBody>
      </p:sp>
      <p:sp>
        <p:nvSpPr>
          <p:cNvPr id="29" name="Freeform: Shape 28">
            <a:extLst>
              <a:ext uri="{FF2B5EF4-FFF2-40B4-BE49-F238E27FC236}">
                <a16:creationId xmlns:a16="http://schemas.microsoft.com/office/drawing/2014/main" id="{0007FE00-9498-4706-B255-6437B0252C0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0" y="5486400"/>
            <a:ext cx="2672863" cy="1371600"/>
          </a:xfrm>
          <a:custGeom>
            <a:avLst/>
            <a:gdLst>
              <a:gd name="connsiteX0" fmla="*/ 1721734 w 2672863"/>
              <a:gd name="connsiteY0" fmla="*/ 0 h 1371600"/>
              <a:gd name="connsiteX1" fmla="*/ 2564444 w 2672863"/>
              <a:gd name="connsiteY1" fmla="*/ 213382 h 1371600"/>
              <a:gd name="connsiteX2" fmla="*/ 2672863 w 2672863"/>
              <a:gd name="connsiteY2" fmla="*/ 279248 h 1371600"/>
              <a:gd name="connsiteX3" fmla="*/ 2672863 w 2672863"/>
              <a:gd name="connsiteY3" fmla="*/ 1371600 h 1371600"/>
              <a:gd name="connsiteX4" fmla="*/ 0 w 2672863"/>
              <a:gd name="connsiteY4" fmla="*/ 1371600 h 1371600"/>
              <a:gd name="connsiteX5" fmla="*/ 33268 w 2672863"/>
              <a:gd name="connsiteY5" fmla="*/ 1242216 h 1371600"/>
              <a:gd name="connsiteX6" fmla="*/ 1721734 w 2672863"/>
              <a:gd name="connsiteY6" fmla="*/ 0 h 13716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672863" h="1371600">
                <a:moveTo>
                  <a:pt x="1721734" y="0"/>
                </a:moveTo>
                <a:cubicBezTo>
                  <a:pt x="2026863" y="0"/>
                  <a:pt x="2313937" y="77299"/>
                  <a:pt x="2564444" y="213382"/>
                </a:cubicBezTo>
                <a:lnTo>
                  <a:pt x="2672863" y="279248"/>
                </a:lnTo>
                <a:lnTo>
                  <a:pt x="2672863" y="1371600"/>
                </a:lnTo>
                <a:lnTo>
                  <a:pt x="0" y="1371600"/>
                </a:lnTo>
                <a:lnTo>
                  <a:pt x="33268" y="1242216"/>
                </a:lnTo>
                <a:cubicBezTo>
                  <a:pt x="257110" y="522539"/>
                  <a:pt x="928399" y="0"/>
                  <a:pt x="1721734" y="0"/>
                </a:cubicBezTo>
                <a:close/>
              </a:path>
            </a:pathLst>
          </a:cu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EE17F543-77D4-E919-6EF3-6FFFD329420F}"/>
              </a:ext>
            </a:extLst>
          </p:cNvPr>
          <p:cNvPicPr>
            <a:picLocks noChangeAspect="1"/>
          </p:cNvPicPr>
          <p:nvPr/>
        </p:nvPicPr>
        <p:blipFill>
          <a:blip r:embed="rId3"/>
          <a:stretch>
            <a:fillRect/>
          </a:stretch>
        </p:blipFill>
        <p:spPr>
          <a:xfrm>
            <a:off x="703182" y="2645436"/>
            <a:ext cx="4777381" cy="1397384"/>
          </a:xfrm>
          <a:custGeom>
            <a:avLst/>
            <a:gdLst/>
            <a:ahLst/>
            <a:cxnLst/>
            <a:rect l="l" t="t" r="r" b="b"/>
            <a:pathLst>
              <a:path w="4777381" h="5643794">
                <a:moveTo>
                  <a:pt x="143704" y="0"/>
                </a:moveTo>
                <a:lnTo>
                  <a:pt x="4633677" y="0"/>
                </a:lnTo>
                <a:cubicBezTo>
                  <a:pt x="4713043" y="0"/>
                  <a:pt x="4777381" y="64338"/>
                  <a:pt x="4777381" y="143704"/>
                </a:cubicBezTo>
                <a:lnTo>
                  <a:pt x="4777381" y="5500090"/>
                </a:lnTo>
                <a:cubicBezTo>
                  <a:pt x="4777381" y="5579456"/>
                  <a:pt x="4713043" y="5643794"/>
                  <a:pt x="4633677" y="5643794"/>
                </a:cubicBezTo>
                <a:lnTo>
                  <a:pt x="143704" y="5643794"/>
                </a:lnTo>
                <a:cubicBezTo>
                  <a:pt x="64338" y="5643794"/>
                  <a:pt x="0" y="5579456"/>
                  <a:pt x="0" y="5500090"/>
                </a:cubicBezTo>
                <a:lnTo>
                  <a:pt x="0" y="143704"/>
                </a:lnTo>
                <a:cubicBezTo>
                  <a:pt x="0" y="64338"/>
                  <a:pt x="64338" y="0"/>
                  <a:pt x="143704" y="0"/>
                </a:cubicBezTo>
                <a:close/>
              </a:path>
            </a:pathLst>
          </a:custGeom>
        </p:spPr>
      </p:pic>
      <p:sp>
        <p:nvSpPr>
          <p:cNvPr id="3" name="Content Placeholder 2">
            <a:extLst>
              <a:ext uri="{FF2B5EF4-FFF2-40B4-BE49-F238E27FC236}">
                <a16:creationId xmlns:a16="http://schemas.microsoft.com/office/drawing/2014/main" id="{2741E56D-096F-0754-FFE4-BA2183D34C68}"/>
              </a:ext>
            </a:extLst>
          </p:cNvPr>
          <p:cNvSpPr>
            <a:spLocks noGrp="1"/>
          </p:cNvSpPr>
          <p:nvPr>
            <p:ph idx="1"/>
          </p:nvPr>
        </p:nvSpPr>
        <p:spPr>
          <a:xfrm>
            <a:off x="5894962" y="1984443"/>
            <a:ext cx="5458838" cy="4192520"/>
          </a:xfrm>
        </p:spPr>
        <p:txBody>
          <a:bodyPr vert="horz" lIns="91440" tIns="45720" rIns="91440" bIns="45720" rtlCol="0" anchor="t">
            <a:normAutofit/>
          </a:bodyPr>
          <a:lstStyle/>
          <a:p>
            <a:r>
              <a:rPr lang="en-US"/>
              <a:t>NTP is how devices agree what time it is. </a:t>
            </a:r>
          </a:p>
          <a:p>
            <a:r>
              <a:rPr lang="en-US"/>
              <a:t>Why might this be important?</a:t>
            </a:r>
          </a:p>
          <a:p>
            <a:r>
              <a:rPr lang="en-US"/>
              <a:t>Time comes from a small number precise reference clocks</a:t>
            </a:r>
          </a:p>
          <a:p>
            <a:r>
              <a:rPr lang="en-US"/>
              <a:t>Your device asks a local timeserver, then matches its clock</a:t>
            </a:r>
          </a:p>
        </p:txBody>
      </p:sp>
      <p:sp>
        <p:nvSpPr>
          <p:cNvPr id="6" name="TextBox 5">
            <a:extLst>
              <a:ext uri="{FF2B5EF4-FFF2-40B4-BE49-F238E27FC236}">
                <a16:creationId xmlns:a16="http://schemas.microsoft.com/office/drawing/2014/main" id="{9D22E822-0715-6C41-7596-E87D6A64C86C}"/>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2000" b="1" u="sng"/>
              <a:t>Lesson 4</a:t>
            </a:r>
          </a:p>
        </p:txBody>
      </p:sp>
    </p:spTree>
    <p:extLst>
      <p:ext uri="{BB962C8B-B14F-4D97-AF65-F5344CB8AC3E}">
        <p14:creationId xmlns:p14="http://schemas.microsoft.com/office/powerpoint/2010/main" val="3730215917"/>
      </p:ext>
    </p:extLst>
  </p:cSld>
  <p:clrMapOvr>
    <a:masterClrMapping/>
  </p:clrMapOvr>
</p:sld>
</file>

<file path=ppt/slides/slide55.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17" name="Rectangle 16">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9" name="Group 18">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92592A5-D318-18DA-5ECF-E37DC991D289}"/>
              </a:ext>
            </a:extLst>
          </p:cNvPr>
          <p:cNvSpPr>
            <a:spLocks noGrp="1"/>
          </p:cNvSpPr>
          <p:nvPr>
            <p:ph type="title"/>
          </p:nvPr>
        </p:nvSpPr>
        <p:spPr>
          <a:xfrm>
            <a:off x="1057025" y="922644"/>
            <a:ext cx="5040285" cy="1169585"/>
          </a:xfrm>
        </p:spPr>
        <p:txBody>
          <a:bodyPr anchor="b">
            <a:normAutofit/>
          </a:bodyPr>
          <a:lstStyle/>
          <a:p>
            <a:r>
              <a:rPr lang="en-US" sz="3700"/>
              <a:t>NTP (Network Time Protocol)</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40A2B388-EF2F-F0AE-893E-7C107D96C254}"/>
              </a:ext>
            </a:extLst>
          </p:cNvPr>
          <p:cNvSpPr>
            <a:spLocks noGrp="1"/>
          </p:cNvSpPr>
          <p:nvPr>
            <p:ph idx="1"/>
          </p:nvPr>
        </p:nvSpPr>
        <p:spPr>
          <a:xfrm>
            <a:off x="1055715" y="2508105"/>
            <a:ext cx="5040285" cy="3632493"/>
          </a:xfrm>
        </p:spPr>
        <p:txBody>
          <a:bodyPr vert="horz" lIns="91440" tIns="45720" rIns="91440" bIns="45720" rtlCol="0" anchor="ctr">
            <a:normAutofit/>
          </a:bodyPr>
          <a:lstStyle/>
          <a:p>
            <a:r>
              <a:rPr lang="en-US" sz="2000"/>
              <a:t>NTP is how devices agree what time it is. Why might this be important?</a:t>
            </a:r>
          </a:p>
          <a:p>
            <a:r>
              <a:rPr lang="en-US" sz="2000"/>
              <a:t>Time comes from a small number of very precise reference clocks</a:t>
            </a:r>
          </a:p>
          <a:p>
            <a:r>
              <a:rPr lang="en-US" sz="2000"/>
              <a:t>Those precise sources feed a layer of servers (layer = stratum), which feed everyone else in a tree-like hierarchy</a:t>
            </a:r>
          </a:p>
          <a:p>
            <a:r>
              <a:rPr lang="en-US" sz="2000"/>
              <a:t>Your device asks a nearby local timeserver, then changes its own clock to match</a:t>
            </a:r>
          </a:p>
          <a:p>
            <a:r>
              <a:rPr lang="en-US" sz="2000"/>
              <a:t>Each successive stratum is less accurate</a:t>
            </a:r>
          </a:p>
        </p:txBody>
      </p:sp>
      <p:pic>
        <p:nvPicPr>
          <p:cNvPr id="7" name="Picture 6" descr="A diagram of a system&#10;&#10;AI-generated content may be incorrect.">
            <a:extLst>
              <a:ext uri="{FF2B5EF4-FFF2-40B4-BE49-F238E27FC236}">
                <a16:creationId xmlns:a16="http://schemas.microsoft.com/office/drawing/2014/main" id="{C9DC891B-0F2A-9B9B-528B-70F73F799329}"/>
              </a:ext>
            </a:extLst>
          </p:cNvPr>
          <p:cNvPicPr>
            <a:picLocks noChangeAspect="1"/>
          </p:cNvPicPr>
          <p:nvPr/>
        </p:nvPicPr>
        <p:blipFill>
          <a:blip r:embed="rId3"/>
          <a:stretch>
            <a:fillRect/>
          </a:stretch>
        </p:blipFill>
        <p:spPr>
          <a:xfrm>
            <a:off x="6669686" y="-2229"/>
            <a:ext cx="4950340" cy="4301115"/>
          </a:xfrm>
          <a:prstGeom prst="rect">
            <a:avLst/>
          </a:prstGeom>
        </p:spPr>
      </p:pic>
      <p:pic>
        <p:nvPicPr>
          <p:cNvPr id="5" name="Picture 4" descr="A blue and yellow logo&#10;&#10;AI-generated content may be incorrect.">
            <a:extLst>
              <a:ext uri="{FF2B5EF4-FFF2-40B4-BE49-F238E27FC236}">
                <a16:creationId xmlns:a16="http://schemas.microsoft.com/office/drawing/2014/main" id="{3D415FDC-1EA9-7426-77C1-854356C0F40D}"/>
              </a:ext>
            </a:extLst>
          </p:cNvPr>
          <p:cNvPicPr>
            <a:picLocks noChangeAspect="1"/>
          </p:cNvPicPr>
          <p:nvPr/>
        </p:nvPicPr>
        <p:blipFill>
          <a:blip r:embed="rId4"/>
          <a:stretch>
            <a:fillRect/>
          </a:stretch>
        </p:blipFill>
        <p:spPr>
          <a:xfrm>
            <a:off x="6888609" y="5029294"/>
            <a:ext cx="3801292" cy="1109646"/>
          </a:xfrm>
          <a:prstGeom prst="rect">
            <a:avLst/>
          </a:prstGeom>
        </p:spPr>
      </p:pic>
      <p:sp>
        <p:nvSpPr>
          <p:cNvPr id="6" name="TextBox 5">
            <a:extLst>
              <a:ext uri="{FF2B5EF4-FFF2-40B4-BE49-F238E27FC236}">
                <a16:creationId xmlns:a16="http://schemas.microsoft.com/office/drawing/2014/main" id="{49BBAD72-2FFC-21F1-8074-EB851D11C1FF}"/>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spTree>
    <p:extLst>
      <p:ext uri="{BB962C8B-B14F-4D97-AF65-F5344CB8AC3E}">
        <p14:creationId xmlns:p14="http://schemas.microsoft.com/office/powerpoint/2010/main" val="3281117555"/>
      </p:ext>
    </p:extLst>
  </p:cSld>
  <p:clrMapOvr>
    <a:masterClrMapping/>
  </p:clrMapOvr>
  <p:extLst>
    <p:ext uri="{6950BFC3-D8DA-4A85-94F7-54DA5524770B}">
      <p188:commentRel xmlns:p188="http://schemas.microsoft.com/office/powerpoint/2018/8/main" r:id="rId2"/>
    </p:ext>
  </p:extLst>
</p:sld>
</file>

<file path=ppt/slides/slide5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C0A1ED06-4733-4020-9C60-81D4D80140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B0CA3509-3AF9-45FE-93ED-57BB5D5E8E0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187388" y="181576"/>
            <a:ext cx="11823637" cy="6501088"/>
          </a:xfrm>
          <a:prstGeom prst="rect">
            <a:avLst/>
          </a:prstGeom>
          <a:solidFill>
            <a:srgbClr val="000000"/>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and yellow logo&#10;&#10;AI-generated content may be incorrect.">
            <a:extLst>
              <a:ext uri="{FF2B5EF4-FFF2-40B4-BE49-F238E27FC236}">
                <a16:creationId xmlns:a16="http://schemas.microsoft.com/office/drawing/2014/main" id="{D51E631F-D59D-D0D7-BBE5-6AD8DB52ED3B}"/>
              </a:ext>
            </a:extLst>
          </p:cNvPr>
          <p:cNvPicPr>
            <a:picLocks noChangeAspect="1"/>
          </p:cNvPicPr>
          <p:nvPr/>
        </p:nvPicPr>
        <p:blipFill>
          <a:blip r:embed="rId3">
            <a:alphaModFix amt="60000"/>
          </a:blip>
          <a:srcRect l="2612" r="70770" b="1"/>
          <a:stretch>
            <a:fillRect/>
          </a:stretch>
        </p:blipFill>
        <p:spPr>
          <a:xfrm>
            <a:off x="181899" y="182880"/>
            <a:ext cx="5915025" cy="6499784"/>
          </a:xfrm>
          <a:prstGeom prst="rect">
            <a:avLst/>
          </a:prstGeom>
        </p:spPr>
      </p:pic>
      <p:pic>
        <p:nvPicPr>
          <p:cNvPr id="39" name="Picture 38" descr="A blue and yellow logo&#10;&#10;AI-generated content may be incorrect.">
            <a:extLst>
              <a:ext uri="{FF2B5EF4-FFF2-40B4-BE49-F238E27FC236}">
                <a16:creationId xmlns:a16="http://schemas.microsoft.com/office/drawing/2014/main" id="{CFD70D74-C9D2-3802-8782-B0DF01A01C2F}"/>
              </a:ext>
            </a:extLst>
          </p:cNvPr>
          <p:cNvPicPr>
            <a:picLocks noChangeAspect="1"/>
          </p:cNvPicPr>
          <p:nvPr/>
        </p:nvPicPr>
        <p:blipFill>
          <a:blip r:embed="rId3">
            <a:alphaModFix amt="60000"/>
          </a:blip>
          <a:srcRect l="2612" r="70770" b="1"/>
          <a:stretch>
            <a:fillRect/>
          </a:stretch>
        </p:blipFill>
        <p:spPr>
          <a:xfrm>
            <a:off x="6095156" y="182880"/>
            <a:ext cx="5915025" cy="6499784"/>
          </a:xfrm>
          <a:prstGeom prst="rect">
            <a:avLst/>
          </a:prstGeom>
        </p:spPr>
      </p:pic>
      <p:sp>
        <p:nvSpPr>
          <p:cNvPr id="2" name="Title 1">
            <a:extLst>
              <a:ext uri="{FF2B5EF4-FFF2-40B4-BE49-F238E27FC236}">
                <a16:creationId xmlns:a16="http://schemas.microsoft.com/office/drawing/2014/main" id="{1FC02792-FF79-2197-D188-8B2846A3AC81}"/>
              </a:ext>
            </a:extLst>
          </p:cNvPr>
          <p:cNvSpPr>
            <a:spLocks noGrp="1"/>
          </p:cNvSpPr>
          <p:nvPr>
            <p:ph type="title"/>
          </p:nvPr>
        </p:nvSpPr>
        <p:spPr>
          <a:xfrm>
            <a:off x="844614" y="557189"/>
            <a:ext cx="10509179" cy="2795808"/>
          </a:xfrm>
        </p:spPr>
        <p:txBody>
          <a:bodyPr anchor="b">
            <a:normAutofit/>
          </a:bodyPr>
          <a:lstStyle/>
          <a:p>
            <a:r>
              <a:rPr lang="en-US" sz="4000">
                <a:solidFill>
                  <a:srgbClr val="FFFFFF"/>
                </a:solidFill>
              </a:rPr>
              <a:t>Testing!</a:t>
            </a:r>
          </a:p>
        </p:txBody>
      </p:sp>
      <p:graphicFrame>
        <p:nvGraphicFramePr>
          <p:cNvPr id="8" name="Content Placeholder 2">
            <a:extLst>
              <a:ext uri="{FF2B5EF4-FFF2-40B4-BE49-F238E27FC236}">
                <a16:creationId xmlns:a16="http://schemas.microsoft.com/office/drawing/2014/main" id="{7999925D-46CC-2C77-66A5-3D985A80685A}"/>
              </a:ext>
            </a:extLst>
          </p:cNvPr>
          <p:cNvGraphicFramePr>
            <a:graphicFrameLocks noGrp="1"/>
          </p:cNvGraphicFramePr>
          <p:nvPr>
            <p:ph idx="1"/>
            <p:extLst>
              <p:ext uri="{D42A27DB-BD31-4B8C-83A1-F6EECF244321}">
                <p14:modId xmlns:p14="http://schemas.microsoft.com/office/powerpoint/2010/main" val="2077417927"/>
              </p:ext>
            </p:extLst>
          </p:nvPr>
        </p:nvGraphicFramePr>
        <p:xfrm>
          <a:off x="844614" y="3526300"/>
          <a:ext cx="10509179" cy="258845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pic>
        <p:nvPicPr>
          <p:cNvPr id="9" name="Picture 8" descr="A blue and yellow logo&#10;&#10;AI-generated content may be incorrect.">
            <a:extLst>
              <a:ext uri="{FF2B5EF4-FFF2-40B4-BE49-F238E27FC236}">
                <a16:creationId xmlns:a16="http://schemas.microsoft.com/office/drawing/2014/main" id="{652F7015-27CF-D986-5B5E-92E7E3EAA7A1}"/>
              </a:ext>
            </a:extLst>
          </p:cNvPr>
          <p:cNvPicPr>
            <a:picLocks noChangeAspect="1"/>
          </p:cNvPicPr>
          <p:nvPr/>
        </p:nvPicPr>
        <p:blipFill>
          <a:blip r:embed="rId3"/>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BEF3542D-B464-2E1B-A14D-C0535D1DB6DD}"/>
              </a:ext>
            </a:extLst>
          </p:cNvPr>
          <p:cNvSpPr txBox="1"/>
          <p:nvPr/>
        </p:nvSpPr>
        <p:spPr>
          <a:xfrm>
            <a:off x="10818644" y="628901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solidFill>
                  <a:srgbClr val="FF0000"/>
                </a:solidFill>
              </a:rPr>
              <a:t>Lesson 4</a:t>
            </a:r>
          </a:p>
        </p:txBody>
      </p:sp>
    </p:spTree>
    <p:extLst>
      <p:ext uri="{BB962C8B-B14F-4D97-AF65-F5344CB8AC3E}">
        <p14:creationId xmlns:p14="http://schemas.microsoft.com/office/powerpoint/2010/main" val="2456983044"/>
      </p:ext>
    </p:extLst>
  </p:cSld>
  <p:clrMapOvr>
    <a:masterClrMapping/>
  </p:clrMapOvr>
</p:sld>
</file>

<file path=ppt/slides/slide5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8" name="Rectangle 7">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Rectangle 9">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1F4D93A9-D97E-A9BA-AFB9-9FD07FB456FF}"/>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latin typeface="+mj-lt"/>
                <a:ea typeface="+mj-ea"/>
                <a:cs typeface="+mj-cs"/>
              </a:rPr>
              <a:t>Where is it getting </a:t>
            </a:r>
            <a:r>
              <a:rPr lang="en-US" sz="7200"/>
              <a:t>this delayed </a:t>
            </a:r>
            <a:r>
              <a:rPr lang="en-US" sz="7200" kern="1200">
                <a:latin typeface="+mj-lt"/>
                <a:ea typeface="+mj-ea"/>
                <a:cs typeface="+mj-cs"/>
              </a:rPr>
              <a:t>time info from?</a:t>
            </a:r>
          </a:p>
        </p:txBody>
      </p:sp>
      <p:sp>
        <p:nvSpPr>
          <p:cNvPr id="3" name="Content Placeholder 2">
            <a:extLst>
              <a:ext uri="{FF2B5EF4-FFF2-40B4-BE49-F238E27FC236}">
                <a16:creationId xmlns:a16="http://schemas.microsoft.com/office/drawing/2014/main" id="{BFACEB1B-B340-718E-AD49-8746AAABA9B3}"/>
              </a:ext>
            </a:extLst>
          </p:cNvPr>
          <p:cNvSpPr>
            <a:spLocks noGrp="1"/>
          </p:cNvSpPr>
          <p:nvPr>
            <p:ph type="body" idx="1"/>
          </p:nvPr>
        </p:nvSpPr>
        <p:spPr>
          <a:xfrm>
            <a:off x="1524000" y="5514052"/>
            <a:ext cx="9144000" cy="651910"/>
          </a:xfrm>
        </p:spPr>
        <p:txBody>
          <a:bodyPr vert="horz" lIns="91440" tIns="45720" rIns="91440" bIns="45720" rtlCol="0" anchor="ctr">
            <a:normAutofit/>
          </a:bodyPr>
          <a:lstStyle/>
          <a:p>
            <a:pPr algn="ctr"/>
            <a:r>
              <a:rPr lang="en-US" kern="1200">
                <a:solidFill>
                  <a:schemeClr val="tx1"/>
                </a:solidFill>
                <a:latin typeface="+mn-lt"/>
                <a:ea typeface="+mn-ea"/>
                <a:cs typeface="+mn-cs"/>
              </a:rPr>
              <a:t>Discuss with a partner</a:t>
            </a:r>
          </a:p>
        </p:txBody>
      </p:sp>
      <p:cxnSp>
        <p:nvCxnSpPr>
          <p:cNvPr id="14" name="Straight Connector 13">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Picture 4" descr="A blue and yellow logo&#10;&#10;AI-generated content may be incorrect.">
            <a:extLst>
              <a:ext uri="{FF2B5EF4-FFF2-40B4-BE49-F238E27FC236}">
                <a16:creationId xmlns:a16="http://schemas.microsoft.com/office/drawing/2014/main" id="{89392EAB-A07A-165A-A1D0-C613EE5815BF}"/>
              </a:ext>
            </a:extLst>
          </p:cNvPr>
          <p:cNvPicPr>
            <a:picLocks noChangeAspect="1"/>
          </p:cNvPicPr>
          <p:nvPr/>
        </p:nvPicPr>
        <p:blipFill>
          <a:blip r:embed="rId3"/>
          <a:stretch>
            <a:fillRect/>
          </a:stretch>
        </p:blipFill>
        <p:spPr>
          <a:xfrm>
            <a:off x="2721" y="6122079"/>
            <a:ext cx="2498272" cy="738869"/>
          </a:xfrm>
          <a:prstGeom prst="rect">
            <a:avLst/>
          </a:prstGeom>
        </p:spPr>
      </p:pic>
      <p:sp>
        <p:nvSpPr>
          <p:cNvPr id="6" name="TextBox 5">
            <a:extLst>
              <a:ext uri="{FF2B5EF4-FFF2-40B4-BE49-F238E27FC236}">
                <a16:creationId xmlns:a16="http://schemas.microsoft.com/office/drawing/2014/main" id="{5B63B0A0-8DAF-A5AA-E113-40B9EE87E846}"/>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spTree>
    <p:extLst>
      <p:ext uri="{BB962C8B-B14F-4D97-AF65-F5344CB8AC3E}">
        <p14:creationId xmlns:p14="http://schemas.microsoft.com/office/powerpoint/2010/main" val="1753477564"/>
      </p:ext>
    </p:extLst>
  </p:cSld>
  <p:clrMapOvr>
    <a:masterClrMapping/>
  </p:clrMapOvr>
</p:sld>
</file>

<file path=ppt/slides/slide5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7" name="Rectangle 26">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28" name="Group 27">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5" name="Rectangle 14">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2D12D8-B72B-7263-C90E-3EBE45329DA1}"/>
              </a:ext>
            </a:extLst>
          </p:cNvPr>
          <p:cNvSpPr>
            <a:spLocks noGrp="1"/>
          </p:cNvSpPr>
          <p:nvPr>
            <p:ph type="title"/>
          </p:nvPr>
        </p:nvSpPr>
        <p:spPr>
          <a:xfrm>
            <a:off x="1057025" y="922644"/>
            <a:ext cx="5040285" cy="1169585"/>
          </a:xfrm>
        </p:spPr>
        <p:txBody>
          <a:bodyPr anchor="b">
            <a:normAutofit/>
          </a:bodyPr>
          <a:lstStyle/>
          <a:p>
            <a:r>
              <a:rPr lang="en-US" sz="3700"/>
              <a:t>LAN (Local Area Network)</a:t>
            </a:r>
          </a:p>
        </p:txBody>
      </p:sp>
      <p:sp>
        <p:nvSpPr>
          <p:cNvPr id="20" name="Rectangle 19">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30334EB-1F0A-A776-B0EE-D3139C89DF66}"/>
              </a:ext>
            </a:extLst>
          </p:cNvPr>
          <p:cNvSpPr>
            <a:spLocks noGrp="1"/>
          </p:cNvSpPr>
          <p:nvPr>
            <p:ph idx="1"/>
          </p:nvPr>
        </p:nvSpPr>
        <p:spPr>
          <a:xfrm>
            <a:off x="1055715" y="2508105"/>
            <a:ext cx="5040285" cy="3632493"/>
          </a:xfrm>
        </p:spPr>
        <p:txBody>
          <a:bodyPr vert="horz" lIns="91440" tIns="45720" rIns="91440" bIns="45720" rtlCol="0" anchor="ctr">
            <a:noAutofit/>
          </a:bodyPr>
          <a:lstStyle/>
          <a:p>
            <a:r>
              <a:rPr lang="en-US" sz="2200"/>
              <a:t>Classroom; what is each part</a:t>
            </a:r>
          </a:p>
          <a:p>
            <a:r>
              <a:rPr lang="en-US" sz="2200"/>
              <a:t>A LAN is a network confined to one physical space</a:t>
            </a:r>
          </a:p>
          <a:p>
            <a:r>
              <a:rPr lang="en-US" sz="2200"/>
              <a:t>Devices have wired or wireless connections</a:t>
            </a:r>
          </a:p>
          <a:p>
            <a:r>
              <a:rPr lang="en-US" sz="2200"/>
              <a:t>Router  handles edge communication</a:t>
            </a:r>
          </a:p>
          <a:p>
            <a:r>
              <a:rPr lang="en-US" sz="2200"/>
              <a:t>WAN vs LAN; multiple LANs</a:t>
            </a:r>
          </a:p>
          <a:p>
            <a:pPr marL="0" indent="0">
              <a:buNone/>
            </a:pPr>
            <a:r>
              <a:rPr lang="en-US" sz="1400" i="1"/>
              <a:t>Note: A VLAN is a virtual LAN defined to keep traffic separate without need for extra hardware. I did this for your training ground through managed switches, which work on layer 3 of the OSI</a:t>
            </a:r>
            <a:endParaRPr lang="en-US" sz="1400"/>
          </a:p>
        </p:txBody>
      </p:sp>
      <p:pic>
        <p:nvPicPr>
          <p:cNvPr id="7" name="Picture 6" descr="A blue and yellow logo&#10;&#10;AI-generated content may be incorrect.">
            <a:extLst>
              <a:ext uri="{FF2B5EF4-FFF2-40B4-BE49-F238E27FC236}">
                <a16:creationId xmlns:a16="http://schemas.microsoft.com/office/drawing/2014/main" id="{8F78B072-003F-D3D8-5F38-2E08CEF1AB50}"/>
              </a:ext>
            </a:extLst>
          </p:cNvPr>
          <p:cNvPicPr>
            <a:picLocks noChangeAspect="1"/>
          </p:cNvPicPr>
          <p:nvPr/>
        </p:nvPicPr>
        <p:blipFill>
          <a:blip r:embed="rId4"/>
          <a:stretch>
            <a:fillRect/>
          </a:stretch>
        </p:blipFill>
        <p:spPr>
          <a:xfrm>
            <a:off x="6910381" y="4898666"/>
            <a:ext cx="4389120" cy="1283817"/>
          </a:xfrm>
          <a:prstGeom prst="rect">
            <a:avLst/>
          </a:prstGeom>
        </p:spPr>
      </p:pic>
      <p:sp>
        <p:nvSpPr>
          <p:cNvPr id="6" name="TextBox 5">
            <a:extLst>
              <a:ext uri="{FF2B5EF4-FFF2-40B4-BE49-F238E27FC236}">
                <a16:creationId xmlns:a16="http://schemas.microsoft.com/office/drawing/2014/main" id="{3AFD210D-72DE-1CE9-9C87-26D1F5B51DF2}"/>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pic>
        <p:nvPicPr>
          <p:cNvPr id="5" name="Picture 4" descr="A diagram of a network&#10;&#10;AI-generated content may be incorrect.">
            <a:extLst>
              <a:ext uri="{FF2B5EF4-FFF2-40B4-BE49-F238E27FC236}">
                <a16:creationId xmlns:a16="http://schemas.microsoft.com/office/drawing/2014/main" id="{0F607599-DBD9-3659-5863-74AE1452E139}"/>
              </a:ext>
            </a:extLst>
          </p:cNvPr>
          <p:cNvPicPr>
            <a:picLocks noChangeAspect="1"/>
          </p:cNvPicPr>
          <p:nvPr/>
        </p:nvPicPr>
        <p:blipFill>
          <a:blip r:embed="rId5"/>
          <a:stretch>
            <a:fillRect/>
          </a:stretch>
        </p:blipFill>
        <p:spPr>
          <a:xfrm>
            <a:off x="6305324" y="-680"/>
            <a:ext cx="5887811" cy="4711246"/>
          </a:xfrm>
          <a:prstGeom prst="rect">
            <a:avLst/>
          </a:prstGeom>
        </p:spPr>
      </p:pic>
    </p:spTree>
    <p:extLst>
      <p:ext uri="{BB962C8B-B14F-4D97-AF65-F5344CB8AC3E}">
        <p14:creationId xmlns:p14="http://schemas.microsoft.com/office/powerpoint/2010/main" val="1349737495"/>
      </p:ext>
    </p:extLst>
  </p:cSld>
  <p:clrMapOvr>
    <a:masterClrMapping/>
  </p:clrMapOvr>
  <p:extLst>
    <p:ext uri="{6950BFC3-D8DA-4A85-94F7-54DA5524770B}">
      <p188:commentRel xmlns:p188="http://schemas.microsoft.com/office/powerpoint/2018/8/main" r:id="rId3"/>
    </p:ext>
  </p:extLst>
</p:sld>
</file>

<file path=ppt/slides/slide5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45" name="Rectangle 44">
            <a:extLst>
              <a:ext uri="{FF2B5EF4-FFF2-40B4-BE49-F238E27FC236}">
                <a16:creationId xmlns:a16="http://schemas.microsoft.com/office/drawing/2014/main" id="{9CB95732-565A-4D2C-A3AB-CC460C0D382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Rectangle 45">
            <a:extLst>
              <a:ext uri="{FF2B5EF4-FFF2-40B4-BE49-F238E27FC236}">
                <a16:creationId xmlns:a16="http://schemas.microsoft.com/office/drawing/2014/main" id="{E19B653C-798C-4333-8452-3DF3AE3C1D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2" y="0"/>
            <a:ext cx="12191998" cy="1575955"/>
          </a:xfrm>
          <a:prstGeom prst="rect">
            <a:avLst/>
          </a:prstGeom>
          <a:gradFill>
            <a:gsLst>
              <a:gs pos="0">
                <a:srgbClr val="000000">
                  <a:alpha val="96000"/>
                </a:srgbClr>
              </a:gs>
              <a:gs pos="100000">
                <a:schemeClr val="accent1">
                  <a:lumMod val="75000"/>
                </a:schemeClr>
              </a:gs>
            </a:gsLst>
            <a:lin ang="6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FE50278-E2EC-42B2-A1F1-921DD39901C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a:off x="5305994" y="-5310547"/>
            <a:ext cx="1580014" cy="12192002"/>
          </a:xfrm>
          <a:prstGeom prst="rect">
            <a:avLst/>
          </a:prstGeom>
          <a:gradFill>
            <a:gsLst>
              <a:gs pos="19000">
                <a:schemeClr val="accent1">
                  <a:alpha val="0"/>
                </a:schemeClr>
              </a:gs>
              <a:gs pos="99000">
                <a:srgbClr val="000000">
                  <a:alpha val="74000"/>
                </a:srgbClr>
              </a:gs>
            </a:gsLst>
            <a:lin ang="11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dirty="0"/>
          </a:p>
        </p:txBody>
      </p:sp>
      <p:sp>
        <p:nvSpPr>
          <p:cNvPr id="47" name="Rectangle 46">
            <a:extLst>
              <a:ext uri="{FF2B5EF4-FFF2-40B4-BE49-F238E27FC236}">
                <a16:creationId xmlns:a16="http://schemas.microsoft.com/office/drawing/2014/main" id="{1236153F-0DB4-40DD-87C6-B40C1B7E28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25434" y="0"/>
            <a:ext cx="4303422" cy="1575461"/>
          </a:xfrm>
          <a:prstGeom prst="rect">
            <a:avLst/>
          </a:prstGeom>
          <a:gradFill>
            <a:gsLst>
              <a:gs pos="0">
                <a:schemeClr val="accent1">
                  <a:alpha val="72000"/>
                </a:schemeClr>
              </a:gs>
              <a:gs pos="74000">
                <a:schemeClr val="accent1">
                  <a:lumMod val="50000"/>
                  <a:alpha val="0"/>
                </a:schemeClr>
              </a:gs>
            </a:gsLst>
            <a:lin ang="14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F4C2B2DD-8714-372E-0EB6-27C276EB15BB}"/>
              </a:ext>
            </a:extLst>
          </p:cNvPr>
          <p:cNvSpPr>
            <a:spLocks noGrp="1"/>
          </p:cNvSpPr>
          <p:nvPr>
            <p:ph type="title"/>
          </p:nvPr>
        </p:nvSpPr>
        <p:spPr>
          <a:xfrm>
            <a:off x="699715" y="288404"/>
            <a:ext cx="7170656" cy="977442"/>
          </a:xfrm>
        </p:spPr>
        <p:txBody>
          <a:bodyPr vert="horz" lIns="91440" tIns="45720" rIns="91440" bIns="45720" rtlCol="0" anchor="ctr">
            <a:normAutofit/>
          </a:bodyPr>
          <a:lstStyle/>
          <a:p>
            <a:r>
              <a:rPr lang="en-US" sz="4000">
                <a:solidFill>
                  <a:srgbClr val="FFFFFF"/>
                </a:solidFill>
              </a:rPr>
              <a:t>Handouts!</a:t>
            </a:r>
          </a:p>
        </p:txBody>
      </p:sp>
      <p:sp>
        <p:nvSpPr>
          <p:cNvPr id="8" name="TextBox 7">
            <a:extLst>
              <a:ext uri="{FF2B5EF4-FFF2-40B4-BE49-F238E27FC236}">
                <a16:creationId xmlns:a16="http://schemas.microsoft.com/office/drawing/2014/main" id="{4AD4B285-02CF-5AFE-9621-5358AC48094C}"/>
              </a:ext>
            </a:extLst>
          </p:cNvPr>
          <p:cNvSpPr txBox="1"/>
          <p:nvPr/>
        </p:nvSpPr>
        <p:spPr>
          <a:xfrm>
            <a:off x="8536577" y="199287"/>
            <a:ext cx="3226526" cy="1155677"/>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lnSpc>
                <a:spcPct val="90000"/>
              </a:lnSpc>
              <a:spcBef>
                <a:spcPts val="1000"/>
              </a:spcBef>
            </a:pPr>
            <a:r>
              <a:rPr lang="en-US" sz="2000" b="1" u="sng">
                <a:solidFill>
                  <a:srgbClr val="FFFFFF"/>
                </a:solidFill>
              </a:rPr>
              <a:t>Lesson 4</a:t>
            </a:r>
          </a:p>
        </p:txBody>
      </p:sp>
      <p:pic>
        <p:nvPicPr>
          <p:cNvPr id="6" name="Picture 5">
            <a:extLst>
              <a:ext uri="{FF2B5EF4-FFF2-40B4-BE49-F238E27FC236}">
                <a16:creationId xmlns:a16="http://schemas.microsoft.com/office/drawing/2014/main" id="{7E1BEB66-A04A-2CA1-41A7-FD053A06FD4B}"/>
              </a:ext>
            </a:extLst>
          </p:cNvPr>
          <p:cNvPicPr>
            <a:picLocks noChangeAspect="1"/>
          </p:cNvPicPr>
          <p:nvPr/>
        </p:nvPicPr>
        <p:blipFill>
          <a:blip r:embed="rId3"/>
          <a:stretch>
            <a:fillRect/>
          </a:stretch>
        </p:blipFill>
        <p:spPr>
          <a:xfrm>
            <a:off x="343754" y="1703481"/>
            <a:ext cx="5430364" cy="3153488"/>
          </a:xfrm>
          <a:prstGeom prst="rect">
            <a:avLst/>
          </a:prstGeom>
        </p:spPr>
      </p:pic>
      <p:pic>
        <p:nvPicPr>
          <p:cNvPr id="4" name="Picture 3">
            <a:extLst>
              <a:ext uri="{FF2B5EF4-FFF2-40B4-BE49-F238E27FC236}">
                <a16:creationId xmlns:a16="http://schemas.microsoft.com/office/drawing/2014/main" id="{D45D5631-1890-AD36-603B-E983F128A061}"/>
              </a:ext>
            </a:extLst>
          </p:cNvPr>
          <p:cNvPicPr>
            <a:picLocks noChangeAspect="1"/>
          </p:cNvPicPr>
          <p:nvPr/>
        </p:nvPicPr>
        <p:blipFill>
          <a:blip r:embed="rId4"/>
          <a:stretch>
            <a:fillRect/>
          </a:stretch>
        </p:blipFill>
        <p:spPr>
          <a:xfrm>
            <a:off x="5978875" y="1659397"/>
            <a:ext cx="5989164" cy="3321482"/>
          </a:xfrm>
          <a:prstGeom prst="rect">
            <a:avLst/>
          </a:prstGeom>
        </p:spPr>
      </p:pic>
      <p:pic>
        <p:nvPicPr>
          <p:cNvPr id="7" name="Picture 6" descr="A blue and yellow logo&#10;&#10;AI-generated content may be incorrect.">
            <a:extLst>
              <a:ext uri="{FF2B5EF4-FFF2-40B4-BE49-F238E27FC236}">
                <a16:creationId xmlns:a16="http://schemas.microsoft.com/office/drawing/2014/main" id="{B4DF6A3B-063D-A693-7F54-FE307011ED52}"/>
              </a:ext>
            </a:extLst>
          </p:cNvPr>
          <p:cNvPicPr>
            <a:picLocks noChangeAspect="1"/>
          </p:cNvPicPr>
          <p:nvPr/>
        </p:nvPicPr>
        <p:blipFill>
          <a:blip r:embed="rId5"/>
          <a:stretch>
            <a:fillRect/>
          </a:stretch>
        </p:blipFill>
        <p:spPr>
          <a:xfrm>
            <a:off x="118683" y="5908992"/>
            <a:ext cx="3238707" cy="947321"/>
          </a:xfrm>
          <a:prstGeom prst="rect">
            <a:avLst/>
          </a:prstGeom>
        </p:spPr>
      </p:pic>
    </p:spTree>
    <p:extLst>
      <p:ext uri="{BB962C8B-B14F-4D97-AF65-F5344CB8AC3E}">
        <p14:creationId xmlns:p14="http://schemas.microsoft.com/office/powerpoint/2010/main" val="3731660070"/>
      </p:ext>
    </p:extLst>
  </p:cSld>
  <p:clrMapOvr>
    <a:masterClrMapping/>
  </p:clrMapOvr>
  <p:extLst>
    <p:ext uri="{6950BFC3-D8DA-4A85-94F7-54DA5524770B}">
      <p188:commentRel xmlns:p188="http://schemas.microsoft.com/office/powerpoint/2018/8/main" r:id="rId2"/>
    </p:ext>
  </p:extLst>
</p:sld>
</file>

<file path=ppt/slides/slide6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03E77442-0BF5-84BB-5C50-B2927400D757}"/>
              </a:ext>
            </a:extLst>
          </p:cNvPr>
          <p:cNvPicPr>
            <a:picLocks noGrp="1" noChangeAspect="1"/>
          </p:cNvPicPr>
          <p:nvPr>
            <p:ph idx="1"/>
          </p:nvPr>
        </p:nvPicPr>
        <p:blipFill>
          <a:blip r:embed="rId2"/>
          <a:stretch>
            <a:fillRect/>
          </a:stretch>
        </p:blipFill>
        <p:spPr>
          <a:xfrm>
            <a:off x="2591355" y="33866"/>
            <a:ext cx="7829347" cy="6841065"/>
          </a:xfrm>
          <a:prstGeom prst="rect">
            <a:avLst/>
          </a:prstGeom>
        </p:spPr>
      </p:pic>
      <p:pic>
        <p:nvPicPr>
          <p:cNvPr id="8" name="Picture 7" descr="A blue and yellow logo&#10;&#10;AI-generated content may be incorrect.">
            <a:extLst>
              <a:ext uri="{FF2B5EF4-FFF2-40B4-BE49-F238E27FC236}">
                <a16:creationId xmlns:a16="http://schemas.microsoft.com/office/drawing/2014/main" id="{83ED7C18-9A72-5683-830C-DABCD033C063}"/>
              </a:ext>
            </a:extLst>
          </p:cNvPr>
          <p:cNvPicPr>
            <a:picLocks noChangeAspect="1"/>
          </p:cNvPicPr>
          <p:nvPr/>
        </p:nvPicPr>
        <p:blipFill>
          <a:blip r:embed="rId3"/>
          <a:stretch>
            <a:fillRect/>
          </a:stretch>
        </p:blipFill>
        <p:spPr>
          <a:xfrm>
            <a:off x="2721" y="6122079"/>
            <a:ext cx="2498272" cy="738869"/>
          </a:xfrm>
          <a:prstGeom prst="rect">
            <a:avLst/>
          </a:prstGeom>
        </p:spPr>
      </p:pic>
      <p:sp>
        <p:nvSpPr>
          <p:cNvPr id="3" name="TextBox 2">
            <a:extLst>
              <a:ext uri="{FF2B5EF4-FFF2-40B4-BE49-F238E27FC236}">
                <a16:creationId xmlns:a16="http://schemas.microsoft.com/office/drawing/2014/main" id="{7C053D2C-EF1B-0937-1211-19CDF712B09D}"/>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spTree>
    <p:extLst>
      <p:ext uri="{BB962C8B-B14F-4D97-AF65-F5344CB8AC3E}">
        <p14:creationId xmlns:p14="http://schemas.microsoft.com/office/powerpoint/2010/main" val="950268228"/>
      </p:ext>
    </p:extLst>
  </p:cSld>
  <p:clrMapOvr>
    <a:masterClrMapping/>
  </p:clrMapOvr>
</p:sld>
</file>

<file path=ppt/slides/slide6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5" name="Rectangle 14">
            <a:extLst>
              <a:ext uri="{FF2B5EF4-FFF2-40B4-BE49-F238E27FC236}">
                <a16:creationId xmlns:a16="http://schemas.microsoft.com/office/drawing/2014/main" id="{12609869-9E80-471B-A487-A53288E0E7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326AA59-E33D-6850-BC8A-F621ABD55355}"/>
              </a:ext>
            </a:extLst>
          </p:cNvPr>
          <p:cNvSpPr>
            <a:spLocks noGrp="1"/>
          </p:cNvSpPr>
          <p:nvPr>
            <p:ph type="title"/>
          </p:nvPr>
        </p:nvSpPr>
        <p:spPr>
          <a:xfrm>
            <a:off x="1136397" y="502020"/>
            <a:ext cx="5323715" cy="1642970"/>
          </a:xfrm>
        </p:spPr>
        <p:txBody>
          <a:bodyPr anchor="b">
            <a:normAutofit/>
          </a:bodyPr>
          <a:lstStyle/>
          <a:p>
            <a:r>
              <a:rPr lang="en-US" sz="4000"/>
              <a:t>Physical Training Ground "Tour"</a:t>
            </a:r>
          </a:p>
        </p:txBody>
      </p:sp>
      <p:sp>
        <p:nvSpPr>
          <p:cNvPr id="17" name="Rectangle 16">
            <a:extLst>
              <a:ext uri="{FF2B5EF4-FFF2-40B4-BE49-F238E27FC236}">
                <a16:creationId xmlns:a16="http://schemas.microsoft.com/office/drawing/2014/main" id="{7004738A-9D34-43E8-97D2-CA0EED4F8BE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5"/>
            <a:ext cx="4092521" cy="6858000"/>
          </a:xfrm>
          <a:prstGeom prst="rect">
            <a:avLst/>
          </a:prstGeom>
          <a:gradFill>
            <a:gsLst>
              <a:gs pos="8000">
                <a:srgbClr val="000000">
                  <a:alpha val="94000"/>
                </a:srgbClr>
              </a:gs>
              <a:gs pos="100000">
                <a:schemeClr val="accent1"/>
              </a:gs>
            </a:gsLst>
            <a:lin ang="2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9" name="Rectangle 18">
            <a:extLst>
              <a:ext uri="{FF2B5EF4-FFF2-40B4-BE49-F238E27FC236}">
                <a16:creationId xmlns:a16="http://schemas.microsoft.com/office/drawing/2014/main" id="{B8B8D07F-F13E-443E-BA68-2D26672D76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
            <a:ext cx="4092521" cy="6400369"/>
          </a:xfrm>
          <a:prstGeom prst="rect">
            <a:avLst/>
          </a:prstGeom>
          <a:gradFill>
            <a:gsLst>
              <a:gs pos="31000">
                <a:schemeClr val="accent1">
                  <a:lumMod val="50000"/>
                  <a:alpha val="0"/>
                </a:schemeClr>
              </a:gs>
              <a:gs pos="100000">
                <a:schemeClr val="accent1">
                  <a:lumMod val="50000"/>
                  <a:alpha val="26000"/>
                </a:schemeClr>
              </a:gs>
            </a:gsLst>
            <a:lin ang="18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1" name="Rectangle 20">
            <a:extLst>
              <a:ext uri="{FF2B5EF4-FFF2-40B4-BE49-F238E27FC236}">
                <a16:creationId xmlns:a16="http://schemas.microsoft.com/office/drawing/2014/main" id="{2813A4FA-24A5-41ED-A534-3807D1B2F34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22"/>
            <a:ext cx="4068667" cy="6400389"/>
          </a:xfrm>
          <a:prstGeom prst="rect">
            <a:avLst/>
          </a:prstGeom>
          <a:gradFill>
            <a:gsLst>
              <a:gs pos="0">
                <a:schemeClr val="accent1">
                  <a:alpha val="0"/>
                </a:schemeClr>
              </a:gs>
              <a:gs pos="72000">
                <a:srgbClr val="000000">
                  <a:alpha val="21000"/>
                </a:srgbClr>
              </a:gs>
            </a:gsLst>
            <a:lin ang="3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Rectangle 22">
            <a:extLst>
              <a:ext uri="{FF2B5EF4-FFF2-40B4-BE49-F238E27FC236}">
                <a16:creationId xmlns:a16="http://schemas.microsoft.com/office/drawing/2014/main" id="{C3944F27-CA70-4E84-A51A-E6BF8955897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flipH="1">
            <a:off x="8123333" y="-10"/>
            <a:ext cx="3611467" cy="6857997"/>
          </a:xfrm>
          <a:prstGeom prst="rect">
            <a:avLst/>
          </a:prstGeom>
          <a:gradFill>
            <a:gsLst>
              <a:gs pos="0">
                <a:schemeClr val="accent1">
                  <a:alpha val="0"/>
                </a:schemeClr>
              </a:gs>
              <a:gs pos="93000">
                <a:srgbClr val="000000">
                  <a:alpha val="29000"/>
                </a:srgbClr>
              </a:gs>
            </a:gsLst>
            <a:lin ang="54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5" name="Content Placeholder 2">
            <a:extLst>
              <a:ext uri="{FF2B5EF4-FFF2-40B4-BE49-F238E27FC236}">
                <a16:creationId xmlns:a16="http://schemas.microsoft.com/office/drawing/2014/main" id="{F512D7A7-1909-33F1-D8EA-AB22637AB86D}"/>
              </a:ext>
            </a:extLst>
          </p:cNvPr>
          <p:cNvGraphicFramePr>
            <a:graphicFrameLocks noGrp="1"/>
          </p:cNvGraphicFramePr>
          <p:nvPr>
            <p:ph idx="1"/>
            <p:extLst>
              <p:ext uri="{D42A27DB-BD31-4B8C-83A1-F6EECF244321}">
                <p14:modId xmlns:p14="http://schemas.microsoft.com/office/powerpoint/2010/main" val="3710089749"/>
              </p:ext>
            </p:extLst>
          </p:nvPr>
        </p:nvGraphicFramePr>
        <p:xfrm>
          <a:off x="1144923" y="2405894"/>
          <a:ext cx="5315189" cy="3535083"/>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795" name="Picture 794" descr="A blue and yellow logo&#10;&#10;AI-generated content may be incorrect.">
            <a:extLst>
              <a:ext uri="{FF2B5EF4-FFF2-40B4-BE49-F238E27FC236}">
                <a16:creationId xmlns:a16="http://schemas.microsoft.com/office/drawing/2014/main" id="{55EAEDAF-DD55-C477-1AB0-603430B36F60}"/>
              </a:ext>
            </a:extLst>
          </p:cNvPr>
          <p:cNvPicPr>
            <a:picLocks noChangeAspect="1"/>
          </p:cNvPicPr>
          <p:nvPr/>
        </p:nvPicPr>
        <p:blipFill>
          <a:blip r:embed="rId8"/>
          <a:stretch>
            <a:fillRect/>
          </a:stretch>
        </p:blipFill>
        <p:spPr>
          <a:xfrm>
            <a:off x="2721" y="5940650"/>
            <a:ext cx="2498272" cy="738869"/>
          </a:xfrm>
          <a:prstGeom prst="rect">
            <a:avLst/>
          </a:prstGeom>
        </p:spPr>
      </p:pic>
      <p:sp>
        <p:nvSpPr>
          <p:cNvPr id="4" name="TextBox 3">
            <a:extLst>
              <a:ext uri="{FF2B5EF4-FFF2-40B4-BE49-F238E27FC236}">
                <a16:creationId xmlns:a16="http://schemas.microsoft.com/office/drawing/2014/main" id="{2621A9F4-7D14-FD31-73F1-74DF0AD58D29}"/>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spTree>
    <p:extLst>
      <p:ext uri="{BB962C8B-B14F-4D97-AF65-F5344CB8AC3E}">
        <p14:creationId xmlns:p14="http://schemas.microsoft.com/office/powerpoint/2010/main" val="2837621674"/>
      </p:ext>
    </p:extLst>
  </p:cSld>
  <p:clrMapOvr>
    <a:masterClrMapping/>
  </p:clrMapOvr>
</p:sld>
</file>

<file path=ppt/slides/slide6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3" name="Rectangle 12">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5" name="Group 14">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16" name="Rectangle 15">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9" name="Rectangle 18">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A6AF9BB-348C-2C04-EFB6-C8A945D5A0FB}"/>
              </a:ext>
            </a:extLst>
          </p:cNvPr>
          <p:cNvSpPr>
            <a:spLocks noGrp="1"/>
          </p:cNvSpPr>
          <p:nvPr>
            <p:ph type="title"/>
          </p:nvPr>
        </p:nvSpPr>
        <p:spPr>
          <a:xfrm>
            <a:off x="1057025" y="922644"/>
            <a:ext cx="5040285" cy="1169585"/>
          </a:xfrm>
        </p:spPr>
        <p:txBody>
          <a:bodyPr anchor="b">
            <a:normAutofit/>
          </a:bodyPr>
          <a:lstStyle/>
          <a:p>
            <a:r>
              <a:rPr lang="en-US" sz="4000"/>
              <a:t>Network Segmentation</a:t>
            </a:r>
          </a:p>
        </p:txBody>
      </p:sp>
      <p:sp>
        <p:nvSpPr>
          <p:cNvPr id="21" name="Rectangle 20">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53603F07-0298-09C3-511A-0388525E29B1}"/>
              </a:ext>
            </a:extLst>
          </p:cNvPr>
          <p:cNvSpPr>
            <a:spLocks noGrp="1"/>
          </p:cNvSpPr>
          <p:nvPr>
            <p:ph idx="1"/>
          </p:nvPr>
        </p:nvSpPr>
        <p:spPr>
          <a:xfrm>
            <a:off x="1055715" y="2508105"/>
            <a:ext cx="5040285" cy="3632493"/>
          </a:xfrm>
        </p:spPr>
        <p:txBody>
          <a:bodyPr vert="horz" lIns="91440" tIns="45720" rIns="91440" bIns="45720" rtlCol="0" anchor="ctr">
            <a:normAutofit/>
          </a:bodyPr>
          <a:lstStyle/>
          <a:p>
            <a:r>
              <a:rPr lang="en-US" sz="2000"/>
              <a:t>Store: cameras vs guests vs employees</a:t>
            </a:r>
          </a:p>
          <a:p>
            <a:r>
              <a:rPr lang="en-US" sz="2000"/>
              <a:t>Splitting a network into smaller networks</a:t>
            </a:r>
          </a:p>
          <a:p>
            <a:r>
              <a:rPr lang="en-US" sz="2000"/>
              <a:t>Own subnet and broadcast domain</a:t>
            </a:r>
          </a:p>
          <a:p>
            <a:r>
              <a:rPr lang="en-US" sz="2000"/>
              <a:t>Used to keep different kinds of traffic apart.</a:t>
            </a:r>
          </a:p>
          <a:p>
            <a:r>
              <a:rPr lang="en-US" sz="2000"/>
              <a:t>A router  decides what traffic is allowed to cross</a:t>
            </a:r>
          </a:p>
        </p:txBody>
      </p:sp>
      <p:pic>
        <p:nvPicPr>
          <p:cNvPr id="8" name="Picture 7" descr="A diagram of a network&#10;&#10;AI-generated content may be incorrect.">
            <a:extLst>
              <a:ext uri="{FF2B5EF4-FFF2-40B4-BE49-F238E27FC236}">
                <a16:creationId xmlns:a16="http://schemas.microsoft.com/office/drawing/2014/main" id="{BF5EDEAD-DAE3-4C3A-7BE8-D199FB29EE8C}"/>
              </a:ext>
            </a:extLst>
          </p:cNvPr>
          <p:cNvPicPr>
            <a:picLocks noChangeAspect="1"/>
          </p:cNvPicPr>
          <p:nvPr/>
        </p:nvPicPr>
        <p:blipFill>
          <a:blip r:embed="rId3"/>
          <a:stretch>
            <a:fillRect/>
          </a:stretch>
        </p:blipFill>
        <p:spPr>
          <a:xfrm>
            <a:off x="6213696" y="2265894"/>
            <a:ext cx="5332548" cy="2762068"/>
          </a:xfrm>
          <a:prstGeom prst="rect">
            <a:avLst/>
          </a:prstGeom>
        </p:spPr>
      </p:pic>
      <p:pic>
        <p:nvPicPr>
          <p:cNvPr id="5" name="Picture 4" descr="A blue and yellow logo&#10;&#10;AI-generated content may be incorrect.">
            <a:extLst>
              <a:ext uri="{FF2B5EF4-FFF2-40B4-BE49-F238E27FC236}">
                <a16:creationId xmlns:a16="http://schemas.microsoft.com/office/drawing/2014/main" id="{3ECC265E-44DF-5871-3501-4EE45AFAEEC9}"/>
              </a:ext>
            </a:extLst>
          </p:cNvPr>
          <p:cNvPicPr>
            <a:picLocks noChangeAspect="1"/>
          </p:cNvPicPr>
          <p:nvPr/>
        </p:nvPicPr>
        <p:blipFill>
          <a:blip r:embed="rId4"/>
          <a:stretch>
            <a:fillRect/>
          </a:stretch>
        </p:blipFill>
        <p:spPr>
          <a:xfrm>
            <a:off x="8093295" y="5384894"/>
            <a:ext cx="3242492" cy="949989"/>
          </a:xfrm>
          <a:prstGeom prst="rect">
            <a:avLst/>
          </a:prstGeom>
        </p:spPr>
      </p:pic>
      <p:sp>
        <p:nvSpPr>
          <p:cNvPr id="6" name="TextBox 5">
            <a:extLst>
              <a:ext uri="{FF2B5EF4-FFF2-40B4-BE49-F238E27FC236}">
                <a16:creationId xmlns:a16="http://schemas.microsoft.com/office/drawing/2014/main" id="{D499910F-38C4-4BF3-0CF8-0463DB81F43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spTree>
    <p:extLst>
      <p:ext uri="{BB962C8B-B14F-4D97-AF65-F5344CB8AC3E}">
        <p14:creationId xmlns:p14="http://schemas.microsoft.com/office/powerpoint/2010/main" val="1328242599"/>
      </p:ext>
    </p:extLst>
  </p:cSld>
  <p:clrMapOvr>
    <a:masterClrMapping/>
  </p:clrMapOvr>
  <p:extLst>
    <p:ext uri="{6950BFC3-D8DA-4A85-94F7-54DA5524770B}">
      <p188:commentRel xmlns:p188="http://schemas.microsoft.com/office/powerpoint/2018/8/main" r:id="rId2"/>
    </p:ext>
  </p:extLst>
</p:sld>
</file>

<file path=ppt/slides/slide6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5F41AEB8-17A7-5B9D-EA5A-D77B297515CF}"/>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kern="1200">
                <a:solidFill>
                  <a:srgbClr val="FFFFFF"/>
                </a:solidFill>
                <a:latin typeface="+mj-lt"/>
                <a:ea typeface="+mj-ea"/>
                <a:cs typeface="+mj-cs"/>
              </a:rPr>
              <a:t>Why is this a good idea?</a:t>
            </a:r>
          </a:p>
        </p:txBody>
      </p:sp>
      <p:sp>
        <p:nvSpPr>
          <p:cNvPr id="3" name="Content Placeholder 2">
            <a:extLst>
              <a:ext uri="{FF2B5EF4-FFF2-40B4-BE49-F238E27FC236}">
                <a16:creationId xmlns:a16="http://schemas.microsoft.com/office/drawing/2014/main" id="{66F97B33-7223-8158-EB14-21A44A273019}"/>
              </a:ext>
            </a:extLst>
          </p:cNvPr>
          <p:cNvSpPr>
            <a:spLocks noGrp="1"/>
          </p:cNvSpPr>
          <p:nvPr>
            <p:ph type="body" idx="1"/>
          </p:nvPr>
        </p:nvSpPr>
        <p:spPr>
          <a:xfrm>
            <a:off x="2895601" y="1900826"/>
            <a:ext cx="6396204" cy="662542"/>
          </a:xfrm>
        </p:spPr>
        <p:txBody>
          <a:bodyPr vert="horz" lIns="91440" tIns="45720" rIns="91440" bIns="45720" rtlCol="0" anchor="ctr">
            <a:normAutofit/>
          </a:bodyPr>
          <a:lstStyle/>
          <a:p>
            <a:pPr algn="ctr"/>
            <a:r>
              <a:rPr lang="en-US" sz="2200" kern="1200">
                <a:solidFill>
                  <a:srgbClr val="FFFFFF"/>
                </a:solidFill>
                <a:latin typeface="+mn-lt"/>
                <a:ea typeface="+mn-ea"/>
                <a:cs typeface="+mn-cs"/>
              </a:rPr>
              <a:t>Discuss with a partner then raise hands to answer</a:t>
            </a:r>
          </a:p>
        </p:txBody>
      </p:sp>
      <p:sp>
        <p:nvSpPr>
          <p:cNvPr id="14"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F11FF1BE-7048-1E91-5889-1FEF35845A5C}"/>
              </a:ext>
            </a:extLst>
          </p:cNvPr>
          <p:cNvPicPr>
            <a:picLocks noChangeAspect="1"/>
          </p:cNvPicPr>
          <p:nvPr/>
        </p:nvPicPr>
        <p:blipFill>
          <a:blip r:embed="rId3"/>
          <a:stretch>
            <a:fillRect/>
          </a:stretch>
        </p:blipFill>
        <p:spPr>
          <a:xfrm>
            <a:off x="1035177" y="3096973"/>
            <a:ext cx="10118598" cy="2959690"/>
          </a:xfrm>
          <a:prstGeom prst="rect">
            <a:avLst/>
          </a:prstGeom>
        </p:spPr>
      </p:pic>
      <p:sp>
        <p:nvSpPr>
          <p:cNvPr id="6" name="TextBox 5">
            <a:extLst>
              <a:ext uri="{FF2B5EF4-FFF2-40B4-BE49-F238E27FC236}">
                <a16:creationId xmlns:a16="http://schemas.microsoft.com/office/drawing/2014/main" id="{6BD022DA-A6D4-DD36-D4CF-D0495FCFAA01}"/>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spTree>
    <p:extLst>
      <p:ext uri="{BB962C8B-B14F-4D97-AF65-F5344CB8AC3E}">
        <p14:creationId xmlns:p14="http://schemas.microsoft.com/office/powerpoint/2010/main" val="3851753291"/>
      </p:ext>
    </p:extLst>
  </p:cSld>
  <p:clrMapOvr>
    <a:masterClrMapping/>
  </p:clrMapOvr>
</p:sld>
</file>

<file path=ppt/slides/slide6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3" name="Rectangle 32">
            <a:extLst>
              <a:ext uri="{FF2B5EF4-FFF2-40B4-BE49-F238E27FC236}">
                <a16:creationId xmlns:a16="http://schemas.microsoft.com/office/drawing/2014/main" id="{EEEEAA75-AA19-426C-A43C-35F6F9119B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5" name="Rectangle 34">
            <a:extLst>
              <a:ext uri="{FF2B5EF4-FFF2-40B4-BE49-F238E27FC236}">
                <a16:creationId xmlns:a16="http://schemas.microsoft.com/office/drawing/2014/main" id="{90464369-70FA-42AF-948F-80664CA7BFE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146816"/>
          </a:xfrm>
          <a:prstGeom prst="rect">
            <a:avLst/>
          </a:prstGeom>
          <a:solidFill>
            <a:schemeClr val="bg1">
              <a:lumMod val="85000"/>
              <a:alpha val="3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6" name="Title 1">
            <a:extLst>
              <a:ext uri="{FF2B5EF4-FFF2-40B4-BE49-F238E27FC236}">
                <a16:creationId xmlns:a16="http://schemas.microsoft.com/office/drawing/2014/main" id="{27CF46FC-3C51-1427-3DAD-1E87747874BB}"/>
              </a:ext>
            </a:extLst>
          </p:cNvPr>
          <p:cNvSpPr>
            <a:spLocks noGrp="1"/>
          </p:cNvSpPr>
          <p:nvPr>
            <p:ph type="title"/>
          </p:nvPr>
        </p:nvSpPr>
        <p:spPr>
          <a:xfrm>
            <a:off x="581647" y="349664"/>
            <a:ext cx="5562868" cy="1638377"/>
          </a:xfrm>
        </p:spPr>
        <p:txBody>
          <a:bodyPr anchor="b">
            <a:normAutofit/>
          </a:bodyPr>
          <a:lstStyle/>
          <a:p>
            <a:r>
              <a:rPr lang="en-US" sz="4800"/>
              <a:t>Benefits</a:t>
            </a:r>
          </a:p>
        </p:txBody>
      </p:sp>
      <p:graphicFrame>
        <p:nvGraphicFramePr>
          <p:cNvPr id="45" name="Text Placeholder 2">
            <a:extLst>
              <a:ext uri="{FF2B5EF4-FFF2-40B4-BE49-F238E27FC236}">
                <a16:creationId xmlns:a16="http://schemas.microsoft.com/office/drawing/2014/main" id="{92FDD600-6C74-CCB3-4EEE-FE7397CBFA12}"/>
              </a:ext>
            </a:extLst>
          </p:cNvPr>
          <p:cNvGraphicFramePr>
            <a:graphicFrameLocks noGrp="1"/>
          </p:cNvGraphicFramePr>
          <p:nvPr>
            <p:ph idx="1"/>
          </p:nvPr>
        </p:nvGraphicFramePr>
        <p:xfrm>
          <a:off x="587988" y="2620641"/>
          <a:ext cx="5555425" cy="3023702"/>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37" name="Rectangle 36">
            <a:extLst>
              <a:ext uri="{FF2B5EF4-FFF2-40B4-BE49-F238E27FC236}">
                <a16:creationId xmlns:a16="http://schemas.microsoft.com/office/drawing/2014/main" id="{CC552A98-EF7D-4D42-AB69-066B786AB5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9144" y="198171"/>
            <a:ext cx="5191082" cy="310499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9" name="Picture 8" descr="types_of_network_segmentation">
            <a:extLst>
              <a:ext uri="{FF2B5EF4-FFF2-40B4-BE49-F238E27FC236}">
                <a16:creationId xmlns:a16="http://schemas.microsoft.com/office/drawing/2014/main" id="{33A320C8-4CD2-DE3E-91DA-140C3E8108C6}"/>
              </a:ext>
            </a:extLst>
          </p:cNvPr>
          <p:cNvPicPr>
            <a:picLocks noChangeAspect="1"/>
          </p:cNvPicPr>
          <p:nvPr/>
        </p:nvPicPr>
        <p:blipFill>
          <a:blip r:embed="rId8"/>
          <a:srcRect l="57954" t="16129" r="189" b="22011"/>
          <a:stretch>
            <a:fillRect/>
          </a:stretch>
        </p:blipFill>
        <p:spPr>
          <a:xfrm>
            <a:off x="7413620" y="350193"/>
            <a:ext cx="3801283" cy="2811974"/>
          </a:xfrm>
          <a:prstGeom prst="rect">
            <a:avLst/>
          </a:prstGeom>
        </p:spPr>
      </p:pic>
      <p:sp>
        <p:nvSpPr>
          <p:cNvPr id="39" name="Rectangle 38">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6200000" flipH="1">
            <a:off x="5669568" y="277912"/>
            <a:ext cx="524256" cy="1186339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1" name="Rectangle 40">
            <a:extLst>
              <a:ext uri="{FF2B5EF4-FFF2-40B4-BE49-F238E27FC236}">
                <a16:creationId xmlns:a16="http://schemas.microsoft.com/office/drawing/2014/main" id="{0BB19363-8354-4E75-A15C-A08F755171F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719144" y="3527725"/>
            <a:ext cx="5191082" cy="3104993"/>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Picture 7" descr="A blue and yellow logo&#10;&#10;AI-generated content may be incorrect.">
            <a:extLst>
              <a:ext uri="{FF2B5EF4-FFF2-40B4-BE49-F238E27FC236}">
                <a16:creationId xmlns:a16="http://schemas.microsoft.com/office/drawing/2014/main" id="{5926E8CE-3E87-8B16-DD69-3166B925EC7A}"/>
              </a:ext>
            </a:extLst>
          </p:cNvPr>
          <p:cNvPicPr>
            <a:picLocks noChangeAspect="1"/>
          </p:cNvPicPr>
          <p:nvPr/>
        </p:nvPicPr>
        <p:blipFill>
          <a:blip r:embed="rId9"/>
          <a:stretch>
            <a:fillRect/>
          </a:stretch>
        </p:blipFill>
        <p:spPr>
          <a:xfrm>
            <a:off x="6949163" y="4388305"/>
            <a:ext cx="4731046" cy="1383831"/>
          </a:xfrm>
          <a:prstGeom prst="rect">
            <a:avLst/>
          </a:prstGeom>
        </p:spPr>
      </p:pic>
      <p:sp>
        <p:nvSpPr>
          <p:cNvPr id="43" name="Rectangle 42">
            <a:extLst>
              <a:ext uri="{FF2B5EF4-FFF2-40B4-BE49-F238E27FC236}">
                <a16:creationId xmlns:a16="http://schemas.microsoft.com/office/drawing/2014/main" id="{A648176E-454C-437C-B0FC-9B82FCF32B2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787731" y="6131892"/>
            <a:ext cx="524256"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TextBox 2">
            <a:extLst>
              <a:ext uri="{FF2B5EF4-FFF2-40B4-BE49-F238E27FC236}">
                <a16:creationId xmlns:a16="http://schemas.microsoft.com/office/drawing/2014/main" id="{1F052D3B-73FB-5957-0F0F-A311645A3D23}"/>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spTree>
    <p:extLst>
      <p:ext uri="{BB962C8B-B14F-4D97-AF65-F5344CB8AC3E}">
        <p14:creationId xmlns:p14="http://schemas.microsoft.com/office/powerpoint/2010/main" val="416719979"/>
      </p:ext>
    </p:extLst>
  </p:cSld>
  <p:clrMapOvr>
    <a:masterClrMapping/>
  </p:clrMapOvr>
</p:sld>
</file>

<file path=ppt/slides/slide6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5" name="Picture 4" descr="A blue and yellow logo&#10;&#10;AI-generated content may be incorrect.">
            <a:extLst>
              <a:ext uri="{FF2B5EF4-FFF2-40B4-BE49-F238E27FC236}">
                <a16:creationId xmlns:a16="http://schemas.microsoft.com/office/drawing/2014/main" id="{EC8862DB-36F3-E0F4-E3ED-1939FE0773DC}"/>
              </a:ext>
            </a:extLst>
          </p:cNvPr>
          <p:cNvPicPr>
            <a:picLocks noChangeAspect="1"/>
          </p:cNvPicPr>
          <p:nvPr/>
        </p:nvPicPr>
        <p:blipFill>
          <a:blip r:embed="rId2">
            <a:duotone>
              <a:schemeClr val="bg2">
                <a:shade val="45000"/>
                <a:satMod val="135000"/>
              </a:schemeClr>
              <a:prstClr val="white"/>
            </a:duotone>
          </a:blip>
          <a:srcRect r="48000" b="-1"/>
          <a:stretch>
            <a:fillRect/>
          </a:stretch>
        </p:blipFill>
        <p:spPr>
          <a:xfrm>
            <a:off x="20" y="10"/>
            <a:ext cx="12191980" cy="6857990"/>
          </a:xfrm>
          <a:prstGeom prst="rect">
            <a:avLst/>
          </a:prstGeom>
        </p:spPr>
      </p:pic>
      <p:sp>
        <p:nvSpPr>
          <p:cNvPr id="12" name="Rectangle 11">
            <a:extLst>
              <a:ext uri="{FF2B5EF4-FFF2-40B4-BE49-F238E27FC236}">
                <a16:creationId xmlns:a16="http://schemas.microsoft.com/office/drawing/2014/main" id="{B50AB553-2A96-4A92-96F2-93548E09695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gradFill>
            <a:gsLst>
              <a:gs pos="10000">
                <a:schemeClr val="bg2">
                  <a:alpha val="68000"/>
                </a:schemeClr>
              </a:gs>
              <a:gs pos="85000">
                <a:schemeClr val="bg2">
                  <a:alpha val="97000"/>
                </a:schemeClr>
              </a:gs>
            </a:gsLst>
            <a:path path="circle">
              <a:fillToRect l="50000" t="50000" r="50000" b="50000"/>
            </a:path>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2892892-430A-7687-482B-B6B69A90A3ED}"/>
              </a:ext>
            </a:extLst>
          </p:cNvPr>
          <p:cNvSpPr>
            <a:spLocks noGrp="1"/>
          </p:cNvSpPr>
          <p:nvPr>
            <p:ph type="title"/>
          </p:nvPr>
        </p:nvSpPr>
        <p:spPr>
          <a:xfrm>
            <a:off x="838200" y="365125"/>
            <a:ext cx="10515600" cy="1325563"/>
          </a:xfrm>
        </p:spPr>
        <p:txBody>
          <a:bodyPr>
            <a:normAutofit/>
          </a:bodyPr>
          <a:lstStyle/>
          <a:p>
            <a:r>
              <a:rPr lang="en-US"/>
              <a:t>Activity Pt. 1</a:t>
            </a:r>
          </a:p>
        </p:txBody>
      </p:sp>
      <p:graphicFrame>
        <p:nvGraphicFramePr>
          <p:cNvPr id="7" name="Content Placeholder 2">
            <a:extLst>
              <a:ext uri="{FF2B5EF4-FFF2-40B4-BE49-F238E27FC236}">
                <a16:creationId xmlns:a16="http://schemas.microsoft.com/office/drawing/2014/main" id="{569B4E3C-3455-AD30-B32C-1743314B1076}"/>
              </a:ext>
            </a:extLst>
          </p:cNvPr>
          <p:cNvGraphicFramePr>
            <a:graphicFrameLocks noGrp="1"/>
          </p:cNvGraphicFramePr>
          <p:nvPr>
            <p:ph idx="1"/>
            <p:extLst>
              <p:ext uri="{D42A27DB-BD31-4B8C-83A1-F6EECF244321}">
                <p14:modId xmlns:p14="http://schemas.microsoft.com/office/powerpoint/2010/main" val="4247585860"/>
              </p:ext>
            </p:extLst>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4" name="TextBox 3">
            <a:extLst>
              <a:ext uri="{FF2B5EF4-FFF2-40B4-BE49-F238E27FC236}">
                <a16:creationId xmlns:a16="http://schemas.microsoft.com/office/drawing/2014/main" id="{8D3E589B-D44F-22D3-1572-827BDBA9A9F0}"/>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pic>
        <p:nvPicPr>
          <p:cNvPr id="98" name="Picture 97" descr="A blue and yellow logo&#10;&#10;AI-generated content may be incorrect.">
            <a:extLst>
              <a:ext uri="{FF2B5EF4-FFF2-40B4-BE49-F238E27FC236}">
                <a16:creationId xmlns:a16="http://schemas.microsoft.com/office/drawing/2014/main" id="{285F9F3E-702B-47D3-CEB5-1178BFF9826D}"/>
              </a:ext>
            </a:extLst>
          </p:cNvPr>
          <p:cNvPicPr>
            <a:picLocks noChangeAspect="1"/>
          </p:cNvPicPr>
          <p:nvPr/>
        </p:nvPicPr>
        <p:blipFill>
          <a:blip r:embed="rId2"/>
          <a:stretch>
            <a:fillRect/>
          </a:stretch>
        </p:blipFill>
        <p:spPr>
          <a:xfrm>
            <a:off x="2721" y="6122079"/>
            <a:ext cx="2498272" cy="738869"/>
          </a:xfrm>
          <a:prstGeom prst="rect">
            <a:avLst/>
          </a:prstGeom>
        </p:spPr>
      </p:pic>
    </p:spTree>
    <p:extLst>
      <p:ext uri="{BB962C8B-B14F-4D97-AF65-F5344CB8AC3E}">
        <p14:creationId xmlns:p14="http://schemas.microsoft.com/office/powerpoint/2010/main" val="1847108188"/>
      </p:ext>
    </p:extLst>
  </p:cSld>
  <p:clrMapOvr>
    <a:masterClrMapping/>
  </p:clrMapOvr>
</p:sld>
</file>

<file path=ppt/slides/slide6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23D09407-53BC-485E-B4CE-BC5E4FC4B25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Rectangle 11">
            <a:extLst>
              <a:ext uri="{FF2B5EF4-FFF2-40B4-BE49-F238E27FC236}">
                <a16:creationId xmlns:a16="http://schemas.microsoft.com/office/drawing/2014/main" id="{921DB988-49FC-4608-B0A2-E2F3A401904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05" y="0"/>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2122BFE-D214-68C6-D22B-F22E3483E84F}"/>
              </a:ext>
            </a:extLst>
          </p:cNvPr>
          <p:cNvSpPr>
            <a:spLocks noGrp="1"/>
          </p:cNvSpPr>
          <p:nvPr>
            <p:ph type="title"/>
          </p:nvPr>
        </p:nvSpPr>
        <p:spPr>
          <a:xfrm>
            <a:off x="755903" y="3399769"/>
            <a:ext cx="10640754" cy="775845"/>
          </a:xfrm>
        </p:spPr>
        <p:txBody>
          <a:bodyPr vert="horz" lIns="91440" tIns="45720" rIns="91440" bIns="45720" rtlCol="0" anchor="b">
            <a:normAutofit/>
          </a:bodyPr>
          <a:lstStyle/>
          <a:p>
            <a:pPr algn="ctr"/>
            <a:r>
              <a:rPr lang="en-US" sz="4000" kern="1200">
                <a:solidFill>
                  <a:schemeClr val="tx2"/>
                </a:solidFill>
                <a:latin typeface="+mj-lt"/>
                <a:ea typeface="+mj-ea"/>
                <a:cs typeface="+mj-cs"/>
              </a:rPr>
              <a:t>Logging Into Different Subnets</a:t>
            </a:r>
            <a:r>
              <a:rPr lang="en-US" sz="4000">
                <a:solidFill>
                  <a:schemeClr val="tx2"/>
                </a:solidFill>
              </a:rPr>
              <a:t> WSSH</a:t>
            </a:r>
            <a:endParaRPr lang="en-US" sz="4000" kern="1200">
              <a:solidFill>
                <a:schemeClr val="tx2"/>
              </a:solidFill>
              <a:latin typeface="+mj-lt"/>
              <a:ea typeface="+mj-ea"/>
              <a:cs typeface="+mj-cs"/>
            </a:endParaRPr>
          </a:p>
        </p:txBody>
      </p:sp>
      <p:grpSp>
        <p:nvGrpSpPr>
          <p:cNvPr id="14" name="Group 13">
            <a:extLst>
              <a:ext uri="{FF2B5EF4-FFF2-40B4-BE49-F238E27FC236}">
                <a16:creationId xmlns:a16="http://schemas.microsoft.com/office/drawing/2014/main" id="{E9B930FD-8671-4C4C-ADCF-73AC1D0CD41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0"/>
            <a:ext cx="2514948" cy="2174333"/>
            <a:chOff x="-305" y="-4155"/>
            <a:chExt cx="2514948" cy="2174333"/>
          </a:xfrm>
        </p:grpSpPr>
        <p:sp>
          <p:nvSpPr>
            <p:cNvPr id="15" name="Freeform: Shape 14">
              <a:extLst>
                <a:ext uri="{FF2B5EF4-FFF2-40B4-BE49-F238E27FC236}">
                  <a16:creationId xmlns:a16="http://schemas.microsoft.com/office/drawing/2014/main" id="{C35B12C1-569C-4E37-AA33-7EF215F201B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23E2660-7810-46F6-8752-187127C830C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Freeform: Shape 16">
              <a:extLst>
                <a:ext uri="{FF2B5EF4-FFF2-40B4-BE49-F238E27FC236}">
                  <a16:creationId xmlns:a16="http://schemas.microsoft.com/office/drawing/2014/main" id="{C991DC45-0378-45B3-B325-FB8F98545E6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8" name="Freeform: Shape 17">
              <a:extLst>
                <a:ext uri="{FF2B5EF4-FFF2-40B4-BE49-F238E27FC236}">
                  <a16:creationId xmlns:a16="http://schemas.microsoft.com/office/drawing/2014/main" id="{E228F5BA-5150-4554-B7EA-93F371F3B17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5" name="Picture 4" descr="A blue and yellow logo&#10;&#10;AI-generated content may be incorrect.">
            <a:extLst>
              <a:ext uri="{FF2B5EF4-FFF2-40B4-BE49-F238E27FC236}">
                <a16:creationId xmlns:a16="http://schemas.microsoft.com/office/drawing/2014/main" id="{6AD06522-45F4-C02E-E066-10BDEBDB48C2}"/>
              </a:ext>
            </a:extLst>
          </p:cNvPr>
          <p:cNvPicPr>
            <a:picLocks noChangeAspect="1"/>
          </p:cNvPicPr>
          <p:nvPr/>
        </p:nvPicPr>
        <p:blipFill>
          <a:blip r:embed="rId2"/>
          <a:stretch>
            <a:fillRect/>
          </a:stretch>
        </p:blipFill>
        <p:spPr>
          <a:xfrm>
            <a:off x="1216442" y="320231"/>
            <a:ext cx="9697663" cy="2836567"/>
          </a:xfrm>
          <a:prstGeom prst="rect">
            <a:avLst/>
          </a:prstGeom>
        </p:spPr>
      </p:pic>
      <p:grpSp>
        <p:nvGrpSpPr>
          <p:cNvPr id="20" name="Group 19">
            <a:extLst>
              <a:ext uri="{FF2B5EF4-FFF2-40B4-BE49-F238E27FC236}">
                <a16:creationId xmlns:a16="http://schemas.microsoft.com/office/drawing/2014/main" id="{383C2651-AE0C-4AE4-8725-E2F9414FE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0800000" flipH="1">
            <a:off x="-305" y="4322879"/>
            <a:ext cx="3378428" cy="2535121"/>
            <a:chOff x="-305" y="-1"/>
            <a:chExt cx="3832880" cy="2876136"/>
          </a:xfrm>
        </p:grpSpPr>
        <p:sp>
          <p:nvSpPr>
            <p:cNvPr id="21" name="Freeform: Shape 20">
              <a:extLst>
                <a:ext uri="{FF2B5EF4-FFF2-40B4-BE49-F238E27FC236}">
                  <a16:creationId xmlns:a16="http://schemas.microsoft.com/office/drawing/2014/main" id="{CCE13265-B5D2-47B4-A199-E05F390D5B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59"/>
            </a:xfrm>
            <a:custGeom>
              <a:avLst/>
              <a:gdLst>
                <a:gd name="connsiteX0" fmla="*/ 3203055 w 3815424"/>
                <a:gd name="connsiteY0" fmla="*/ 0 h 2653659"/>
                <a:gd name="connsiteX1" fmla="*/ 3815424 w 3815424"/>
                <a:gd name="connsiteY1" fmla="*/ 0 h 2653659"/>
                <a:gd name="connsiteX2" fmla="*/ 3801025 w 3815424"/>
                <a:gd name="connsiteY2" fmla="*/ 214243 h 2653659"/>
                <a:gd name="connsiteX3" fmla="*/ 587142 w 3815424"/>
                <a:gd name="connsiteY3" fmla="*/ 2653659 h 2653659"/>
                <a:gd name="connsiteX4" fmla="*/ 53389 w 3815424"/>
                <a:gd name="connsiteY4" fmla="*/ 2605041 h 2653659"/>
                <a:gd name="connsiteX5" fmla="*/ 0 w 3815424"/>
                <a:gd name="connsiteY5" fmla="*/ 2593136 h 2653659"/>
                <a:gd name="connsiteX6" fmla="*/ 0 w 3815424"/>
                <a:gd name="connsiteY6" fmla="*/ 1994836 h 2653659"/>
                <a:gd name="connsiteX7" fmla="*/ 159710 w 3815424"/>
                <a:gd name="connsiteY7" fmla="*/ 2035054 h 2653659"/>
                <a:gd name="connsiteX8" fmla="*/ 587142 w 3815424"/>
                <a:gd name="connsiteY8" fmla="*/ 2075152 h 2653659"/>
                <a:gd name="connsiteX9" fmla="*/ 1549283 w 3815424"/>
                <a:gd name="connsiteY9" fmla="*/ 1900153 h 2653659"/>
                <a:gd name="connsiteX10" fmla="*/ 2406698 w 3815424"/>
                <a:gd name="connsiteY10" fmla="*/ 1418450 h 2653659"/>
                <a:gd name="connsiteX11" fmla="*/ 2996069 w 3815424"/>
                <a:gd name="connsiteY11" fmla="*/ 728678 h 2653659"/>
                <a:gd name="connsiteX12" fmla="*/ 3193967 w 3815424"/>
                <a:gd name="connsiteY12" fmla="*/ 137719 h 26536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59">
                  <a:moveTo>
                    <a:pt x="3203055" y="0"/>
                  </a:moveTo>
                  <a:lnTo>
                    <a:pt x="3815424" y="0"/>
                  </a:lnTo>
                  <a:lnTo>
                    <a:pt x="3801025" y="214243"/>
                  </a:lnTo>
                  <a:cubicBezTo>
                    <a:pt x="3616317" y="1584467"/>
                    <a:pt x="2091637" y="2653659"/>
                    <a:pt x="587142" y="2653659"/>
                  </a:cubicBezTo>
                  <a:cubicBezTo>
                    <a:pt x="400192" y="2653659"/>
                    <a:pt x="222112" y="2636953"/>
                    <a:pt x="53389" y="2605041"/>
                  </a:cubicBezTo>
                  <a:lnTo>
                    <a:pt x="0" y="2593136"/>
                  </a:lnTo>
                  <a:lnTo>
                    <a:pt x="0" y="1994836"/>
                  </a:lnTo>
                  <a:lnTo>
                    <a:pt x="159710" y="2035054"/>
                  </a:lnTo>
                  <a:cubicBezTo>
                    <a:pt x="295467" y="2061726"/>
                    <a:pt x="438268" y="2075152"/>
                    <a:pt x="587142" y="2075152"/>
                  </a:cubicBezTo>
                  <a:cubicBezTo>
                    <a:pt x="901731" y="2075152"/>
                    <a:pt x="1234490" y="2014697"/>
                    <a:pt x="1549283" y="1900153"/>
                  </a:cubicBezTo>
                  <a:cubicBezTo>
                    <a:pt x="1860709" y="1786959"/>
                    <a:pt x="2157231" y="1620350"/>
                    <a:pt x="2406698" y="1418450"/>
                  </a:cubicBezTo>
                  <a:cubicBezTo>
                    <a:pt x="2655859" y="1216840"/>
                    <a:pt x="2859596" y="978302"/>
                    <a:pt x="2996069" y="728678"/>
                  </a:cubicBezTo>
                  <a:cubicBezTo>
                    <a:pt x="3101178" y="536396"/>
                    <a:pt x="3167417" y="338366"/>
                    <a:pt x="3193967" y="13771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693EBD03-D832-462C-9304-7273698ED4F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424" cy="2653660"/>
            </a:xfrm>
            <a:custGeom>
              <a:avLst/>
              <a:gdLst>
                <a:gd name="connsiteX0" fmla="*/ 3305038 w 3815424"/>
                <a:gd name="connsiteY0" fmla="*/ 0 h 2653660"/>
                <a:gd name="connsiteX1" fmla="*/ 3815424 w 3815424"/>
                <a:gd name="connsiteY1" fmla="*/ 0 h 2653660"/>
                <a:gd name="connsiteX2" fmla="*/ 3801025 w 3815424"/>
                <a:gd name="connsiteY2" fmla="*/ 214244 h 2653660"/>
                <a:gd name="connsiteX3" fmla="*/ 587142 w 3815424"/>
                <a:gd name="connsiteY3" fmla="*/ 2653660 h 2653660"/>
                <a:gd name="connsiteX4" fmla="*/ 53389 w 3815424"/>
                <a:gd name="connsiteY4" fmla="*/ 2605042 h 2653660"/>
                <a:gd name="connsiteX5" fmla="*/ 0 w 3815424"/>
                <a:gd name="connsiteY5" fmla="*/ 2593137 h 2653660"/>
                <a:gd name="connsiteX6" fmla="*/ 0 w 3815424"/>
                <a:gd name="connsiteY6" fmla="*/ 2094444 h 2653660"/>
                <a:gd name="connsiteX7" fmla="*/ 137675 w 3815424"/>
                <a:gd name="connsiteY7" fmla="*/ 2129195 h 2653660"/>
                <a:gd name="connsiteX8" fmla="*/ 587142 w 3815424"/>
                <a:gd name="connsiteY8" fmla="*/ 2171571 h 2653660"/>
                <a:gd name="connsiteX9" fmla="*/ 1585826 w 3815424"/>
                <a:gd name="connsiteY9" fmla="*/ 1990112 h 2653660"/>
                <a:gd name="connsiteX10" fmla="*/ 2473046 w 3815424"/>
                <a:gd name="connsiteY10" fmla="*/ 1491633 h 2653660"/>
                <a:gd name="connsiteX11" fmla="*/ 3086710 w 3815424"/>
                <a:gd name="connsiteY11" fmla="*/ 772838 h 2653660"/>
                <a:gd name="connsiteX12" fmla="*/ 3295217 w 3815424"/>
                <a:gd name="connsiteY12" fmla="*/ 149229 h 26536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3815424" h="2653660">
                  <a:moveTo>
                    <a:pt x="3305038" y="0"/>
                  </a:moveTo>
                  <a:lnTo>
                    <a:pt x="3815424" y="0"/>
                  </a:lnTo>
                  <a:lnTo>
                    <a:pt x="3801025" y="214244"/>
                  </a:lnTo>
                  <a:cubicBezTo>
                    <a:pt x="3616317" y="1584467"/>
                    <a:pt x="2091637" y="2653660"/>
                    <a:pt x="587142" y="2653660"/>
                  </a:cubicBezTo>
                  <a:cubicBezTo>
                    <a:pt x="400192" y="2653660"/>
                    <a:pt x="222112" y="2636954"/>
                    <a:pt x="53389" y="2605042"/>
                  </a:cubicBezTo>
                  <a:lnTo>
                    <a:pt x="0" y="2593137"/>
                  </a:lnTo>
                  <a:lnTo>
                    <a:pt x="0" y="2094444"/>
                  </a:lnTo>
                  <a:lnTo>
                    <a:pt x="137675" y="2129195"/>
                  </a:lnTo>
                  <a:cubicBezTo>
                    <a:pt x="280616" y="2157374"/>
                    <a:pt x="430766" y="2171571"/>
                    <a:pt x="587142" y="2171571"/>
                  </a:cubicBezTo>
                  <a:cubicBezTo>
                    <a:pt x="918879" y="2171571"/>
                    <a:pt x="1254904" y="2110634"/>
                    <a:pt x="1585826" y="1990112"/>
                  </a:cubicBezTo>
                  <a:cubicBezTo>
                    <a:pt x="1908071" y="1873061"/>
                    <a:pt x="2214800" y="1700666"/>
                    <a:pt x="2473046" y="1491633"/>
                  </a:cubicBezTo>
                  <a:cubicBezTo>
                    <a:pt x="2735782" y="1279031"/>
                    <a:pt x="2942276" y="1037118"/>
                    <a:pt x="3086710" y="772838"/>
                  </a:cubicBezTo>
                  <a:cubicBezTo>
                    <a:pt x="3197408" y="570216"/>
                    <a:pt x="3267226" y="361248"/>
                    <a:pt x="3295217" y="149229"/>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0D53D3E2-805E-40D2-964F-352BF6D476B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15986" cy="2675935"/>
            </a:xfrm>
            <a:custGeom>
              <a:avLst/>
              <a:gdLst>
                <a:gd name="connsiteX0" fmla="*/ 3648768 w 3815986"/>
                <a:gd name="connsiteY0" fmla="*/ 0 h 2675935"/>
                <a:gd name="connsiteX1" fmla="*/ 3815986 w 3815986"/>
                <a:gd name="connsiteY1" fmla="*/ 0 h 2675935"/>
                <a:gd name="connsiteX2" fmla="*/ 3804695 w 3815986"/>
                <a:gd name="connsiteY2" fmla="*/ 200084 h 2675935"/>
                <a:gd name="connsiteX3" fmla="*/ 3762590 w 3815986"/>
                <a:gd name="connsiteY3" fmla="*/ 455543 h 2675935"/>
                <a:gd name="connsiteX4" fmla="*/ 3592332 w 3815986"/>
                <a:gd name="connsiteY4" fmla="*/ 947274 h 2675935"/>
                <a:gd name="connsiteX5" fmla="*/ 2953967 w 3815986"/>
                <a:gd name="connsiteY5" fmla="*/ 1782349 h 2675935"/>
                <a:gd name="connsiteX6" fmla="*/ 2530669 w 3815986"/>
                <a:gd name="connsiteY6" fmla="*/ 2109494 h 2675935"/>
                <a:gd name="connsiteX7" fmla="*/ 2057561 w 3815986"/>
                <a:gd name="connsiteY7" fmla="*/ 2369245 h 2675935"/>
                <a:gd name="connsiteX8" fmla="*/ 1007330 w 3815986"/>
                <a:gd name="connsiteY8" fmla="*/ 2655701 h 2675935"/>
                <a:gd name="connsiteX9" fmla="*/ 732765 w 3815986"/>
                <a:gd name="connsiteY9" fmla="*/ 2674696 h 2675935"/>
                <a:gd name="connsiteX10" fmla="*/ 457666 w 3815986"/>
                <a:gd name="connsiteY10" fmla="*/ 2670839 h 2675935"/>
                <a:gd name="connsiteX11" fmla="*/ 183574 w 3815986"/>
                <a:gd name="connsiteY11" fmla="*/ 2643312 h 2675935"/>
                <a:gd name="connsiteX12" fmla="*/ 0 w 3815986"/>
                <a:gd name="connsiteY12" fmla="*/ 2607798 h 2675935"/>
                <a:gd name="connsiteX13" fmla="*/ 0 w 3815986"/>
                <a:gd name="connsiteY13" fmla="*/ 2356652 h 2675935"/>
                <a:gd name="connsiteX14" fmla="*/ 222195 w 3815986"/>
                <a:gd name="connsiteY14" fmla="*/ 2396940 h 2675935"/>
                <a:gd name="connsiteX15" fmla="*/ 472364 w 3815986"/>
                <a:gd name="connsiteY15" fmla="*/ 2419092 h 2675935"/>
                <a:gd name="connsiteX16" fmla="*/ 974972 w 3815986"/>
                <a:gd name="connsiteY16" fmla="*/ 2402122 h 2675935"/>
                <a:gd name="connsiteX17" fmla="*/ 1468292 w 3815986"/>
                <a:gd name="connsiteY17" fmla="*/ 2304162 h 2675935"/>
                <a:gd name="connsiteX18" fmla="*/ 1940176 w 3815986"/>
                <a:gd name="connsiteY18" fmla="*/ 2133695 h 2675935"/>
                <a:gd name="connsiteX19" fmla="*/ 2783403 w 3815986"/>
                <a:gd name="connsiteY19" fmla="*/ 1609954 h 2675935"/>
                <a:gd name="connsiteX20" fmla="*/ 3128104 w 3815986"/>
                <a:gd name="connsiteY20" fmla="*/ 1260439 h 2675935"/>
                <a:gd name="connsiteX21" fmla="*/ 3400639 w 3815986"/>
                <a:gd name="connsiteY21" fmla="*/ 859052 h 2675935"/>
                <a:gd name="connsiteX22" fmla="*/ 3585595 w 3815986"/>
                <a:gd name="connsiteY22" fmla="*/ 415336 h 2675935"/>
                <a:gd name="connsiteX23" fmla="*/ 3635918 w 3815986"/>
                <a:gd name="connsiteY23" fmla="*/ 181137 h 26759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3815986" h="2675935">
                  <a:moveTo>
                    <a:pt x="3648768" y="0"/>
                  </a:moveTo>
                  <a:lnTo>
                    <a:pt x="3815986" y="0"/>
                  </a:lnTo>
                  <a:lnTo>
                    <a:pt x="3804695" y="200084"/>
                  </a:lnTo>
                  <a:cubicBezTo>
                    <a:pt x="3795228" y="285751"/>
                    <a:pt x="3781167" y="371032"/>
                    <a:pt x="3762590" y="455543"/>
                  </a:cubicBezTo>
                  <a:cubicBezTo>
                    <a:pt x="3725537" y="624467"/>
                    <a:pt x="3668784" y="790112"/>
                    <a:pt x="3592332" y="947274"/>
                  </a:cubicBezTo>
                  <a:cubicBezTo>
                    <a:pt x="3438712" y="1261596"/>
                    <a:pt x="3216091" y="1542847"/>
                    <a:pt x="2953967" y="1782349"/>
                  </a:cubicBezTo>
                  <a:cubicBezTo>
                    <a:pt x="2822599" y="1902099"/>
                    <a:pt x="2680615" y="2011341"/>
                    <a:pt x="2530669" y="2109494"/>
                  </a:cubicBezTo>
                  <a:cubicBezTo>
                    <a:pt x="2380520" y="2207551"/>
                    <a:pt x="2222510" y="2294906"/>
                    <a:pt x="2057561" y="2369245"/>
                  </a:cubicBezTo>
                  <a:cubicBezTo>
                    <a:pt x="1727252" y="2516859"/>
                    <a:pt x="1371629" y="2614434"/>
                    <a:pt x="1007330" y="2655701"/>
                  </a:cubicBezTo>
                  <a:cubicBezTo>
                    <a:pt x="916281" y="2665873"/>
                    <a:pt x="824568" y="2672188"/>
                    <a:pt x="732765" y="2674696"/>
                  </a:cubicBezTo>
                  <a:cubicBezTo>
                    <a:pt x="640963" y="2677203"/>
                    <a:pt x="549072" y="2675901"/>
                    <a:pt x="457666" y="2670839"/>
                  </a:cubicBezTo>
                  <a:cubicBezTo>
                    <a:pt x="366106" y="2665584"/>
                    <a:pt x="274572" y="2656521"/>
                    <a:pt x="183574" y="2643312"/>
                  </a:cubicBezTo>
                  <a:lnTo>
                    <a:pt x="0" y="2607798"/>
                  </a:lnTo>
                  <a:lnTo>
                    <a:pt x="0" y="2356652"/>
                  </a:lnTo>
                  <a:lnTo>
                    <a:pt x="222195" y="2396940"/>
                  </a:lnTo>
                  <a:cubicBezTo>
                    <a:pt x="304990" y="2407980"/>
                    <a:pt x="388511" y="2415283"/>
                    <a:pt x="472364" y="2419092"/>
                  </a:cubicBezTo>
                  <a:cubicBezTo>
                    <a:pt x="640376" y="2427095"/>
                    <a:pt x="808184" y="2421791"/>
                    <a:pt x="974972" y="2402122"/>
                  </a:cubicBezTo>
                  <a:cubicBezTo>
                    <a:pt x="1141658" y="2382358"/>
                    <a:pt x="1306812" y="2349286"/>
                    <a:pt x="1468292" y="2304162"/>
                  </a:cubicBezTo>
                  <a:cubicBezTo>
                    <a:pt x="1629874" y="2259231"/>
                    <a:pt x="1787475" y="2201091"/>
                    <a:pt x="1940176" y="2133695"/>
                  </a:cubicBezTo>
                  <a:cubicBezTo>
                    <a:pt x="2246498" y="2000349"/>
                    <a:pt x="2532507" y="1823520"/>
                    <a:pt x="2783403" y="1609954"/>
                  </a:cubicBezTo>
                  <a:cubicBezTo>
                    <a:pt x="2908442" y="1502833"/>
                    <a:pt x="3024295" y="1385975"/>
                    <a:pt x="3128104" y="1260439"/>
                  </a:cubicBezTo>
                  <a:cubicBezTo>
                    <a:pt x="3232116" y="1135096"/>
                    <a:pt x="3323881" y="1000689"/>
                    <a:pt x="3400639" y="859052"/>
                  </a:cubicBezTo>
                  <a:cubicBezTo>
                    <a:pt x="3477399" y="717510"/>
                    <a:pt x="3541296" y="569316"/>
                    <a:pt x="3585595" y="415336"/>
                  </a:cubicBezTo>
                  <a:cubicBezTo>
                    <a:pt x="3607796" y="338540"/>
                    <a:pt x="3624638" y="260224"/>
                    <a:pt x="3635918" y="181137"/>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Freeform: Shape 23">
              <a:extLst>
                <a:ext uri="{FF2B5EF4-FFF2-40B4-BE49-F238E27FC236}">
                  <a16:creationId xmlns:a16="http://schemas.microsoft.com/office/drawing/2014/main" id="{B7A9A916-A926-43E6-800F-432ABC3F244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3832270" cy="2876136"/>
            </a:xfrm>
            <a:custGeom>
              <a:avLst/>
              <a:gdLst>
                <a:gd name="connsiteX0" fmla="*/ 3800718 w 3832270"/>
                <a:gd name="connsiteY0" fmla="*/ 0 h 2876136"/>
                <a:gd name="connsiteX1" fmla="*/ 3832270 w 3832270"/>
                <a:gd name="connsiteY1" fmla="*/ 0 h 2876136"/>
                <a:gd name="connsiteX2" fmla="*/ 3824562 w 3832270"/>
                <a:gd name="connsiteY2" fmla="*/ 143769 h 2876136"/>
                <a:gd name="connsiteX3" fmla="*/ 3628155 w 3832270"/>
                <a:gd name="connsiteY3" fmla="*/ 922055 h 2876136"/>
                <a:gd name="connsiteX4" fmla="*/ 3514853 w 3832270"/>
                <a:gd name="connsiteY4" fmla="*/ 1169078 h 2876136"/>
                <a:gd name="connsiteX5" fmla="*/ 3379198 w 3832270"/>
                <a:gd name="connsiteY5" fmla="*/ 1407037 h 2876136"/>
                <a:gd name="connsiteX6" fmla="*/ 3043787 w 3832270"/>
                <a:gd name="connsiteY6" fmla="*/ 1848342 h 2876136"/>
                <a:gd name="connsiteX7" fmla="*/ 2845661 w 3832270"/>
                <a:gd name="connsiteY7" fmla="*/ 2047444 h 2876136"/>
                <a:gd name="connsiteX8" fmla="*/ 2793197 w 3832270"/>
                <a:gd name="connsiteY8" fmla="*/ 2094689 h 2876136"/>
                <a:gd name="connsiteX9" fmla="*/ 2739710 w 3832270"/>
                <a:gd name="connsiteY9" fmla="*/ 2140969 h 2876136"/>
                <a:gd name="connsiteX10" fmla="*/ 2629166 w 3832270"/>
                <a:gd name="connsiteY10" fmla="*/ 2229867 h 2876136"/>
                <a:gd name="connsiteX11" fmla="*/ 2145952 w 3832270"/>
                <a:gd name="connsiteY11" fmla="*/ 2535994 h 2876136"/>
                <a:gd name="connsiteX12" fmla="*/ 1034987 w 3832270"/>
                <a:gd name="connsiteY12" fmla="*/ 2863910 h 2876136"/>
                <a:gd name="connsiteX13" fmla="*/ 741909 w 3832270"/>
                <a:gd name="connsiteY13" fmla="*/ 2875939 h 2876136"/>
                <a:gd name="connsiteX14" fmla="*/ 450208 w 3832270"/>
                <a:gd name="connsiteY14" fmla="*/ 2857451 h 2876136"/>
                <a:gd name="connsiteX15" fmla="*/ 22215 w 3832270"/>
                <a:gd name="connsiteY15" fmla="*/ 2775923 h 2876136"/>
                <a:gd name="connsiteX16" fmla="*/ 0 w 3832270"/>
                <a:gd name="connsiteY16" fmla="*/ 2769256 h 2876136"/>
                <a:gd name="connsiteX17" fmla="*/ 0 w 3832270"/>
                <a:gd name="connsiteY17" fmla="*/ 2590612 h 2876136"/>
                <a:gd name="connsiteX18" fmla="*/ 199046 w 3832270"/>
                <a:gd name="connsiteY18" fmla="*/ 2627410 h 2876136"/>
                <a:gd name="connsiteX19" fmla="*/ 468174 w 3832270"/>
                <a:gd name="connsiteY19" fmla="*/ 2649670 h 2876136"/>
                <a:gd name="connsiteX20" fmla="*/ 1003650 w 3832270"/>
                <a:gd name="connsiteY20" fmla="*/ 2622480 h 2876136"/>
                <a:gd name="connsiteX21" fmla="*/ 1266489 w 3832270"/>
                <a:gd name="connsiteY21" fmla="*/ 2573982 h 2876136"/>
                <a:gd name="connsiteX22" fmla="*/ 1524223 w 3832270"/>
                <a:gd name="connsiteY22" fmla="*/ 2504657 h 2876136"/>
                <a:gd name="connsiteX23" fmla="*/ 1775731 w 3832270"/>
                <a:gd name="connsiteY23" fmla="*/ 2416243 h 2876136"/>
                <a:gd name="connsiteX24" fmla="*/ 2019789 w 3832270"/>
                <a:gd name="connsiteY24" fmla="*/ 2309412 h 2876136"/>
                <a:gd name="connsiteX25" fmla="*/ 2482486 w 3832270"/>
                <a:gd name="connsiteY25" fmla="*/ 2046962 h 2876136"/>
                <a:gd name="connsiteX26" fmla="*/ 2591908 w 3832270"/>
                <a:gd name="connsiteY26" fmla="*/ 1971371 h 2876136"/>
                <a:gd name="connsiteX27" fmla="*/ 2645702 w 3832270"/>
                <a:gd name="connsiteY27" fmla="*/ 1932321 h 2876136"/>
                <a:gd name="connsiteX28" fmla="*/ 2698779 w 3832270"/>
                <a:gd name="connsiteY28" fmla="*/ 1892309 h 2876136"/>
                <a:gd name="connsiteX29" fmla="*/ 2903537 w 3832270"/>
                <a:gd name="connsiteY29" fmla="*/ 1722516 h 2876136"/>
                <a:gd name="connsiteX30" fmla="*/ 3269061 w 3832270"/>
                <a:gd name="connsiteY30" fmla="*/ 1337327 h 2876136"/>
                <a:gd name="connsiteX31" fmla="*/ 3424928 w 3832270"/>
                <a:gd name="connsiteY31" fmla="*/ 1122508 h 2876136"/>
                <a:gd name="connsiteX32" fmla="*/ 3557622 w 3832270"/>
                <a:gd name="connsiteY32" fmla="*/ 893226 h 2876136"/>
                <a:gd name="connsiteX33" fmla="*/ 3587019 w 3832270"/>
                <a:gd name="connsiteY33" fmla="*/ 833929 h 2876136"/>
                <a:gd name="connsiteX34" fmla="*/ 3601310 w 3832270"/>
                <a:gd name="connsiteY34" fmla="*/ 804040 h 2876136"/>
                <a:gd name="connsiteX35" fmla="*/ 3614885 w 3832270"/>
                <a:gd name="connsiteY35" fmla="*/ 773861 h 2876136"/>
                <a:gd name="connsiteX36" fmla="*/ 3640812 w 3832270"/>
                <a:gd name="connsiteY36" fmla="*/ 713022 h 2876136"/>
                <a:gd name="connsiteX37" fmla="*/ 3665105 w 3832270"/>
                <a:gd name="connsiteY37" fmla="*/ 651506 h 2876136"/>
                <a:gd name="connsiteX38" fmla="*/ 3744110 w 3832270"/>
                <a:gd name="connsiteY38" fmla="*/ 399567 h 2876136"/>
                <a:gd name="connsiteX39" fmla="*/ 3792123 w 3832270"/>
                <a:gd name="connsiteY39" fmla="*/ 140444 h 28761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832270" h="2876136">
                  <a:moveTo>
                    <a:pt x="3800718" y="0"/>
                  </a:moveTo>
                  <a:lnTo>
                    <a:pt x="3832270" y="0"/>
                  </a:lnTo>
                  <a:lnTo>
                    <a:pt x="3824562" y="143769"/>
                  </a:lnTo>
                  <a:cubicBezTo>
                    <a:pt x="3797131" y="409191"/>
                    <a:pt x="3730585" y="671345"/>
                    <a:pt x="3628155" y="922055"/>
                  </a:cubicBezTo>
                  <a:cubicBezTo>
                    <a:pt x="3593858" y="1005553"/>
                    <a:pt x="3556704" y="1088280"/>
                    <a:pt x="3514853" y="1169078"/>
                  </a:cubicBezTo>
                  <a:cubicBezTo>
                    <a:pt x="3473616" y="1250166"/>
                    <a:pt x="3428194" y="1329517"/>
                    <a:pt x="3379198" y="1407037"/>
                  </a:cubicBezTo>
                  <a:cubicBezTo>
                    <a:pt x="3281106" y="1561980"/>
                    <a:pt x="3169132" y="1710174"/>
                    <a:pt x="3043787" y="1848342"/>
                  </a:cubicBezTo>
                  <a:cubicBezTo>
                    <a:pt x="2980806" y="1917184"/>
                    <a:pt x="2915071" y="1984001"/>
                    <a:pt x="2845661" y="2047444"/>
                  </a:cubicBezTo>
                  <a:cubicBezTo>
                    <a:pt x="2828411" y="2063450"/>
                    <a:pt x="2811060" y="2079263"/>
                    <a:pt x="2793197" y="2094689"/>
                  </a:cubicBezTo>
                  <a:cubicBezTo>
                    <a:pt x="2775436" y="2110213"/>
                    <a:pt x="2757982" y="2126025"/>
                    <a:pt x="2739710" y="2140969"/>
                  </a:cubicBezTo>
                  <a:cubicBezTo>
                    <a:pt x="2703576" y="2171341"/>
                    <a:pt x="2666524" y="2200749"/>
                    <a:pt x="2629166" y="2229867"/>
                  </a:cubicBezTo>
                  <a:cubicBezTo>
                    <a:pt x="2479015" y="2345569"/>
                    <a:pt x="2316821" y="2448061"/>
                    <a:pt x="2145952" y="2535994"/>
                  </a:cubicBezTo>
                  <a:cubicBezTo>
                    <a:pt x="1804312" y="2711957"/>
                    <a:pt x="1424600" y="2826982"/>
                    <a:pt x="1034987" y="2863910"/>
                  </a:cubicBezTo>
                  <a:cubicBezTo>
                    <a:pt x="937762" y="2873167"/>
                    <a:pt x="839720" y="2877096"/>
                    <a:pt x="741909" y="2875939"/>
                  </a:cubicBezTo>
                  <a:cubicBezTo>
                    <a:pt x="644097" y="2874782"/>
                    <a:pt x="546515" y="2868539"/>
                    <a:pt x="450208" y="2857451"/>
                  </a:cubicBezTo>
                  <a:cubicBezTo>
                    <a:pt x="305520" y="2840674"/>
                    <a:pt x="162095" y="2813810"/>
                    <a:pt x="22215" y="2775923"/>
                  </a:cubicBezTo>
                  <a:lnTo>
                    <a:pt x="0" y="2769256"/>
                  </a:lnTo>
                  <a:lnTo>
                    <a:pt x="0" y="2590612"/>
                  </a:lnTo>
                  <a:lnTo>
                    <a:pt x="199046" y="2627410"/>
                  </a:lnTo>
                  <a:cubicBezTo>
                    <a:pt x="288321" y="2639209"/>
                    <a:pt x="378197" y="2646537"/>
                    <a:pt x="468174" y="2649670"/>
                  </a:cubicBezTo>
                  <a:cubicBezTo>
                    <a:pt x="648333" y="2656805"/>
                    <a:pt x="826655" y="2647163"/>
                    <a:pt x="1003650" y="2622480"/>
                  </a:cubicBezTo>
                  <a:cubicBezTo>
                    <a:pt x="1091943" y="2609658"/>
                    <a:pt x="1179725" y="2593747"/>
                    <a:pt x="1266489" y="2573982"/>
                  </a:cubicBezTo>
                  <a:cubicBezTo>
                    <a:pt x="1353250" y="2553927"/>
                    <a:pt x="1439298" y="2531076"/>
                    <a:pt x="1524223" y="2504657"/>
                  </a:cubicBezTo>
                  <a:cubicBezTo>
                    <a:pt x="1609149" y="2478336"/>
                    <a:pt x="1693052" y="2448833"/>
                    <a:pt x="1775731" y="2416243"/>
                  </a:cubicBezTo>
                  <a:cubicBezTo>
                    <a:pt x="1858309" y="2383557"/>
                    <a:pt x="1939764" y="2347882"/>
                    <a:pt x="2019789" y="2309412"/>
                  </a:cubicBezTo>
                  <a:cubicBezTo>
                    <a:pt x="2179839" y="2232567"/>
                    <a:pt x="2334583" y="2144923"/>
                    <a:pt x="2482486" y="2046962"/>
                  </a:cubicBezTo>
                  <a:cubicBezTo>
                    <a:pt x="2519334" y="2022376"/>
                    <a:pt x="2556081" y="1997403"/>
                    <a:pt x="2591908" y="1971371"/>
                  </a:cubicBezTo>
                  <a:cubicBezTo>
                    <a:pt x="2610077" y="1958644"/>
                    <a:pt x="2627838" y="1945434"/>
                    <a:pt x="2645702" y="1932321"/>
                  </a:cubicBezTo>
                  <a:cubicBezTo>
                    <a:pt x="2663666" y="1919305"/>
                    <a:pt x="2681325" y="1905903"/>
                    <a:pt x="2698779" y="1892309"/>
                  </a:cubicBezTo>
                  <a:cubicBezTo>
                    <a:pt x="2768903" y="1838025"/>
                    <a:pt x="2837496" y="1781717"/>
                    <a:pt x="2903537" y="1722516"/>
                  </a:cubicBezTo>
                  <a:cubicBezTo>
                    <a:pt x="3035926" y="1604501"/>
                    <a:pt x="3158720" y="1475784"/>
                    <a:pt x="3269061" y="1337327"/>
                  </a:cubicBezTo>
                  <a:cubicBezTo>
                    <a:pt x="3324182" y="1268099"/>
                    <a:pt x="3376341" y="1196461"/>
                    <a:pt x="3424928" y="1122508"/>
                  </a:cubicBezTo>
                  <a:cubicBezTo>
                    <a:pt x="3472697" y="1048170"/>
                    <a:pt x="3517814" y="972000"/>
                    <a:pt x="3557622" y="893226"/>
                  </a:cubicBezTo>
                  <a:cubicBezTo>
                    <a:pt x="3567931" y="873654"/>
                    <a:pt x="3577526" y="853791"/>
                    <a:pt x="3587019" y="833929"/>
                  </a:cubicBezTo>
                  <a:lnTo>
                    <a:pt x="3601310" y="804040"/>
                  </a:lnTo>
                  <a:lnTo>
                    <a:pt x="3614885" y="773861"/>
                  </a:lnTo>
                  <a:cubicBezTo>
                    <a:pt x="3623766" y="753709"/>
                    <a:pt x="3632748" y="733559"/>
                    <a:pt x="3640812" y="713022"/>
                  </a:cubicBezTo>
                  <a:cubicBezTo>
                    <a:pt x="3648876" y="692485"/>
                    <a:pt x="3657756" y="672236"/>
                    <a:pt x="3665105" y="651506"/>
                  </a:cubicBezTo>
                  <a:cubicBezTo>
                    <a:pt x="3696544" y="569166"/>
                    <a:pt x="3723185" y="485089"/>
                    <a:pt x="3744110" y="399567"/>
                  </a:cubicBezTo>
                  <a:cubicBezTo>
                    <a:pt x="3765341" y="314238"/>
                    <a:pt x="3781392" y="227654"/>
                    <a:pt x="3792123" y="140444"/>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Tree>
    <p:extLst>
      <p:ext uri="{BB962C8B-B14F-4D97-AF65-F5344CB8AC3E}">
        <p14:creationId xmlns:p14="http://schemas.microsoft.com/office/powerpoint/2010/main" val="2938997247"/>
      </p:ext>
    </p:extLst>
  </p:cSld>
  <p:clrMapOvr>
    <a:masterClrMapping/>
  </p:clrMapOvr>
</p:sld>
</file>

<file path=ppt/slides/slide6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0" name="Rectangle 19">
            <a:extLst>
              <a:ext uri="{FF2B5EF4-FFF2-40B4-BE49-F238E27FC236}">
                <a16:creationId xmlns:a16="http://schemas.microsoft.com/office/drawing/2014/main" id="{AAAE94E3-A7DB-4868-B1E3-E49703488BB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39F4673-67DD-EFA4-0EA4-A7758E0260AB}"/>
              </a:ext>
            </a:extLst>
          </p:cNvPr>
          <p:cNvSpPr>
            <a:spLocks noGrp="1"/>
          </p:cNvSpPr>
          <p:nvPr>
            <p:ph type="title"/>
          </p:nvPr>
        </p:nvSpPr>
        <p:spPr>
          <a:xfrm>
            <a:off x="589560" y="856180"/>
            <a:ext cx="5279408" cy="1128068"/>
          </a:xfrm>
        </p:spPr>
        <p:txBody>
          <a:bodyPr vert="horz" lIns="91440" tIns="45720" rIns="91440" bIns="45720" rtlCol="0" anchor="ctr">
            <a:normAutofit/>
          </a:bodyPr>
          <a:lstStyle/>
          <a:p>
            <a:r>
              <a:rPr lang="en-US" sz="3700"/>
              <a:t>What are SSH (Secure Shell), WSSH?</a:t>
            </a:r>
          </a:p>
        </p:txBody>
      </p:sp>
      <p:grpSp>
        <p:nvGrpSpPr>
          <p:cNvPr id="22" name="Group 21">
            <a:extLst>
              <a:ext uri="{FF2B5EF4-FFF2-40B4-BE49-F238E27FC236}">
                <a16:creationId xmlns:a16="http://schemas.microsoft.com/office/drawing/2014/main" id="{1DE889C7-FAD6-4397-98E2-05D50348445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0" y="1083484"/>
            <a:ext cx="355196" cy="673460"/>
            <a:chOff x="0" y="823811"/>
            <a:chExt cx="355196" cy="673460"/>
          </a:xfrm>
        </p:grpSpPr>
        <p:sp>
          <p:nvSpPr>
            <p:cNvPr id="23" name="Rectangle 22">
              <a:extLst>
                <a:ext uri="{FF2B5EF4-FFF2-40B4-BE49-F238E27FC236}">
                  <a16:creationId xmlns:a16="http://schemas.microsoft.com/office/drawing/2014/main" id="{F399A70F-F8CD-4992-9EF5-6CF15472E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0" y="823811"/>
              <a:ext cx="87363"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4" name="Rectangle 23">
              <a:extLst>
                <a:ext uri="{FF2B5EF4-FFF2-40B4-BE49-F238E27FC236}">
                  <a16:creationId xmlns:a16="http://schemas.microsoft.com/office/drawing/2014/main" id="{48F4FEDC-6D80-458C-A665-075D9B9500F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159341" y="823811"/>
              <a:ext cx="195855" cy="67346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26" name="Rectangle 25">
            <a:extLst>
              <a:ext uri="{FF2B5EF4-FFF2-40B4-BE49-F238E27FC236}">
                <a16:creationId xmlns:a16="http://schemas.microsoft.com/office/drawing/2014/main" id="{3873B707-463F-40B0-8227-E8CC6C67EB2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65085" y="2123821"/>
            <a:ext cx="4975066"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D71F3E5F-EBDE-F7CF-1132-BD9B96A514DF}"/>
              </a:ext>
            </a:extLst>
          </p:cNvPr>
          <p:cNvSpPr>
            <a:spLocks noGrp="1"/>
          </p:cNvSpPr>
          <p:nvPr>
            <p:ph idx="1"/>
          </p:nvPr>
        </p:nvSpPr>
        <p:spPr>
          <a:xfrm>
            <a:off x="590719" y="2330505"/>
            <a:ext cx="5278066" cy="3979585"/>
          </a:xfrm>
        </p:spPr>
        <p:txBody>
          <a:bodyPr vert="horz" lIns="91440" tIns="45720" rIns="91440" bIns="45720" rtlCol="0" anchor="ctr">
            <a:normAutofit/>
          </a:bodyPr>
          <a:lstStyle/>
          <a:p>
            <a:r>
              <a:rPr lang="en-US" sz="1900"/>
              <a:t>A service your computer has. Services run on virtual "ports"</a:t>
            </a:r>
            <a:endParaRPr lang="en-US"/>
          </a:p>
          <a:p>
            <a:r>
              <a:rPr lang="en-US" sz="1900"/>
              <a:t>Post office/box analogy</a:t>
            </a:r>
          </a:p>
          <a:p>
            <a:r>
              <a:rPr lang="en-US" sz="1900"/>
              <a:t>Secure remote access tool requiring a login</a:t>
            </a:r>
            <a:endParaRPr lang="en-US"/>
          </a:p>
          <a:p>
            <a:r>
              <a:rPr lang="en-US" sz="1900"/>
              <a:t>If allowed you can log into the root (administrative) terminal of another computer</a:t>
            </a:r>
          </a:p>
          <a:p>
            <a:r>
              <a:rPr lang="en-US" sz="1900"/>
              <a:t>WSSH is a public software allowing you to do  this through a web browser (Web-SSH)</a:t>
            </a:r>
          </a:p>
          <a:p>
            <a:endParaRPr lang="en-US" sz="1900"/>
          </a:p>
        </p:txBody>
      </p:sp>
      <p:sp>
        <p:nvSpPr>
          <p:cNvPr id="28" name="Rectangle 27">
            <a:extLst>
              <a:ext uri="{FF2B5EF4-FFF2-40B4-BE49-F238E27FC236}">
                <a16:creationId xmlns:a16="http://schemas.microsoft.com/office/drawing/2014/main" id="{C13237C8-E62C-4F0D-A318-BD6FB6C2D13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697670" y="0"/>
            <a:ext cx="1494330" cy="6858000"/>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0" name="Rectangle 29">
            <a:extLst>
              <a:ext uri="{FF2B5EF4-FFF2-40B4-BE49-F238E27FC236}">
                <a16:creationId xmlns:a16="http://schemas.microsoft.com/office/drawing/2014/main" id="{19C9EAEA-39D0-4B0E-A0EB-51E7B26740B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7447"/>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3F95DC1B-7513-B608-8DC2-605D8D931E2B}"/>
              </a:ext>
            </a:extLst>
          </p:cNvPr>
          <p:cNvPicPr>
            <a:picLocks noChangeAspect="1"/>
          </p:cNvPicPr>
          <p:nvPr/>
        </p:nvPicPr>
        <p:blipFill>
          <a:blip r:embed="rId4"/>
          <a:stretch>
            <a:fillRect/>
          </a:stretch>
        </p:blipFill>
        <p:spPr>
          <a:xfrm>
            <a:off x="7083423" y="1198145"/>
            <a:ext cx="4397433" cy="1286249"/>
          </a:xfrm>
          <a:prstGeom prst="rect">
            <a:avLst/>
          </a:prstGeom>
        </p:spPr>
      </p:pic>
      <p:sp>
        <p:nvSpPr>
          <p:cNvPr id="32" name="Rectangle 31">
            <a:extLst>
              <a:ext uri="{FF2B5EF4-FFF2-40B4-BE49-F238E27FC236}">
                <a16:creationId xmlns:a16="http://schemas.microsoft.com/office/drawing/2014/main" id="{8CB5D2D7-DF65-4E86-BFBA-FFB9B5ACEB6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849687" y="3505479"/>
            <a:ext cx="4845488" cy="2923587"/>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screenshot of a computer&#10;&#10;AI-generated content may be incorrect.">
            <a:extLst>
              <a:ext uri="{FF2B5EF4-FFF2-40B4-BE49-F238E27FC236}">
                <a16:creationId xmlns:a16="http://schemas.microsoft.com/office/drawing/2014/main" id="{195BC8F2-7F72-B20E-C353-8CA6B8477342}"/>
              </a:ext>
            </a:extLst>
          </p:cNvPr>
          <p:cNvPicPr>
            <a:picLocks noChangeAspect="1"/>
          </p:cNvPicPr>
          <p:nvPr/>
        </p:nvPicPr>
        <p:blipFill>
          <a:blip r:embed="rId5"/>
          <a:srcRect t="-177" r="62079" b="56870"/>
          <a:stretch>
            <a:fillRect/>
          </a:stretch>
        </p:blipFill>
        <p:spPr>
          <a:xfrm>
            <a:off x="7320757" y="3707894"/>
            <a:ext cx="3920900" cy="2518756"/>
          </a:xfrm>
          <a:prstGeom prst="rect">
            <a:avLst/>
          </a:prstGeom>
        </p:spPr>
      </p:pic>
      <p:sp>
        <p:nvSpPr>
          <p:cNvPr id="7" name="TextBox 6">
            <a:extLst>
              <a:ext uri="{FF2B5EF4-FFF2-40B4-BE49-F238E27FC236}">
                <a16:creationId xmlns:a16="http://schemas.microsoft.com/office/drawing/2014/main" id="{5C58C43D-2527-29F2-E66B-AC37DC133EF2}"/>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spTree>
    <p:extLst>
      <p:ext uri="{BB962C8B-B14F-4D97-AF65-F5344CB8AC3E}">
        <p14:creationId xmlns:p14="http://schemas.microsoft.com/office/powerpoint/2010/main" val="1265271549"/>
      </p:ext>
    </p:extLst>
  </p:cSld>
  <p:clrMapOvr>
    <a:masterClrMapping/>
  </p:clrMapOvr>
  <p:extLst>
    <p:ext uri="{6950BFC3-D8DA-4A85-94F7-54DA5524770B}">
      <p188:commentRel xmlns:p188="http://schemas.microsoft.com/office/powerpoint/2018/8/main" r:id="rId3"/>
    </p:ext>
  </p:extLst>
</p:sld>
</file>

<file path=ppt/slides/slide6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05455AD-0B1E-8610-5590-9FF12F5E0BA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DCD65CA-FFFE-907C-3113-A2E0E041138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3" name="Freeform: Shape 12">
            <a:extLst>
              <a:ext uri="{FF2B5EF4-FFF2-40B4-BE49-F238E27FC236}">
                <a16:creationId xmlns:a16="http://schemas.microsoft.com/office/drawing/2014/main" id="{7A2AE0AA-262A-0AAE-BAA7-48CA1142E6A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550823C-3AC0-CCF9-07C2-976A4AC32D3B}"/>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kern="1200">
                <a:solidFill>
                  <a:srgbClr val="FFFFFF"/>
                </a:solidFill>
                <a:latin typeface="+mj-lt"/>
                <a:ea typeface="+mj-ea"/>
                <a:cs typeface="+mj-cs"/>
              </a:rPr>
              <a:t>WSSH Login</a:t>
            </a:r>
          </a:p>
        </p:txBody>
      </p:sp>
      <p:sp>
        <p:nvSpPr>
          <p:cNvPr id="4" name="Text Placeholder 3">
            <a:extLst>
              <a:ext uri="{FF2B5EF4-FFF2-40B4-BE49-F238E27FC236}">
                <a16:creationId xmlns:a16="http://schemas.microsoft.com/office/drawing/2014/main" id="{C62BD662-5C09-0213-45F8-C2BFF0E43ABE}"/>
              </a:ext>
            </a:extLst>
          </p:cNvPr>
          <p:cNvSpPr>
            <a:spLocks noGrp="1"/>
          </p:cNvSpPr>
          <p:nvPr>
            <p:ph type="body" idx="1"/>
          </p:nvPr>
        </p:nvSpPr>
        <p:spPr>
          <a:xfrm>
            <a:off x="2895601" y="1900826"/>
            <a:ext cx="6396204" cy="662542"/>
          </a:xfrm>
        </p:spPr>
        <p:txBody>
          <a:bodyPr vert="horz" lIns="91440" tIns="45720" rIns="91440" bIns="45720" rtlCol="0" anchor="ctr">
            <a:normAutofit/>
          </a:bodyPr>
          <a:lstStyle/>
          <a:p>
            <a:pPr algn="ctr"/>
            <a:r>
              <a:rPr lang="en-US">
                <a:solidFill>
                  <a:srgbClr val="FFFFFF"/>
                </a:solidFill>
                <a:ea typeface="+mn-lt"/>
                <a:cs typeface="+mn-lt"/>
              </a:rPr>
              <a:t>http://192.168.10.219:8888/</a:t>
            </a:r>
            <a:endParaRPr lang="en-US">
              <a:ea typeface="+mn-ea"/>
              <a:cs typeface="+mn-cs"/>
            </a:endParaRPr>
          </a:p>
        </p:txBody>
      </p:sp>
      <p:sp>
        <p:nvSpPr>
          <p:cNvPr id="15" name="sketch line">
            <a:extLst>
              <a:ext uri="{FF2B5EF4-FFF2-40B4-BE49-F238E27FC236}">
                <a16:creationId xmlns:a16="http://schemas.microsoft.com/office/drawing/2014/main" id="{F9283116-6826-E83E-CEF9-AE176F869CB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6" name="Picture 5" descr="A blue and yellow logo&#10;&#10;AI-generated content may be incorrect.">
            <a:extLst>
              <a:ext uri="{FF2B5EF4-FFF2-40B4-BE49-F238E27FC236}">
                <a16:creationId xmlns:a16="http://schemas.microsoft.com/office/drawing/2014/main" id="{6CD067A8-9BFF-26A7-1418-296478F7092D}"/>
              </a:ext>
            </a:extLst>
          </p:cNvPr>
          <p:cNvPicPr>
            <a:picLocks noChangeAspect="1"/>
          </p:cNvPicPr>
          <p:nvPr/>
        </p:nvPicPr>
        <p:blipFill>
          <a:blip r:embed="rId4"/>
          <a:stretch>
            <a:fillRect/>
          </a:stretch>
        </p:blipFill>
        <p:spPr>
          <a:xfrm>
            <a:off x="1035177" y="3096973"/>
            <a:ext cx="10118598" cy="2959690"/>
          </a:xfrm>
          <a:prstGeom prst="rect">
            <a:avLst/>
          </a:prstGeom>
        </p:spPr>
      </p:pic>
      <p:sp>
        <p:nvSpPr>
          <p:cNvPr id="5" name="TextBox 4">
            <a:extLst>
              <a:ext uri="{FF2B5EF4-FFF2-40B4-BE49-F238E27FC236}">
                <a16:creationId xmlns:a16="http://schemas.microsoft.com/office/drawing/2014/main" id="{94C5B056-74B2-F290-D558-870D9BDF84A0}"/>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3430627255"/>
      </p:ext>
    </p:extLst>
  </p:cSld>
  <p:clrMapOvr>
    <a:masterClrMapping/>
  </p:clrMapOvr>
  <p:extLst>
    <p:ext uri="{6950BFC3-D8DA-4A85-94F7-54DA5524770B}">
      <p188:commentRel xmlns:p188="http://schemas.microsoft.com/office/powerpoint/2018/8/main" r:id="rId3"/>
    </p:ext>
  </p:extLst>
</p:sld>
</file>

<file path=ppt/slides/slide6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6" name="Picture 5" descr="A screenshot of a computer&#10;&#10;AI-generated content may be incorrect.">
            <a:extLst>
              <a:ext uri="{FF2B5EF4-FFF2-40B4-BE49-F238E27FC236}">
                <a16:creationId xmlns:a16="http://schemas.microsoft.com/office/drawing/2014/main" id="{C7016A54-A598-7C6E-8E2C-89FAB8C7FC10}"/>
              </a:ext>
            </a:extLst>
          </p:cNvPr>
          <p:cNvPicPr>
            <a:picLocks noChangeAspect="1"/>
          </p:cNvPicPr>
          <p:nvPr/>
        </p:nvPicPr>
        <p:blipFill>
          <a:blip r:embed="rId3"/>
          <a:stretch>
            <a:fillRect/>
          </a:stretch>
        </p:blipFill>
        <p:spPr>
          <a:xfrm>
            <a:off x="0" y="0"/>
            <a:ext cx="12192000" cy="6858000"/>
          </a:xfrm>
          <a:prstGeom prst="rect">
            <a:avLst/>
          </a:prstGeom>
        </p:spPr>
      </p:pic>
      <p:pic>
        <p:nvPicPr>
          <p:cNvPr id="3" name="Picture 2" descr="A blue and yellow logo&#10;&#10;AI-generated content may be incorrect.">
            <a:extLst>
              <a:ext uri="{FF2B5EF4-FFF2-40B4-BE49-F238E27FC236}">
                <a16:creationId xmlns:a16="http://schemas.microsoft.com/office/drawing/2014/main" id="{F65D9E15-194A-CEA4-4CA2-271473F6ACF1}"/>
              </a:ext>
            </a:extLst>
          </p:cNvPr>
          <p:cNvPicPr>
            <a:picLocks noChangeAspect="1"/>
          </p:cNvPicPr>
          <p:nvPr/>
        </p:nvPicPr>
        <p:blipFill>
          <a:blip r:embed="rId4"/>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DFAFE6D6-DB22-FBAB-3246-8E08700F18D4}"/>
              </a:ext>
            </a:extLst>
          </p:cNvPr>
          <p:cNvSpPr txBox="1"/>
          <p:nvPr/>
        </p:nvSpPr>
        <p:spPr>
          <a:xfrm>
            <a:off x="11058130" y="628901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3740847854"/>
      </p:ext>
    </p:extLst>
  </p:cSld>
  <p:clrMapOvr>
    <a:masterClrMapping/>
  </p:clrMapOvr>
</p:sld>
</file>

<file path=ppt/slides/slide7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6E9B3E6-E277-4D68-BA48-9CB43FFBD6E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13" name="Group 12">
            <a:extLst>
              <a:ext uri="{FF2B5EF4-FFF2-40B4-BE49-F238E27FC236}">
                <a16:creationId xmlns:a16="http://schemas.microsoft.com/office/drawing/2014/main" id="{AE1C45F0-260A-458C-96ED-C1F6D2151219}"/>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a:off x="4" y="1216597"/>
            <a:ext cx="731521" cy="673460"/>
            <a:chOff x="3940602" y="308034"/>
            <a:chExt cx="2116791" cy="3428999"/>
          </a:xfrm>
          <a:solidFill>
            <a:schemeClr val="accent4"/>
          </a:solidFill>
        </p:grpSpPr>
        <p:sp>
          <p:nvSpPr>
            <p:cNvPr id="14" name="Rectangle 13">
              <a:extLst>
                <a:ext uri="{FF2B5EF4-FFF2-40B4-BE49-F238E27FC236}">
                  <a16:creationId xmlns:a16="http://schemas.microsoft.com/office/drawing/2014/main" id="{A6604B49-AD5C-4590-B051-06C8222ECD9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940602"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743ECCAF-29C5-4537-947C-7EA1292463D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4715626"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Rectangle 15">
              <a:extLst>
                <a:ext uri="{FF2B5EF4-FFF2-40B4-BE49-F238E27FC236}">
                  <a16:creationId xmlns:a16="http://schemas.microsoft.com/office/drawing/2014/main" id="{ED49787B-8DE6-4467-AD0A-8DECC6E0C2D6}"/>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5490650" y="308034"/>
              <a:ext cx="566743" cy="34289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18" name="Rectangle 17">
            <a:extLst>
              <a:ext uri="{FF2B5EF4-FFF2-40B4-BE49-F238E27FC236}">
                <a16:creationId xmlns:a16="http://schemas.microsoft.com/office/drawing/2014/main" id="{D5B0017B-2ECA-49AF-B397-DC140825DF8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0079" y="613954"/>
            <a:ext cx="10907487" cy="189411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4">
            <a:extLst>
              <a:ext uri="{FF2B5EF4-FFF2-40B4-BE49-F238E27FC236}">
                <a16:creationId xmlns:a16="http://schemas.microsoft.com/office/drawing/2014/main" id="{29CCC3D8-2B5D-7EDA-EB68-0FF1B206B041}"/>
              </a:ext>
            </a:extLst>
          </p:cNvPr>
          <p:cNvSpPr>
            <a:spLocks noGrp="1"/>
          </p:cNvSpPr>
          <p:nvPr>
            <p:ph type="title"/>
          </p:nvPr>
        </p:nvSpPr>
        <p:spPr>
          <a:xfrm>
            <a:off x="1043631" y="809898"/>
            <a:ext cx="10173010" cy="1554480"/>
          </a:xfrm>
        </p:spPr>
        <p:txBody>
          <a:bodyPr anchor="ctr">
            <a:normAutofit/>
          </a:bodyPr>
          <a:lstStyle/>
          <a:p>
            <a:r>
              <a:rPr lang="en-US" sz="4800"/>
              <a:t>Login Directions</a:t>
            </a:r>
          </a:p>
        </p:txBody>
      </p:sp>
      <p:cxnSp>
        <p:nvCxnSpPr>
          <p:cNvPr id="20" name="Straight Connector 19">
            <a:extLst>
              <a:ext uri="{FF2B5EF4-FFF2-40B4-BE49-F238E27FC236}">
                <a16:creationId xmlns:a16="http://schemas.microsoft.com/office/drawing/2014/main" id="{6CF1BAF6-AD41-4082-B212-8A1F9A2E8779}"/>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838200" y="6485313"/>
            <a:ext cx="10515600" cy="0"/>
          </a:xfrm>
          <a:prstGeom prst="line">
            <a:avLst/>
          </a:prstGeom>
          <a:ln w="57150">
            <a:solidFill>
              <a:schemeClr val="accent4"/>
            </a:solidFill>
          </a:ln>
        </p:spPr>
        <p:style>
          <a:lnRef idx="1">
            <a:schemeClr val="accent1"/>
          </a:lnRef>
          <a:fillRef idx="0">
            <a:schemeClr val="accent1"/>
          </a:fillRef>
          <a:effectRef idx="0">
            <a:schemeClr val="accent1"/>
          </a:effectRef>
          <a:fontRef idx="minor">
            <a:schemeClr val="tx1"/>
          </a:fontRef>
        </p:style>
      </p:cxnSp>
      <p:graphicFrame>
        <p:nvGraphicFramePr>
          <p:cNvPr id="8" name="Text Placeholder 2">
            <a:extLst>
              <a:ext uri="{FF2B5EF4-FFF2-40B4-BE49-F238E27FC236}">
                <a16:creationId xmlns:a16="http://schemas.microsoft.com/office/drawing/2014/main" id="{98C05C3B-A166-52E0-6908-3683128299E3}"/>
              </a:ext>
            </a:extLst>
          </p:cNvPr>
          <p:cNvGraphicFramePr>
            <a:graphicFrameLocks noGrp="1"/>
          </p:cNvGraphicFramePr>
          <p:nvPr>
            <p:ph idx="1"/>
            <p:extLst>
              <p:ext uri="{D42A27DB-BD31-4B8C-83A1-F6EECF244321}">
                <p14:modId xmlns:p14="http://schemas.microsoft.com/office/powerpoint/2010/main" val="3357447600"/>
              </p:ext>
            </p:extLst>
          </p:nvPr>
        </p:nvGraphicFramePr>
        <p:xfrm>
          <a:off x="534489" y="2763519"/>
          <a:ext cx="5595983" cy="2839788"/>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graphicFrame>
        <p:nvGraphicFramePr>
          <p:cNvPr id="33" name="Table 32">
            <a:extLst>
              <a:ext uri="{FF2B5EF4-FFF2-40B4-BE49-F238E27FC236}">
                <a16:creationId xmlns:a16="http://schemas.microsoft.com/office/drawing/2014/main" id="{9B9D71AD-B5CD-DCCC-B396-B7F3DE07CA72}"/>
              </a:ext>
            </a:extLst>
          </p:cNvPr>
          <p:cNvGraphicFramePr>
            <a:graphicFrameLocks noGrp="1"/>
          </p:cNvGraphicFramePr>
          <p:nvPr>
            <p:extLst>
              <p:ext uri="{D42A27DB-BD31-4B8C-83A1-F6EECF244321}">
                <p14:modId xmlns:p14="http://schemas.microsoft.com/office/powerpoint/2010/main" val="1019203314"/>
              </p:ext>
            </p:extLst>
          </p:nvPr>
        </p:nvGraphicFramePr>
        <p:xfrm>
          <a:off x="6633028" y="3534228"/>
          <a:ext cx="5422764" cy="731520"/>
        </p:xfrm>
        <a:graphic>
          <a:graphicData uri="http://schemas.openxmlformats.org/drawingml/2006/table">
            <a:tbl>
              <a:tblPr firstRow="1" bandRow="1">
                <a:tableStyleId>{5C22544A-7EE6-4342-B048-85BDC9FD1C3A}</a:tableStyleId>
              </a:tblPr>
              <a:tblGrid>
                <a:gridCol w="2711382">
                  <a:extLst>
                    <a:ext uri="{9D8B030D-6E8A-4147-A177-3AD203B41FA5}">
                      <a16:colId xmlns:a16="http://schemas.microsoft.com/office/drawing/2014/main" val="246302470"/>
                    </a:ext>
                  </a:extLst>
                </a:gridCol>
                <a:gridCol w="2711382">
                  <a:extLst>
                    <a:ext uri="{9D8B030D-6E8A-4147-A177-3AD203B41FA5}">
                      <a16:colId xmlns:a16="http://schemas.microsoft.com/office/drawing/2014/main" val="706118701"/>
                    </a:ext>
                  </a:extLst>
                </a:gridCol>
              </a:tblGrid>
              <a:tr h="0">
                <a:tc>
                  <a:txBody>
                    <a:bodyPr/>
                    <a:lstStyle/>
                    <a:p>
                      <a:pPr lvl="0">
                        <a:buNone/>
                      </a:pPr>
                      <a:r>
                        <a:rPr lang="en-US"/>
                        <a:t>Fill</a:t>
                      </a:r>
                    </a:p>
                  </a:txBody>
                  <a:tcPr/>
                </a:tc>
                <a:tc>
                  <a:txBody>
                    <a:bodyPr/>
                    <a:lstStyle/>
                    <a:p>
                      <a:endParaRPr lang="en-US"/>
                    </a:p>
                  </a:txBody>
                  <a:tcPr/>
                </a:tc>
                <a:extLst>
                  <a:ext uri="{0D108BD9-81ED-4DB2-BD59-A6C34878D82A}">
                    <a16:rowId xmlns:a16="http://schemas.microsoft.com/office/drawing/2014/main" val="1989211458"/>
                  </a:ext>
                </a:extLst>
              </a:tr>
              <a:tr h="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Filler</a:t>
                      </a:r>
                      <a:endParaRPr lang="en-US" sz="1800" b="0" i="0" u="none" strike="noStrike" noProof="0" err="1">
                        <a:solidFill>
                          <a:srgbClr val="000000"/>
                        </a:solidFill>
                        <a:latin typeface="Aptos"/>
                      </a:endParaRPr>
                    </a:p>
                  </a:txBody>
                  <a:tcPr/>
                </a:tc>
                <a:tc>
                  <a:txBody>
                    <a:bodyPr/>
                    <a:lstStyle/>
                    <a:p>
                      <a:r>
                        <a:rPr lang="en-US"/>
                        <a:t>192.168.32.125</a:t>
                      </a:r>
                    </a:p>
                  </a:txBody>
                  <a:tcPr/>
                </a:tc>
                <a:extLst>
                  <a:ext uri="{0D108BD9-81ED-4DB2-BD59-A6C34878D82A}">
                    <a16:rowId xmlns:a16="http://schemas.microsoft.com/office/drawing/2014/main" val="2056085489"/>
                  </a:ext>
                </a:extLst>
              </a:tr>
            </a:tbl>
          </a:graphicData>
        </a:graphic>
      </p:graphicFrame>
      <p:graphicFrame>
        <p:nvGraphicFramePr>
          <p:cNvPr id="35" name="Table 34">
            <a:extLst>
              <a:ext uri="{FF2B5EF4-FFF2-40B4-BE49-F238E27FC236}">
                <a16:creationId xmlns:a16="http://schemas.microsoft.com/office/drawing/2014/main" id="{FF421B95-160C-CE64-38C6-7C2EE1DC6AD6}"/>
              </a:ext>
            </a:extLst>
          </p:cNvPr>
          <p:cNvGraphicFramePr>
            <a:graphicFrameLocks noGrp="1"/>
          </p:cNvGraphicFramePr>
          <p:nvPr>
            <p:extLst>
              <p:ext uri="{D42A27DB-BD31-4B8C-83A1-F6EECF244321}">
                <p14:modId xmlns:p14="http://schemas.microsoft.com/office/powerpoint/2010/main" val="47774435"/>
              </p:ext>
            </p:extLst>
          </p:nvPr>
        </p:nvGraphicFramePr>
        <p:xfrm>
          <a:off x="6633028" y="1727199"/>
          <a:ext cx="5422764" cy="2194560"/>
        </p:xfrm>
        <a:graphic>
          <a:graphicData uri="http://schemas.openxmlformats.org/drawingml/2006/table">
            <a:tbl>
              <a:tblPr firstRow="1" bandRow="1">
                <a:tableStyleId>{5C22544A-7EE6-4342-B048-85BDC9FD1C3A}</a:tableStyleId>
              </a:tblPr>
              <a:tblGrid>
                <a:gridCol w="2711382">
                  <a:extLst>
                    <a:ext uri="{9D8B030D-6E8A-4147-A177-3AD203B41FA5}">
                      <a16:colId xmlns:a16="http://schemas.microsoft.com/office/drawing/2014/main" val="2328387232"/>
                    </a:ext>
                  </a:extLst>
                </a:gridCol>
                <a:gridCol w="2711382">
                  <a:extLst>
                    <a:ext uri="{9D8B030D-6E8A-4147-A177-3AD203B41FA5}">
                      <a16:colId xmlns:a16="http://schemas.microsoft.com/office/drawing/2014/main" val="669837372"/>
                    </a:ext>
                  </a:extLst>
                </a:gridCol>
              </a:tblGrid>
              <a:tr h="170351">
                <a:tc>
                  <a:txBody>
                    <a:bodyPr/>
                    <a:lstStyle/>
                    <a:p>
                      <a:r>
                        <a:rPr lang="en-US"/>
                        <a:t>Student</a:t>
                      </a:r>
                    </a:p>
                  </a:txBody>
                  <a:tcPr/>
                </a:tc>
                <a:tc>
                  <a:txBody>
                    <a:bodyPr/>
                    <a:lstStyle/>
                    <a:p>
                      <a:pPr lvl="0">
                        <a:buNone/>
                      </a:pPr>
                      <a:r>
                        <a:rPr lang="en-US"/>
                        <a:t>Hostname</a:t>
                      </a:r>
                    </a:p>
                  </a:txBody>
                  <a:tcPr/>
                </a:tc>
                <a:extLst>
                  <a:ext uri="{0D108BD9-81ED-4DB2-BD59-A6C34878D82A}">
                    <a16:rowId xmlns:a16="http://schemas.microsoft.com/office/drawing/2014/main" val="1158065527"/>
                  </a:ext>
                </a:extLst>
              </a:tr>
              <a:tr h="170351">
                <a:tc>
                  <a:txBody>
                    <a:bodyPr/>
                    <a:lstStyle/>
                    <a:p>
                      <a:pPr lvl="0">
                        <a:buNone/>
                      </a:pPr>
                      <a:r>
                        <a:rPr lang="en-US"/>
                        <a:t>Tendai</a:t>
                      </a:r>
                      <a:endParaRPr lang="en-US" err="1"/>
                    </a:p>
                  </a:txBody>
                  <a:tcPr/>
                </a:tc>
                <a:tc>
                  <a:txBody>
                    <a:bodyPr/>
                    <a:lstStyle/>
                    <a:p>
                      <a:pPr lvl="0">
                        <a:buNone/>
                      </a:pPr>
                      <a:r>
                        <a:rPr lang="en-US"/>
                        <a:t>192.168.20.118</a:t>
                      </a:r>
                    </a:p>
                  </a:txBody>
                  <a:tcPr/>
                </a:tc>
                <a:extLst>
                  <a:ext uri="{0D108BD9-81ED-4DB2-BD59-A6C34878D82A}">
                    <a16:rowId xmlns:a16="http://schemas.microsoft.com/office/drawing/2014/main" val="3872719047"/>
                  </a:ext>
                </a:extLst>
              </a:tr>
              <a:tr h="170351">
                <a:tc>
                  <a:txBody>
                    <a:bodyPr/>
                    <a:lstStyle/>
                    <a:p>
                      <a:pPr lvl="0">
                        <a:buNone/>
                      </a:pPr>
                      <a:r>
                        <a:rPr lang="en-US"/>
                        <a:t>Kyle</a:t>
                      </a:r>
                      <a:endParaRPr lang="en-US" err="1"/>
                    </a:p>
                  </a:txBody>
                  <a:tcPr/>
                </a:tc>
                <a:tc>
                  <a:txBody>
                    <a:bodyPr/>
                    <a:lstStyle/>
                    <a:p>
                      <a:r>
                        <a:rPr lang="en-US"/>
                        <a:t>191.168.21.160</a:t>
                      </a:r>
                    </a:p>
                  </a:txBody>
                  <a:tcPr/>
                </a:tc>
                <a:extLst>
                  <a:ext uri="{0D108BD9-81ED-4DB2-BD59-A6C34878D82A}">
                    <a16:rowId xmlns:a16="http://schemas.microsoft.com/office/drawing/2014/main" val="1467833407"/>
                  </a:ext>
                </a:extLst>
              </a:tr>
              <a:tr h="170351">
                <a:tc>
                  <a:txBody>
                    <a:bodyPr/>
                    <a:lstStyle/>
                    <a:p>
                      <a:pPr lvl="0">
                        <a:buNone/>
                      </a:pPr>
                      <a:r>
                        <a:rPr lang="en-US"/>
                        <a:t>Michael</a:t>
                      </a:r>
                      <a:endParaRPr lang="en-US" err="1"/>
                    </a:p>
                  </a:txBody>
                  <a:tcPr/>
                </a:tc>
                <a:tc>
                  <a:txBody>
                    <a:bodyPr/>
                    <a:lstStyle/>
                    <a:p>
                      <a:r>
                        <a:rPr lang="en-US"/>
                        <a:t>192.168.22.104</a:t>
                      </a:r>
                    </a:p>
                  </a:txBody>
                  <a:tcPr/>
                </a:tc>
                <a:extLst>
                  <a:ext uri="{0D108BD9-81ED-4DB2-BD59-A6C34878D82A}">
                    <a16:rowId xmlns:a16="http://schemas.microsoft.com/office/drawing/2014/main" val="1053998084"/>
                  </a:ext>
                </a:extLst>
              </a:tr>
              <a:tr h="170351">
                <a:tc>
                  <a:txBody>
                    <a:bodyPr/>
                    <a:lstStyle/>
                    <a:p>
                      <a:pPr lvl="0">
                        <a:buNone/>
                      </a:pPr>
                      <a:r>
                        <a:rPr lang="en-US"/>
                        <a:t>Filler</a:t>
                      </a:r>
                      <a:endParaRPr lang="en-US" err="1"/>
                    </a:p>
                  </a:txBody>
                  <a:tcPr/>
                </a:tc>
                <a:tc>
                  <a:txBody>
                    <a:bodyPr/>
                    <a:lstStyle/>
                    <a:p>
                      <a:r>
                        <a:rPr lang="en-US"/>
                        <a:t>192.168.30.177</a:t>
                      </a:r>
                    </a:p>
                  </a:txBody>
                  <a:tcPr/>
                </a:tc>
                <a:extLst>
                  <a:ext uri="{0D108BD9-81ED-4DB2-BD59-A6C34878D82A}">
                    <a16:rowId xmlns:a16="http://schemas.microsoft.com/office/drawing/2014/main" val="3940155608"/>
                  </a:ext>
                </a:extLst>
              </a:tr>
              <a:tr h="170351">
                <a:tc>
                  <a:txBody>
                    <a:bodyPr/>
                    <a:lstStyle/>
                    <a:p>
                      <a:pPr lvl="0">
                        <a:buNone/>
                      </a:pPr>
                      <a:r>
                        <a:rPr lang="en-US"/>
                        <a:t>Filler</a:t>
                      </a:r>
                      <a:endParaRPr lang="en-US" err="1"/>
                    </a:p>
                  </a:txBody>
                  <a:tcPr/>
                </a:tc>
                <a:tc>
                  <a:txBody>
                    <a:bodyPr/>
                    <a:lstStyle/>
                    <a:p>
                      <a:r>
                        <a:rPr lang="en-US"/>
                        <a:t>192.168.31.110</a:t>
                      </a:r>
                    </a:p>
                  </a:txBody>
                  <a:tcPr/>
                </a:tc>
                <a:extLst>
                  <a:ext uri="{0D108BD9-81ED-4DB2-BD59-A6C34878D82A}">
                    <a16:rowId xmlns:a16="http://schemas.microsoft.com/office/drawing/2014/main" val="2286345971"/>
                  </a:ext>
                </a:extLst>
              </a:tr>
            </a:tbl>
          </a:graphicData>
        </a:graphic>
      </p:graphicFrame>
      <p:pic>
        <p:nvPicPr>
          <p:cNvPr id="52" name="Picture 51" descr="A blue and yellow logo&#10;&#10;AI-generated content may be incorrect.">
            <a:extLst>
              <a:ext uri="{FF2B5EF4-FFF2-40B4-BE49-F238E27FC236}">
                <a16:creationId xmlns:a16="http://schemas.microsoft.com/office/drawing/2014/main" id="{6D7EDF60-793B-631B-7AD1-D73EA8AC6371}"/>
              </a:ext>
            </a:extLst>
          </p:cNvPr>
          <p:cNvPicPr>
            <a:picLocks noChangeAspect="1"/>
          </p:cNvPicPr>
          <p:nvPr/>
        </p:nvPicPr>
        <p:blipFill>
          <a:blip r:embed="rId9"/>
          <a:stretch>
            <a:fillRect/>
          </a:stretch>
        </p:blipFill>
        <p:spPr>
          <a:xfrm>
            <a:off x="2721" y="6122079"/>
            <a:ext cx="2498272" cy="738869"/>
          </a:xfrm>
          <a:prstGeom prst="rect">
            <a:avLst/>
          </a:prstGeom>
        </p:spPr>
      </p:pic>
      <p:sp>
        <p:nvSpPr>
          <p:cNvPr id="3" name="TextBox 2">
            <a:extLst>
              <a:ext uri="{FF2B5EF4-FFF2-40B4-BE49-F238E27FC236}">
                <a16:creationId xmlns:a16="http://schemas.microsoft.com/office/drawing/2014/main" id="{E5AAB507-BD86-1C27-45D7-2BA995DFCD4E}"/>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1396550442"/>
      </p:ext>
    </p:extLst>
  </p:cSld>
  <p:clrMapOvr>
    <a:masterClrMapping/>
  </p:clrMapOvr>
  <p:extLst>
    <p:ext uri="{6950BFC3-D8DA-4A85-94F7-54DA5524770B}">
      <p188:commentRel xmlns:p188="http://schemas.microsoft.com/office/powerpoint/2018/8/main" r:id="rId3"/>
    </p:ext>
  </p:extLst>
</p:sld>
</file>

<file path=ppt/slides/slide7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0529B3F5-A2B0-2523-9B59-D3764AE3026E}"/>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C68C393A-FB4F-35D7-03E1-195C6613EB42}"/>
              </a:ext>
            </a:extLst>
          </p:cNvPr>
          <p:cNvSpPr>
            <a:spLocks noGrp="1"/>
          </p:cNvSpPr>
          <p:nvPr>
            <p:ph type="title"/>
          </p:nvPr>
        </p:nvSpPr>
        <p:spPr>
          <a:xfrm>
            <a:off x="793662" y="386930"/>
            <a:ext cx="10066122" cy="1298448"/>
          </a:xfrm>
        </p:spPr>
        <p:txBody>
          <a:bodyPr anchor="b">
            <a:normAutofit/>
          </a:bodyPr>
          <a:lstStyle/>
          <a:p>
            <a:r>
              <a:rPr lang="en-US" sz="4800"/>
              <a:t>Activity Pt. 2</a:t>
            </a:r>
          </a:p>
        </p:txBody>
      </p:sp>
      <p:sp>
        <p:nvSpPr>
          <p:cNvPr id="15" name="Rectangle 14">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7AF48461-1615-776D-2286-66369C74C74E}"/>
              </a:ext>
            </a:extLst>
          </p:cNvPr>
          <p:cNvPicPr>
            <a:picLocks noChangeAspect="1"/>
          </p:cNvPicPr>
          <p:nvPr/>
        </p:nvPicPr>
        <p:blipFill>
          <a:blip r:embed="rId3"/>
          <a:stretch>
            <a:fillRect/>
          </a:stretch>
        </p:blipFill>
        <p:spPr>
          <a:xfrm>
            <a:off x="5911532" y="3588149"/>
            <a:ext cx="5150277" cy="1506456"/>
          </a:xfrm>
          <a:prstGeom prst="rect">
            <a:avLst/>
          </a:prstGeom>
        </p:spPr>
      </p:pic>
      <p:sp>
        <p:nvSpPr>
          <p:cNvPr id="19" name="Rectangle 18">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aphicFrame>
        <p:nvGraphicFramePr>
          <p:cNvPr id="8" name="Content Placeholder 2">
            <a:extLst>
              <a:ext uri="{FF2B5EF4-FFF2-40B4-BE49-F238E27FC236}">
                <a16:creationId xmlns:a16="http://schemas.microsoft.com/office/drawing/2014/main" id="{0B18F299-3990-77EC-FEBA-D6F99C702441}"/>
              </a:ext>
            </a:extLst>
          </p:cNvPr>
          <p:cNvGraphicFramePr>
            <a:graphicFrameLocks noGrp="1"/>
          </p:cNvGraphicFramePr>
          <p:nvPr>
            <p:ph idx="1"/>
            <p:extLst>
              <p:ext uri="{D42A27DB-BD31-4B8C-83A1-F6EECF244321}">
                <p14:modId xmlns:p14="http://schemas.microsoft.com/office/powerpoint/2010/main" val="2943123568"/>
              </p:ext>
            </p:extLst>
          </p:nvPr>
        </p:nvGraphicFramePr>
        <p:xfrm>
          <a:off x="793661" y="2599509"/>
          <a:ext cx="4530898" cy="3639450"/>
        </p:xfrm>
        <a:graphic>
          <a:graphicData uri="http://schemas.openxmlformats.org/drawingml/2006/diagram">
            <dgm:relIds xmlns:dgm="http://schemas.openxmlformats.org/drawingml/2006/diagram" xmlns:r="http://schemas.openxmlformats.org/officeDocument/2006/relationships" r:dm="rId4" r:lo="rId5" r:qs="rId6" r:cs="rId7"/>
          </a:graphicData>
        </a:graphic>
      </p:graphicFrame>
      <p:sp>
        <p:nvSpPr>
          <p:cNvPr id="4" name="TextBox 3">
            <a:extLst>
              <a:ext uri="{FF2B5EF4-FFF2-40B4-BE49-F238E27FC236}">
                <a16:creationId xmlns:a16="http://schemas.microsoft.com/office/drawing/2014/main" id="{3E943891-7CDF-C1A7-3D4D-F43B9280863C}"/>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spTree>
    <p:extLst>
      <p:ext uri="{BB962C8B-B14F-4D97-AF65-F5344CB8AC3E}">
        <p14:creationId xmlns:p14="http://schemas.microsoft.com/office/powerpoint/2010/main" val="904870599"/>
      </p:ext>
    </p:extLst>
  </p:cSld>
  <p:clrMapOvr>
    <a:masterClrMapping/>
  </p:clrMapOvr>
</p:sld>
</file>

<file path=ppt/slides/slide7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723A6B4-A337-7DB8-2152-054A12AFB978}"/>
              </a:ext>
            </a:extLst>
          </p:cNvPr>
          <p:cNvSpPr>
            <a:spLocks noGrp="1"/>
          </p:cNvSpPr>
          <p:nvPr>
            <p:ph type="title"/>
          </p:nvPr>
        </p:nvSpPr>
        <p:spPr/>
        <p:txBody>
          <a:bodyPr/>
          <a:lstStyle/>
          <a:p>
            <a:r>
              <a:rPr lang="en-US"/>
              <a:t>Diagram of Our Networks</a:t>
            </a:r>
          </a:p>
        </p:txBody>
      </p:sp>
      <p:pic>
        <p:nvPicPr>
          <p:cNvPr id="4" name="Content Placeholder 3">
            <a:extLst>
              <a:ext uri="{FF2B5EF4-FFF2-40B4-BE49-F238E27FC236}">
                <a16:creationId xmlns:a16="http://schemas.microsoft.com/office/drawing/2014/main" id="{67DCCD16-1CB5-9CCC-8A59-CFC0DB6E9DD6}"/>
              </a:ext>
            </a:extLst>
          </p:cNvPr>
          <p:cNvPicPr>
            <a:picLocks noGrp="1" noChangeAspect="1"/>
          </p:cNvPicPr>
          <p:nvPr>
            <p:ph idx="1"/>
          </p:nvPr>
        </p:nvPicPr>
        <p:blipFill>
          <a:blip r:embed="rId2"/>
          <a:stretch>
            <a:fillRect/>
          </a:stretch>
        </p:blipFill>
        <p:spPr>
          <a:xfrm>
            <a:off x="7660135" y="-1020"/>
            <a:ext cx="4535271" cy="6858000"/>
          </a:xfrm>
          <a:prstGeom prst="rect">
            <a:avLst/>
          </a:prstGeom>
        </p:spPr>
      </p:pic>
      <p:pic>
        <p:nvPicPr>
          <p:cNvPr id="6" name="Picture 5" descr="A blue and yellow logo&#10;&#10;AI-generated content may be incorrect.">
            <a:extLst>
              <a:ext uri="{FF2B5EF4-FFF2-40B4-BE49-F238E27FC236}">
                <a16:creationId xmlns:a16="http://schemas.microsoft.com/office/drawing/2014/main" id="{07892F56-BE87-1912-5582-201073BF6218}"/>
              </a:ext>
            </a:extLst>
          </p:cNvPr>
          <p:cNvPicPr>
            <a:picLocks noChangeAspect="1"/>
          </p:cNvPicPr>
          <p:nvPr/>
        </p:nvPicPr>
        <p:blipFill>
          <a:blip r:embed="rId3"/>
          <a:stretch>
            <a:fillRect/>
          </a:stretch>
        </p:blipFill>
        <p:spPr>
          <a:xfrm>
            <a:off x="2721" y="6122079"/>
            <a:ext cx="2498272" cy="738869"/>
          </a:xfrm>
          <a:prstGeom prst="rect">
            <a:avLst/>
          </a:prstGeom>
        </p:spPr>
      </p:pic>
      <p:sp>
        <p:nvSpPr>
          <p:cNvPr id="7" name="TextBox 6">
            <a:extLst>
              <a:ext uri="{FF2B5EF4-FFF2-40B4-BE49-F238E27FC236}">
                <a16:creationId xmlns:a16="http://schemas.microsoft.com/office/drawing/2014/main" id="{54EB655B-191D-0731-3235-541A93F05599}"/>
              </a:ext>
            </a:extLst>
          </p:cNvPr>
          <p:cNvSpPr txBox="1"/>
          <p:nvPr/>
        </p:nvSpPr>
        <p:spPr>
          <a:xfrm>
            <a:off x="1021267" y="1483968"/>
            <a:ext cx="4056742" cy="830997"/>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400"/>
              <a:t>What parts can you match on these two diagrams?</a:t>
            </a:r>
            <a:endParaRPr lang="en-US"/>
          </a:p>
        </p:txBody>
      </p:sp>
      <p:pic>
        <p:nvPicPr>
          <p:cNvPr id="9" name="Picture 8" descr="A diagram of a diagram of a computer&#10;&#10;AI-generated content may be incorrect.">
            <a:extLst>
              <a:ext uri="{FF2B5EF4-FFF2-40B4-BE49-F238E27FC236}">
                <a16:creationId xmlns:a16="http://schemas.microsoft.com/office/drawing/2014/main" id="{4923E650-2AA8-F086-1DFA-6C920B844DA6}"/>
              </a:ext>
            </a:extLst>
          </p:cNvPr>
          <p:cNvPicPr>
            <a:picLocks noChangeAspect="1"/>
          </p:cNvPicPr>
          <p:nvPr/>
        </p:nvPicPr>
        <p:blipFill>
          <a:blip r:embed="rId4"/>
          <a:srcRect l="-315" t="32" r="1669" b="61555"/>
          <a:stretch>
            <a:fillRect/>
          </a:stretch>
        </p:blipFill>
        <p:spPr>
          <a:xfrm>
            <a:off x="836736" y="2480454"/>
            <a:ext cx="6178332" cy="3404249"/>
          </a:xfrm>
          <a:prstGeom prst="rect">
            <a:avLst/>
          </a:prstGeom>
        </p:spPr>
      </p:pic>
    </p:spTree>
    <p:extLst>
      <p:ext uri="{BB962C8B-B14F-4D97-AF65-F5344CB8AC3E}">
        <p14:creationId xmlns:p14="http://schemas.microsoft.com/office/powerpoint/2010/main" val="748836061"/>
      </p:ext>
    </p:extLst>
  </p:cSld>
  <p:clrMapOvr>
    <a:masterClrMapping/>
  </p:clrMapOvr>
</p:sld>
</file>

<file path=ppt/slides/slide7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A850860-56C6-66D1-3652-652F22B9B695}"/>
              </a:ext>
            </a:extLst>
          </p:cNvPr>
          <p:cNvSpPr>
            <a:spLocks noGrp="1"/>
          </p:cNvSpPr>
          <p:nvPr>
            <p:ph type="title"/>
          </p:nvPr>
        </p:nvSpPr>
        <p:spPr/>
        <p:txBody>
          <a:bodyPr/>
          <a:lstStyle/>
          <a:p>
            <a:r>
              <a:rPr lang="en-US"/>
              <a:t>Ports/Services</a:t>
            </a:r>
          </a:p>
        </p:txBody>
      </p:sp>
      <p:graphicFrame>
        <p:nvGraphicFramePr>
          <p:cNvPr id="13" name="Content Placeholder 2">
            <a:extLst>
              <a:ext uri="{FF2B5EF4-FFF2-40B4-BE49-F238E27FC236}">
                <a16:creationId xmlns:a16="http://schemas.microsoft.com/office/drawing/2014/main" id="{0A0E5EE9-C370-A3EB-8879-DE4969F61ED6}"/>
              </a:ext>
            </a:extLst>
          </p:cNvPr>
          <p:cNvGraphicFramePr>
            <a:graphicFrameLocks noGrp="1"/>
          </p:cNvGraphicFramePr>
          <p:nvPr>
            <p:ph idx="1"/>
          </p:nvPr>
        </p:nvGraphicFramePr>
        <p:xfrm>
          <a:off x="838200" y="1825625"/>
          <a:ext cx="10515600" cy="4351338"/>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
        <p:nvSpPr>
          <p:cNvPr id="5" name="TextBox 4">
            <a:extLst>
              <a:ext uri="{FF2B5EF4-FFF2-40B4-BE49-F238E27FC236}">
                <a16:creationId xmlns:a16="http://schemas.microsoft.com/office/drawing/2014/main" id="{3A500E75-8155-F324-FE39-6DF5B7A82A01}"/>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4</a:t>
            </a:r>
          </a:p>
        </p:txBody>
      </p:sp>
      <p:pic>
        <p:nvPicPr>
          <p:cNvPr id="7" name="Picture 6" descr="A blue and yellow logo&#10;&#10;AI-generated content may be incorrect.">
            <a:extLst>
              <a:ext uri="{FF2B5EF4-FFF2-40B4-BE49-F238E27FC236}">
                <a16:creationId xmlns:a16="http://schemas.microsoft.com/office/drawing/2014/main" id="{13EE613D-731B-8270-64DC-10ED007E8608}"/>
              </a:ext>
            </a:extLst>
          </p:cNvPr>
          <p:cNvPicPr>
            <a:picLocks noChangeAspect="1"/>
          </p:cNvPicPr>
          <p:nvPr/>
        </p:nvPicPr>
        <p:blipFill>
          <a:blip r:embed="rId7"/>
          <a:stretch>
            <a:fillRect/>
          </a:stretch>
        </p:blipFill>
        <p:spPr>
          <a:xfrm>
            <a:off x="2721" y="6122079"/>
            <a:ext cx="2498272" cy="738869"/>
          </a:xfrm>
          <a:prstGeom prst="rect">
            <a:avLst/>
          </a:prstGeom>
        </p:spPr>
      </p:pic>
    </p:spTree>
    <p:extLst>
      <p:ext uri="{BB962C8B-B14F-4D97-AF65-F5344CB8AC3E}">
        <p14:creationId xmlns:p14="http://schemas.microsoft.com/office/powerpoint/2010/main" val="3819444776"/>
      </p:ext>
    </p:extLst>
  </p:cSld>
  <p:clrMapOvr>
    <a:masterClrMapping/>
  </p:clrMapOvr>
</p:sld>
</file>

<file path=ppt/slides/slide7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537FE72-0404-F949-399D-2EC492F0453B}"/>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AC5AC8A-33DA-E07F-55D5-57B7B73B24A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5860D919-4162-FFD0-6B7C-868DA33EFBF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B43BE70-3C21-790D-BC17-2405A6585C7D}"/>
              </a:ext>
            </a:extLst>
          </p:cNvPr>
          <p:cNvSpPr>
            <a:spLocks noGrp="1"/>
          </p:cNvSpPr>
          <p:nvPr>
            <p:ph type="ctrTitle"/>
          </p:nvPr>
        </p:nvSpPr>
        <p:spPr>
          <a:xfrm>
            <a:off x="638881" y="390525"/>
            <a:ext cx="10909640" cy="1510301"/>
          </a:xfrm>
        </p:spPr>
        <p:txBody>
          <a:bodyPr anchor="ctr">
            <a:normAutofit/>
          </a:bodyPr>
          <a:lstStyle/>
          <a:p>
            <a:r>
              <a:rPr lang="en-US" sz="6600">
                <a:solidFill>
                  <a:srgbClr val="FFFFFF"/>
                </a:solidFill>
              </a:rPr>
              <a:t>20 Minute Break</a:t>
            </a:r>
          </a:p>
        </p:txBody>
      </p:sp>
      <p:sp>
        <p:nvSpPr>
          <p:cNvPr id="14" name="sketch line">
            <a:extLst>
              <a:ext uri="{FF2B5EF4-FFF2-40B4-BE49-F238E27FC236}">
                <a16:creationId xmlns:a16="http://schemas.microsoft.com/office/drawing/2014/main" id="{9D3013D6-31F0-747B-07CA-A92A4BFC991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759B6B9F-7199-A057-C861-91DCDC8208E6}"/>
              </a:ext>
            </a:extLst>
          </p:cNvPr>
          <p:cNvPicPr>
            <a:picLocks noChangeAspect="1"/>
          </p:cNvPicPr>
          <p:nvPr/>
        </p:nvPicPr>
        <p:blipFill>
          <a:blip r:embed="rId3"/>
          <a:stretch>
            <a:fillRect/>
          </a:stretch>
        </p:blipFill>
        <p:spPr>
          <a:xfrm>
            <a:off x="1035177" y="3096973"/>
            <a:ext cx="10118598" cy="2959690"/>
          </a:xfrm>
          <a:prstGeom prst="rect">
            <a:avLst/>
          </a:prstGeom>
        </p:spPr>
      </p:pic>
    </p:spTree>
    <p:extLst>
      <p:ext uri="{BB962C8B-B14F-4D97-AF65-F5344CB8AC3E}">
        <p14:creationId xmlns:p14="http://schemas.microsoft.com/office/powerpoint/2010/main" val="2938936140"/>
      </p:ext>
    </p:extLst>
  </p:cSld>
  <p:clrMapOvr>
    <a:masterClrMapping/>
  </p:clrMapOvr>
  <p:extLst>
    <p:ext uri="{6950BFC3-D8DA-4A85-94F7-54DA5524770B}">
      <p188:commentRel xmlns:p188="http://schemas.microsoft.com/office/powerpoint/2018/8/main" r:id="rId2"/>
    </p:ext>
  </p:extLst>
</p:sld>
</file>

<file path=ppt/slides/slide7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306987D-4164-FD82-5242-1AC76E14C77D}"/>
            </a:ext>
          </a:extLst>
        </p:cNvPr>
        <p:cNvGrpSpPr/>
        <p:nvPr/>
      </p:nvGrpSpPr>
      <p:grpSpPr>
        <a:xfrm>
          <a:off x="0" y="0"/>
          <a:ext cx="0" cy="0"/>
          <a:chOff x="0" y="0"/>
          <a:chExt cx="0" cy="0"/>
        </a:xfrm>
      </p:grpSpPr>
      <p:sp useBgFill="1">
        <p:nvSpPr>
          <p:cNvPr id="44" name="Rectangle 43">
            <a:extLst>
              <a:ext uri="{FF2B5EF4-FFF2-40B4-BE49-F238E27FC236}">
                <a16:creationId xmlns:a16="http://schemas.microsoft.com/office/drawing/2014/main" id="{3C3600FD-6EB0-5E3A-94FE-4AE872AAD66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w="12700" cap="flat" cmpd="sng" algn="ctr">
            <a:noFill/>
            <a:prstDash val="solid"/>
            <a:miter lim="800000"/>
          </a:ln>
          <a:effectLst/>
          <a:extLst>
            <a:ext uri="{91240B29-F687-4F45-9708-019B960494DF}">
              <a14:hiddenLine xmlns:a14="http://schemas.microsoft.com/office/drawing/2010/main" w="12700" cap="flat" cmpd="sng" algn="ctr">
                <a:solidFill>
                  <a:schemeClr val="accent1">
                    <a:shade val="50000"/>
                  </a:schemeClr>
                </a:solidFill>
                <a:prstDash val="solid"/>
                <a:miter lim="800000"/>
              </a14:hiddenLine>
            </a:ext>
          </a:ex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6" name="Freeform: Shape 45">
            <a:extLst>
              <a:ext uri="{FF2B5EF4-FFF2-40B4-BE49-F238E27FC236}">
                <a16:creationId xmlns:a16="http://schemas.microsoft.com/office/drawing/2014/main" id="{9050075B-F1EF-F725-CBAF-B0EAEA5E6B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1"/>
            <a:ext cx="11766176" cy="2061837"/>
          </a:xfrm>
          <a:custGeom>
            <a:avLst/>
            <a:gdLst>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13657 w 10768629"/>
              <a:gd name="connsiteY144" fmla="*/ 1730706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18446 w 10768629"/>
              <a:gd name="connsiteY143" fmla="*/ 1726895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45936 w 10768629"/>
              <a:gd name="connsiteY142" fmla="*/ 1713743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9437 w 10768629"/>
              <a:gd name="connsiteY140" fmla="*/ 1636968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40853 w 10768629"/>
              <a:gd name="connsiteY141" fmla="*/ 1657958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38835 w 10768629"/>
              <a:gd name="connsiteY164" fmla="*/ 1920210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32568 w 10768629"/>
              <a:gd name="connsiteY178" fmla="*/ 1793149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186881 w 10768629"/>
              <a:gd name="connsiteY179" fmla="*/ 1768613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1967996 w 10768629"/>
              <a:gd name="connsiteY173" fmla="*/ 1953187 h 1978172"/>
              <a:gd name="connsiteX174" fmla="*/ 1855805 w 10768629"/>
              <a:gd name="connsiteY174" fmla="*/ 1926082 h 1978172"/>
              <a:gd name="connsiteX175" fmla="*/ 1790957 w 10768629"/>
              <a:gd name="connsiteY175" fmla="*/ 1919460 h 1978172"/>
              <a:gd name="connsiteX176" fmla="*/ 1613978 w 10768629"/>
              <a:gd name="connsiteY176" fmla="*/ 1891581 h 1978172"/>
              <a:gd name="connsiteX177" fmla="*/ 1436831 w 10768629"/>
              <a:gd name="connsiteY177" fmla="*/ 1856201 h 1978172"/>
              <a:gd name="connsiteX178" fmla="*/ 1357365 w 10768629"/>
              <a:gd name="connsiteY178" fmla="*/ 1832140 h 1978172"/>
              <a:gd name="connsiteX179" fmla="*/ 1232341 w 10768629"/>
              <a:gd name="connsiteY179" fmla="*/ 1785942 h 1978172"/>
              <a:gd name="connsiteX180" fmla="*/ 1162595 w 10768629"/>
              <a:gd name="connsiteY180" fmla="*/ 1758337 h 1978172"/>
              <a:gd name="connsiteX181" fmla="*/ 1128523 w 10768629"/>
              <a:gd name="connsiteY181" fmla="*/ 1763621 h 1978172"/>
              <a:gd name="connsiteX182" fmla="*/ 991903 w 10768629"/>
              <a:gd name="connsiteY182" fmla="*/ 1786741 h 1978172"/>
              <a:gd name="connsiteX183" fmla="*/ 883960 w 10768629"/>
              <a:gd name="connsiteY183" fmla="*/ 1822386 h 1978172"/>
              <a:gd name="connsiteX184" fmla="*/ 766531 w 10768629"/>
              <a:gd name="connsiteY184" fmla="*/ 1805053 h 1978172"/>
              <a:gd name="connsiteX185" fmla="*/ 669779 w 10768629"/>
              <a:gd name="connsiteY185" fmla="*/ 1800537 h 1978172"/>
              <a:gd name="connsiteX186" fmla="*/ 523898 w 10768629"/>
              <a:gd name="connsiteY186" fmla="*/ 1811085 h 1978172"/>
              <a:gd name="connsiteX187" fmla="*/ 360251 w 10768629"/>
              <a:gd name="connsiteY187" fmla="*/ 1830735 h 1978172"/>
              <a:gd name="connsiteX188" fmla="*/ 255207 w 10768629"/>
              <a:gd name="connsiteY188" fmla="*/ 1818275 h 1978172"/>
              <a:gd name="connsiteX189" fmla="*/ 101803 w 10768629"/>
              <a:gd name="connsiteY189" fmla="*/ 1870647 h 1978172"/>
              <a:gd name="connsiteX190" fmla="*/ 25397 w 10768629"/>
              <a:gd name="connsiteY190" fmla="*/ 1888443 h 1978172"/>
              <a:gd name="connsiteX191" fmla="*/ 2370 w 10768629"/>
              <a:gd name="connsiteY191" fmla="*/ 1878311 h 1978172"/>
              <a:gd name="connsiteX192" fmla="*/ 0 w 10768629"/>
              <a:gd name="connsiteY192" fmla="*/ 1878785 h 1978172"/>
              <a:gd name="connsiteX193" fmla="*/ 0 w 10768629"/>
              <a:gd name="connsiteY193"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115176 w 10768629"/>
              <a:gd name="connsiteY163" fmla="*/ 1943459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57504 w 10768629"/>
              <a:gd name="connsiteY162" fmla="*/ 1957276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90336 w 10768629"/>
              <a:gd name="connsiteY159" fmla="*/ 1925039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76289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407128 w 10768629"/>
              <a:gd name="connsiteY46" fmla="*/ 961344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69725 w 10768629"/>
              <a:gd name="connsiteY49" fmla="*/ 989186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9462 w 10768629"/>
              <a:gd name="connsiteY48" fmla="*/ 987106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79948 w 10768629"/>
              <a:gd name="connsiteY35" fmla="*/ 576062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316893 w 10768629"/>
              <a:gd name="connsiteY28" fmla="*/ 491390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69666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43525 w 10768629"/>
              <a:gd name="connsiteY78" fmla="*/ 1179064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85942 w 10768629"/>
              <a:gd name="connsiteY79" fmla="*/ 1233723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07190 w 10768629"/>
              <a:gd name="connsiteY82" fmla="*/ 1314737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5361 w 10768629"/>
              <a:gd name="connsiteY152" fmla="*/ 1894711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20200 w 10768629"/>
              <a:gd name="connsiteY151" fmla="*/ 1873173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22386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8523 w 10768629"/>
              <a:gd name="connsiteY182" fmla="*/ 1763621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58337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 name="connsiteX0" fmla="*/ 0 w 10768629"/>
              <a:gd name="connsiteY0" fmla="*/ 0 h 1978172"/>
              <a:gd name="connsiteX1" fmla="*/ 10768629 w 10768629"/>
              <a:gd name="connsiteY1" fmla="*/ 0 h 1978172"/>
              <a:gd name="connsiteX2" fmla="*/ 10733254 w 10768629"/>
              <a:gd name="connsiteY2" fmla="*/ 31439 h 1978172"/>
              <a:gd name="connsiteX3" fmla="*/ 10727085 w 10768629"/>
              <a:gd name="connsiteY3" fmla="*/ 37910 h 1978172"/>
              <a:gd name="connsiteX4" fmla="*/ 10675953 w 10768629"/>
              <a:gd name="connsiteY4" fmla="*/ 68623 h 1978172"/>
              <a:gd name="connsiteX5" fmla="*/ 10637091 w 10768629"/>
              <a:gd name="connsiteY5" fmla="*/ 90361 h 1978172"/>
              <a:gd name="connsiteX6" fmla="*/ 10610971 w 10768629"/>
              <a:gd name="connsiteY6" fmla="*/ 110764 h 1978172"/>
              <a:gd name="connsiteX7" fmla="*/ 10532872 w 10768629"/>
              <a:gd name="connsiteY7" fmla="*/ 138028 h 1978172"/>
              <a:gd name="connsiteX8" fmla="*/ 10398558 w 10768629"/>
              <a:gd name="connsiteY8" fmla="*/ 172911 h 1978172"/>
              <a:gd name="connsiteX9" fmla="*/ 10371128 w 10768629"/>
              <a:gd name="connsiteY9" fmla="*/ 182609 h 1978172"/>
              <a:gd name="connsiteX10" fmla="*/ 10352178 w 10768629"/>
              <a:gd name="connsiteY10" fmla="*/ 199976 h 1978172"/>
              <a:gd name="connsiteX11" fmla="*/ 10351815 w 10768629"/>
              <a:gd name="connsiteY11" fmla="*/ 211879 h 1978172"/>
              <a:gd name="connsiteX12" fmla="*/ 10337471 w 10768629"/>
              <a:gd name="connsiteY12" fmla="*/ 218661 h 1978172"/>
              <a:gd name="connsiteX13" fmla="*/ 10334625 w 10768629"/>
              <a:gd name="connsiteY13" fmla="*/ 222351 h 1978172"/>
              <a:gd name="connsiteX14" fmla="*/ 10256365 w 10768629"/>
              <a:gd name="connsiteY14" fmla="*/ 235917 h 1978172"/>
              <a:gd name="connsiteX15" fmla="*/ 10201127 w 10768629"/>
              <a:gd name="connsiteY15" fmla="*/ 267448 h 1978172"/>
              <a:gd name="connsiteX16" fmla="*/ 9961218 w 10768629"/>
              <a:gd name="connsiteY16" fmla="*/ 326720 h 1978172"/>
              <a:gd name="connsiteX17" fmla="*/ 9859715 w 10768629"/>
              <a:gd name="connsiteY17" fmla="*/ 355698 h 1978172"/>
              <a:gd name="connsiteX18" fmla="*/ 9679867 w 10768629"/>
              <a:gd name="connsiteY18" fmla="*/ 399081 h 1978172"/>
              <a:gd name="connsiteX19" fmla="*/ 9490654 w 10768629"/>
              <a:gd name="connsiteY19" fmla="*/ 455225 h 1978172"/>
              <a:gd name="connsiteX20" fmla="*/ 9470837 w 10768629"/>
              <a:gd name="connsiteY20" fmla="*/ 452539 h 1978172"/>
              <a:gd name="connsiteX21" fmla="*/ 9469082 w 10768629"/>
              <a:gd name="connsiteY21" fmla="*/ 454891 h 1978172"/>
              <a:gd name="connsiteX22" fmla="*/ 9448038 w 10768629"/>
              <a:gd name="connsiteY22" fmla="*/ 459733 h 1978172"/>
              <a:gd name="connsiteX23" fmla="*/ 9396821 w 10768629"/>
              <a:gd name="connsiteY23" fmla="*/ 455795 h 1978172"/>
              <a:gd name="connsiteX24" fmla="*/ 9392197 w 10768629"/>
              <a:gd name="connsiteY24" fmla="*/ 459796 h 1978172"/>
              <a:gd name="connsiteX25" fmla="*/ 9347994 w 10768629"/>
              <a:gd name="connsiteY25" fmla="*/ 464462 h 1978172"/>
              <a:gd name="connsiteX26" fmla="*/ 9347889 w 10768629"/>
              <a:gd name="connsiteY26" fmla="*/ 466539 h 1978172"/>
              <a:gd name="connsiteX27" fmla="*/ 9337639 w 10768629"/>
              <a:gd name="connsiteY27" fmla="*/ 476654 h 1978172"/>
              <a:gd name="connsiteX28" fmla="*/ 9287964 w 10768629"/>
              <a:gd name="connsiteY28" fmla="*/ 513052 h 1978172"/>
              <a:gd name="connsiteX29" fmla="*/ 9229283 w 10768629"/>
              <a:gd name="connsiteY29" fmla="*/ 555377 h 1978172"/>
              <a:gd name="connsiteX30" fmla="*/ 9220274 w 10768629"/>
              <a:gd name="connsiteY30" fmla="*/ 557502 h 1978172"/>
              <a:gd name="connsiteX31" fmla="*/ 9220202 w 10768629"/>
              <a:gd name="connsiteY31" fmla="*/ 558001 h 1978172"/>
              <a:gd name="connsiteX32" fmla="*/ 9210908 w 10768629"/>
              <a:gd name="connsiteY32" fmla="*/ 561147 h 1978172"/>
              <a:gd name="connsiteX33" fmla="*/ 9186374 w 10768629"/>
              <a:gd name="connsiteY33" fmla="*/ 565502 h 1978172"/>
              <a:gd name="connsiteX34" fmla="*/ 9181058 w 10768629"/>
              <a:gd name="connsiteY34" fmla="*/ 569943 h 1978172"/>
              <a:gd name="connsiteX35" fmla="*/ 9167549 w 10768629"/>
              <a:gd name="connsiteY35" fmla="*/ 584727 h 1978172"/>
              <a:gd name="connsiteX36" fmla="*/ 9149110 w 10768629"/>
              <a:gd name="connsiteY36" fmla="*/ 598906 h 1978172"/>
              <a:gd name="connsiteX37" fmla="*/ 9078556 w 10768629"/>
              <a:gd name="connsiteY37" fmla="*/ 644039 h 1978172"/>
              <a:gd name="connsiteX38" fmla="*/ 8996399 w 10768629"/>
              <a:gd name="connsiteY38" fmla="*/ 690055 h 1978172"/>
              <a:gd name="connsiteX39" fmla="*/ 8803791 w 10768629"/>
              <a:gd name="connsiteY39" fmla="*/ 813860 h 1978172"/>
              <a:gd name="connsiteX40" fmla="*/ 8636202 w 10768629"/>
              <a:gd name="connsiteY40" fmla="*/ 848463 h 1978172"/>
              <a:gd name="connsiteX41" fmla="*/ 8555372 w 10768629"/>
              <a:gd name="connsiteY41" fmla="*/ 883171 h 1978172"/>
              <a:gd name="connsiteX42" fmla="*/ 8507229 w 10768629"/>
              <a:gd name="connsiteY42" fmla="*/ 901665 h 1978172"/>
              <a:gd name="connsiteX43" fmla="*/ 8428473 w 10768629"/>
              <a:gd name="connsiteY43" fmla="*/ 927985 h 1978172"/>
              <a:gd name="connsiteX44" fmla="*/ 8427914 w 10768629"/>
              <a:gd name="connsiteY44" fmla="*/ 933480 h 1978172"/>
              <a:gd name="connsiteX45" fmla="*/ 8420327 w 10768629"/>
              <a:gd name="connsiteY45" fmla="*/ 941984 h 1978172"/>
              <a:gd name="connsiteX46" fmla="*/ 8394729 w 10768629"/>
              <a:gd name="connsiteY46" fmla="*/ 948347 h 1978172"/>
              <a:gd name="connsiteX47" fmla="*/ 8380548 w 10768629"/>
              <a:gd name="connsiteY47" fmla="*/ 987916 h 1978172"/>
              <a:gd name="connsiteX48" fmla="*/ 8375330 w 10768629"/>
              <a:gd name="connsiteY48" fmla="*/ 965444 h 1978172"/>
              <a:gd name="connsiteX49" fmla="*/ 8340796 w 10768629"/>
              <a:gd name="connsiteY49" fmla="*/ 980522 h 1978172"/>
              <a:gd name="connsiteX50" fmla="*/ 8304438 w 10768629"/>
              <a:gd name="connsiteY50" fmla="*/ 996739 h 1978172"/>
              <a:gd name="connsiteX51" fmla="*/ 8280929 w 10768629"/>
              <a:gd name="connsiteY51" fmla="*/ 1023089 h 1978172"/>
              <a:gd name="connsiteX52" fmla="*/ 8275760 w 10768629"/>
              <a:gd name="connsiteY52" fmla="*/ 1027772 h 1978172"/>
              <a:gd name="connsiteX53" fmla="*/ 8275478 w 10768629"/>
              <a:gd name="connsiteY53" fmla="*/ 1027605 h 1978172"/>
              <a:gd name="connsiteX54" fmla="*/ 8249003 w 10768629"/>
              <a:gd name="connsiteY54" fmla="*/ 1032033 h 1978172"/>
              <a:gd name="connsiteX55" fmla="*/ 8203836 w 10768629"/>
              <a:gd name="connsiteY55" fmla="*/ 1037347 h 1978172"/>
              <a:gd name="connsiteX56" fmla="*/ 8122936 w 10768629"/>
              <a:gd name="connsiteY56" fmla="*/ 1063113 h 1978172"/>
              <a:gd name="connsiteX57" fmla="*/ 8043658 w 10768629"/>
              <a:gd name="connsiteY57" fmla="*/ 1092746 h 1978172"/>
              <a:gd name="connsiteX58" fmla="*/ 8015351 w 10768629"/>
              <a:gd name="connsiteY58" fmla="*/ 1105478 h 1978172"/>
              <a:gd name="connsiteX59" fmla="*/ 7963145 w 10768629"/>
              <a:gd name="connsiteY59" fmla="*/ 1119346 h 1978172"/>
              <a:gd name="connsiteX60" fmla="*/ 7938145 w 10768629"/>
              <a:gd name="connsiteY60" fmla="*/ 1120225 h 1978172"/>
              <a:gd name="connsiteX61" fmla="*/ 7937238 w 10768629"/>
              <a:gd name="connsiteY61" fmla="*/ 1121204 h 1978172"/>
              <a:gd name="connsiteX62" fmla="*/ 7934398 w 10768629"/>
              <a:gd name="connsiteY62" fmla="*/ 1118240 h 1978172"/>
              <a:gd name="connsiteX63" fmla="*/ 7918248 w 10768629"/>
              <a:gd name="connsiteY63" fmla="*/ 1124371 h 1978172"/>
              <a:gd name="connsiteX64" fmla="*/ 7914119 w 10768629"/>
              <a:gd name="connsiteY64" fmla="*/ 1127653 h 1978172"/>
              <a:gd name="connsiteX65" fmla="*/ 7907658 w 10768629"/>
              <a:gd name="connsiteY65" fmla="*/ 1130350 h 1978172"/>
              <a:gd name="connsiteX66" fmla="*/ 7907434 w 10768629"/>
              <a:gd name="connsiteY66" fmla="*/ 1130103 h 1978172"/>
              <a:gd name="connsiteX67" fmla="*/ 7901508 w 10768629"/>
              <a:gd name="connsiteY67" fmla="*/ 1133245 h 1978172"/>
              <a:gd name="connsiteX68" fmla="*/ 7873287 w 10768629"/>
              <a:gd name="connsiteY68" fmla="*/ 1152609 h 1978172"/>
              <a:gd name="connsiteX69" fmla="*/ 7834833 w 10768629"/>
              <a:gd name="connsiteY69" fmla="*/ 1153868 h 1978172"/>
              <a:gd name="connsiteX70" fmla="*/ 7828661 w 10768629"/>
              <a:gd name="connsiteY70" fmla="*/ 1139994 h 1978172"/>
              <a:gd name="connsiteX71" fmla="*/ 7823966 w 10768629"/>
              <a:gd name="connsiteY71" fmla="*/ 1143178 h 1978172"/>
              <a:gd name="connsiteX72" fmla="*/ 7815078 w 10768629"/>
              <a:gd name="connsiteY72" fmla="*/ 1151776 h 1978172"/>
              <a:gd name="connsiteX73" fmla="*/ 7812026 w 10768629"/>
              <a:gd name="connsiteY73" fmla="*/ 1151522 h 1978172"/>
              <a:gd name="connsiteX74" fmla="*/ 7782249 w 10768629"/>
              <a:gd name="connsiteY74" fmla="*/ 1160970 h 1978172"/>
              <a:gd name="connsiteX75" fmla="*/ 7773476 w 10768629"/>
              <a:gd name="connsiteY75" fmla="*/ 1157414 h 1978172"/>
              <a:gd name="connsiteX76" fmla="*/ 7769600 w 10768629"/>
              <a:gd name="connsiteY76" fmla="*/ 1157365 h 1978172"/>
              <a:gd name="connsiteX77" fmla="*/ 7752631 w 10768629"/>
              <a:gd name="connsiteY77" fmla="*/ 1172815 h 1978172"/>
              <a:gd name="connsiteX78" fmla="*/ 7739392 w 10768629"/>
              <a:gd name="connsiteY78" fmla="*/ 1192062 h 1978172"/>
              <a:gd name="connsiteX79" fmla="*/ 7677677 w 10768629"/>
              <a:gd name="connsiteY79" fmla="*/ 1216394 h 1978172"/>
              <a:gd name="connsiteX80" fmla="*/ 7586920 w 10768629"/>
              <a:gd name="connsiteY80" fmla="*/ 1261888 h 1978172"/>
              <a:gd name="connsiteX81" fmla="*/ 7486100 w 10768629"/>
              <a:gd name="connsiteY81" fmla="*/ 1292563 h 1978172"/>
              <a:gd name="connsiteX82" fmla="*/ 7411323 w 10768629"/>
              <a:gd name="connsiteY82" fmla="*/ 1340732 h 1978172"/>
              <a:gd name="connsiteX83" fmla="*/ 7240698 w 10768629"/>
              <a:gd name="connsiteY83" fmla="*/ 1438832 h 1978172"/>
              <a:gd name="connsiteX84" fmla="*/ 7197675 w 10768629"/>
              <a:gd name="connsiteY84" fmla="*/ 1447530 h 1978172"/>
              <a:gd name="connsiteX85" fmla="*/ 7164788 w 10768629"/>
              <a:gd name="connsiteY85" fmla="*/ 1480293 h 1978172"/>
              <a:gd name="connsiteX86" fmla="*/ 7147929 w 10768629"/>
              <a:gd name="connsiteY86" fmla="*/ 1477641 h 1978172"/>
              <a:gd name="connsiteX87" fmla="*/ 7144965 w 10768629"/>
              <a:gd name="connsiteY87" fmla="*/ 1476908 h 1978172"/>
              <a:gd name="connsiteX88" fmla="*/ 7134299 w 10768629"/>
              <a:gd name="connsiteY88" fmla="*/ 1479969 h 1978172"/>
              <a:gd name="connsiteX89" fmla="*/ 7129809 w 10768629"/>
              <a:gd name="connsiteY89" fmla="*/ 1473339 h 1978172"/>
              <a:gd name="connsiteX90" fmla="*/ 7112688 w 10768629"/>
              <a:gd name="connsiteY90" fmla="*/ 1472575 h 1978172"/>
              <a:gd name="connsiteX91" fmla="*/ 7093470 w 10768629"/>
              <a:gd name="connsiteY91" fmla="*/ 1480300 h 1978172"/>
              <a:gd name="connsiteX92" fmla="*/ 7025034 w 10768629"/>
              <a:gd name="connsiteY92" fmla="*/ 1506934 h 1978172"/>
              <a:gd name="connsiteX93" fmla="*/ 7014783 w 10768629"/>
              <a:gd name="connsiteY93" fmla="*/ 1515868 h 1978172"/>
              <a:gd name="connsiteX94" fmla="*/ 6979706 w 10768629"/>
              <a:gd name="connsiteY94" fmla="*/ 1523511 h 1978172"/>
              <a:gd name="connsiteX95" fmla="*/ 6977890 w 10768629"/>
              <a:gd name="connsiteY95" fmla="*/ 1525793 h 1978172"/>
              <a:gd name="connsiteX96" fmla="*/ 6944339 w 10768629"/>
              <a:gd name="connsiteY96" fmla="*/ 1536237 h 1978172"/>
              <a:gd name="connsiteX97" fmla="*/ 6886996 w 10768629"/>
              <a:gd name="connsiteY97" fmla="*/ 1563569 h 1978172"/>
              <a:gd name="connsiteX98" fmla="*/ 6874510 w 10768629"/>
              <a:gd name="connsiteY98" fmla="*/ 1558469 h 1978172"/>
              <a:gd name="connsiteX99" fmla="*/ 6871943 w 10768629"/>
              <a:gd name="connsiteY99" fmla="*/ 1554651 h 1978172"/>
              <a:gd name="connsiteX100" fmla="*/ 6856174 w 10768629"/>
              <a:gd name="connsiteY100" fmla="*/ 1562024 h 1978172"/>
              <a:gd name="connsiteX101" fmla="*/ 6842321 w 10768629"/>
              <a:gd name="connsiteY101" fmla="*/ 1560554 h 1978172"/>
              <a:gd name="connsiteX102" fmla="*/ 6832713 w 10768629"/>
              <a:gd name="connsiteY102" fmla="*/ 1569357 h 1978172"/>
              <a:gd name="connsiteX103" fmla="*/ 6816351 w 10768629"/>
              <a:gd name="connsiteY103" fmla="*/ 1571495 h 1978172"/>
              <a:gd name="connsiteX104" fmla="*/ 6795800 w 10768629"/>
              <a:gd name="connsiteY104" fmla="*/ 1572010 h 1978172"/>
              <a:gd name="connsiteX105" fmla="*/ 6777546 w 10768629"/>
              <a:gd name="connsiteY105" fmla="*/ 1568661 h 1978172"/>
              <a:gd name="connsiteX106" fmla="*/ 6751528 w 10768629"/>
              <a:gd name="connsiteY106" fmla="*/ 1574143 h 1978172"/>
              <a:gd name="connsiteX107" fmla="*/ 6691966 w 10768629"/>
              <a:gd name="connsiteY107" fmla="*/ 1582255 h 1978172"/>
              <a:gd name="connsiteX108" fmla="*/ 6646941 w 10768629"/>
              <a:gd name="connsiteY108" fmla="*/ 1588471 h 1978172"/>
              <a:gd name="connsiteX109" fmla="*/ 6568576 w 10768629"/>
              <a:gd name="connsiteY109" fmla="*/ 1606488 h 1978172"/>
              <a:gd name="connsiteX110" fmla="*/ 6554358 w 10768629"/>
              <a:gd name="connsiteY110" fmla="*/ 1621701 h 1978172"/>
              <a:gd name="connsiteX111" fmla="*/ 6516968 w 10768629"/>
              <a:gd name="connsiteY111" fmla="*/ 1617195 h 1978172"/>
              <a:gd name="connsiteX112" fmla="*/ 6506479 w 10768629"/>
              <a:gd name="connsiteY112" fmla="*/ 1602227 h 1978172"/>
              <a:gd name="connsiteX113" fmla="*/ 6458436 w 10768629"/>
              <a:gd name="connsiteY113" fmla="*/ 1607332 h 1978172"/>
              <a:gd name="connsiteX114" fmla="*/ 6414786 w 10768629"/>
              <a:gd name="connsiteY114" fmla="*/ 1628815 h 1978172"/>
              <a:gd name="connsiteX115" fmla="*/ 6357085 w 10768629"/>
              <a:gd name="connsiteY115" fmla="*/ 1640846 h 1978172"/>
              <a:gd name="connsiteX116" fmla="*/ 6322636 w 10768629"/>
              <a:gd name="connsiteY116" fmla="*/ 1648213 h 1978172"/>
              <a:gd name="connsiteX117" fmla="*/ 6226172 w 10768629"/>
              <a:gd name="connsiteY117" fmla="*/ 1654676 h 1978172"/>
              <a:gd name="connsiteX118" fmla="*/ 6221217 w 10768629"/>
              <a:gd name="connsiteY118" fmla="*/ 1654506 h 1978172"/>
              <a:gd name="connsiteX119" fmla="*/ 6204956 w 10768629"/>
              <a:gd name="connsiteY119" fmla="*/ 1664280 h 1978172"/>
              <a:gd name="connsiteX120" fmla="*/ 6204270 w 10768629"/>
              <a:gd name="connsiteY120" fmla="*/ 1666782 h 1978172"/>
              <a:gd name="connsiteX121" fmla="*/ 6143810 w 10768629"/>
              <a:gd name="connsiteY121" fmla="*/ 1661963 h 1978172"/>
              <a:gd name="connsiteX122" fmla="*/ 6136560 w 10768629"/>
              <a:gd name="connsiteY122" fmla="*/ 1665728 h 1978172"/>
              <a:gd name="connsiteX123" fmla="*/ 6096155 w 10768629"/>
              <a:gd name="connsiteY123" fmla="*/ 1656951 h 1978172"/>
              <a:gd name="connsiteX124" fmla="*/ 6075812 w 10768629"/>
              <a:gd name="connsiteY124" fmla="*/ 1655422 h 1978172"/>
              <a:gd name="connsiteX125" fmla="*/ 6039495 w 10768629"/>
              <a:gd name="connsiteY125" fmla="*/ 1649680 h 1978172"/>
              <a:gd name="connsiteX126" fmla="*/ 6036523 w 10768629"/>
              <a:gd name="connsiteY126" fmla="*/ 1652121 h 1978172"/>
              <a:gd name="connsiteX127" fmla="*/ 6029328 w 10768629"/>
              <a:gd name="connsiteY127" fmla="*/ 1649904 h 1978172"/>
              <a:gd name="connsiteX128" fmla="*/ 6024075 w 10768629"/>
              <a:gd name="connsiteY128" fmla="*/ 1652779 h 1978172"/>
              <a:gd name="connsiteX129" fmla="*/ 6018085 w 10768629"/>
              <a:gd name="connsiteY129" fmla="*/ 1652030 h 1978172"/>
              <a:gd name="connsiteX130" fmla="*/ 5955513 w 10768629"/>
              <a:gd name="connsiteY130" fmla="*/ 1663584 h 1978172"/>
              <a:gd name="connsiteX131" fmla="*/ 5941996 w 10768629"/>
              <a:gd name="connsiteY131" fmla="*/ 1661326 h 1978172"/>
              <a:gd name="connsiteX132" fmla="*/ 5931789 w 10768629"/>
              <a:gd name="connsiteY132" fmla="*/ 1669915 h 1978172"/>
              <a:gd name="connsiteX133" fmla="*/ 5888686 w 10768629"/>
              <a:gd name="connsiteY133" fmla="*/ 1672175 h 1978172"/>
              <a:gd name="connsiteX134" fmla="*/ 5873794 w 10768629"/>
              <a:gd name="connsiteY134" fmla="*/ 1665454 h 1978172"/>
              <a:gd name="connsiteX135" fmla="*/ 5860022 w 10768629"/>
              <a:gd name="connsiteY135" fmla="*/ 1660635 h 1978172"/>
              <a:gd name="connsiteX136" fmla="*/ 5858237 w 10768629"/>
              <a:gd name="connsiteY136" fmla="*/ 1660649 h 1978172"/>
              <a:gd name="connsiteX137" fmla="*/ 5840319 w 10768629"/>
              <a:gd name="connsiteY137" fmla="*/ 1660798 h 1978172"/>
              <a:gd name="connsiteX138" fmla="*/ 5806984 w 10768629"/>
              <a:gd name="connsiteY138" fmla="*/ 1661075 h 1978172"/>
              <a:gd name="connsiteX139" fmla="*/ 5742351 w 10768629"/>
              <a:gd name="connsiteY139" fmla="*/ 1667489 h 1978172"/>
              <a:gd name="connsiteX140" fmla="*/ 5521171 w 10768629"/>
              <a:gd name="connsiteY140" fmla="*/ 1671626 h 1978172"/>
              <a:gd name="connsiteX141" fmla="*/ 5457384 w 10768629"/>
              <a:gd name="connsiteY141" fmla="*/ 1683952 h 1978172"/>
              <a:gd name="connsiteX142" fmla="*/ 4950070 w 10768629"/>
              <a:gd name="connsiteY142" fmla="*/ 1748401 h 1978172"/>
              <a:gd name="connsiteX143" fmla="*/ 4872172 w 10768629"/>
              <a:gd name="connsiteY143" fmla="*/ 1757222 h 1978172"/>
              <a:gd name="connsiteX144" fmla="*/ 4809524 w 10768629"/>
              <a:gd name="connsiteY144" fmla="*/ 1761033 h 1978172"/>
              <a:gd name="connsiteX145" fmla="*/ 4759058 w 10768629"/>
              <a:gd name="connsiteY145" fmla="*/ 1766533 h 1978172"/>
              <a:gd name="connsiteX146" fmla="*/ 4719749 w 10768629"/>
              <a:gd name="connsiteY146" fmla="*/ 1771811 h 1978172"/>
              <a:gd name="connsiteX147" fmla="*/ 4568686 w 10768629"/>
              <a:gd name="connsiteY147" fmla="*/ 1786141 h 1978172"/>
              <a:gd name="connsiteX148" fmla="*/ 4418751 w 10768629"/>
              <a:gd name="connsiteY148" fmla="*/ 1796932 h 1978172"/>
              <a:gd name="connsiteX149" fmla="*/ 4378377 w 10768629"/>
              <a:gd name="connsiteY149" fmla="*/ 1815528 h 1978172"/>
              <a:gd name="connsiteX150" fmla="*/ 4320575 w 10768629"/>
              <a:gd name="connsiteY150" fmla="*/ 1832722 h 1978172"/>
              <a:gd name="connsiteX151" fmla="*/ 4211935 w 10768629"/>
              <a:gd name="connsiteY151" fmla="*/ 1860177 h 1978172"/>
              <a:gd name="connsiteX152" fmla="*/ 4101228 w 10768629"/>
              <a:gd name="connsiteY152" fmla="*/ 1868717 h 1978172"/>
              <a:gd name="connsiteX153" fmla="*/ 3973223 w 10768629"/>
              <a:gd name="connsiteY153" fmla="*/ 1881015 h 1978172"/>
              <a:gd name="connsiteX154" fmla="*/ 3900992 w 10768629"/>
              <a:gd name="connsiteY154" fmla="*/ 1880603 h 1978172"/>
              <a:gd name="connsiteX155" fmla="*/ 3662119 w 10768629"/>
              <a:gd name="connsiteY155" fmla="*/ 1889285 h 1978172"/>
              <a:gd name="connsiteX156" fmla="*/ 3496919 w 10768629"/>
              <a:gd name="connsiteY156" fmla="*/ 1873180 h 1978172"/>
              <a:gd name="connsiteX157" fmla="*/ 3449433 w 10768629"/>
              <a:gd name="connsiteY157" fmla="*/ 1889681 h 1978172"/>
              <a:gd name="connsiteX158" fmla="*/ 3369766 w 10768629"/>
              <a:gd name="connsiteY158" fmla="*/ 1916653 h 1978172"/>
              <a:gd name="connsiteX159" fmla="*/ 3269672 w 10768629"/>
              <a:gd name="connsiteY159" fmla="*/ 1938036 h 1978172"/>
              <a:gd name="connsiteX160" fmla="*/ 3224897 w 10768629"/>
              <a:gd name="connsiteY160" fmla="*/ 1943733 h 1978172"/>
              <a:gd name="connsiteX161" fmla="*/ 3161463 w 10768629"/>
              <a:gd name="connsiteY161" fmla="*/ 1946591 h 1978172"/>
              <a:gd name="connsiteX162" fmla="*/ 3112044 w 10768629"/>
              <a:gd name="connsiteY162" fmla="*/ 1935614 h 1978172"/>
              <a:gd name="connsiteX163" fmla="*/ 3069716 w 10768629"/>
              <a:gd name="connsiteY163" fmla="*/ 1930463 h 1978172"/>
              <a:gd name="connsiteX164" fmla="*/ 3005773 w 10768629"/>
              <a:gd name="connsiteY164" fmla="*/ 1915878 h 1978172"/>
              <a:gd name="connsiteX165" fmla="*/ 2897201 w 10768629"/>
              <a:gd name="connsiteY165" fmla="*/ 1926772 h 1978172"/>
              <a:gd name="connsiteX166" fmla="*/ 2783891 w 10768629"/>
              <a:gd name="connsiteY166" fmla="*/ 1931749 h 1978172"/>
              <a:gd name="connsiteX167" fmla="*/ 2712447 w 10768629"/>
              <a:gd name="connsiteY167" fmla="*/ 1933044 h 1978172"/>
              <a:gd name="connsiteX168" fmla="*/ 2560151 w 10768629"/>
              <a:gd name="connsiteY168" fmla="*/ 1963609 h 1978172"/>
              <a:gd name="connsiteX169" fmla="*/ 2367221 w 10768629"/>
              <a:gd name="connsiteY169" fmla="*/ 1971884 h 1978172"/>
              <a:gd name="connsiteX170" fmla="*/ 2272130 w 10768629"/>
              <a:gd name="connsiteY170" fmla="*/ 1961162 h 1978172"/>
              <a:gd name="connsiteX171" fmla="*/ 2189404 w 10768629"/>
              <a:gd name="connsiteY171" fmla="*/ 1978172 h 1978172"/>
              <a:gd name="connsiteX172" fmla="*/ 2077704 w 10768629"/>
              <a:gd name="connsiteY172" fmla="*/ 1965002 h 1978172"/>
              <a:gd name="connsiteX173" fmla="*/ 2033299 w 10768629"/>
              <a:gd name="connsiteY173" fmla="*/ 1969042 h 1978172"/>
              <a:gd name="connsiteX174" fmla="*/ 1967996 w 10768629"/>
              <a:gd name="connsiteY174" fmla="*/ 1953187 h 1978172"/>
              <a:gd name="connsiteX175" fmla="*/ 1855805 w 10768629"/>
              <a:gd name="connsiteY175" fmla="*/ 1926082 h 1978172"/>
              <a:gd name="connsiteX176" fmla="*/ 1790957 w 10768629"/>
              <a:gd name="connsiteY176" fmla="*/ 1919460 h 1978172"/>
              <a:gd name="connsiteX177" fmla="*/ 1613978 w 10768629"/>
              <a:gd name="connsiteY177" fmla="*/ 1891581 h 1978172"/>
              <a:gd name="connsiteX178" fmla="*/ 1436831 w 10768629"/>
              <a:gd name="connsiteY178" fmla="*/ 1856201 h 1978172"/>
              <a:gd name="connsiteX179" fmla="*/ 1357365 w 10768629"/>
              <a:gd name="connsiteY179" fmla="*/ 1832140 h 1978172"/>
              <a:gd name="connsiteX180" fmla="*/ 1232341 w 10768629"/>
              <a:gd name="connsiteY180" fmla="*/ 1785942 h 1978172"/>
              <a:gd name="connsiteX181" fmla="*/ 1162595 w 10768629"/>
              <a:gd name="connsiteY181" fmla="*/ 1784330 h 1978172"/>
              <a:gd name="connsiteX182" fmla="*/ 1120257 w 10768629"/>
              <a:gd name="connsiteY182" fmla="*/ 1789615 h 1978172"/>
              <a:gd name="connsiteX183" fmla="*/ 991903 w 10768629"/>
              <a:gd name="connsiteY183" fmla="*/ 1786741 h 1978172"/>
              <a:gd name="connsiteX184" fmla="*/ 883960 w 10768629"/>
              <a:gd name="connsiteY184" fmla="*/ 1809389 h 1978172"/>
              <a:gd name="connsiteX185" fmla="*/ 766531 w 10768629"/>
              <a:gd name="connsiteY185" fmla="*/ 1805053 h 1978172"/>
              <a:gd name="connsiteX186" fmla="*/ 669779 w 10768629"/>
              <a:gd name="connsiteY186" fmla="*/ 1800537 h 1978172"/>
              <a:gd name="connsiteX187" fmla="*/ 523898 w 10768629"/>
              <a:gd name="connsiteY187" fmla="*/ 1811085 h 1978172"/>
              <a:gd name="connsiteX188" fmla="*/ 360251 w 10768629"/>
              <a:gd name="connsiteY188" fmla="*/ 1830735 h 1978172"/>
              <a:gd name="connsiteX189" fmla="*/ 255207 w 10768629"/>
              <a:gd name="connsiteY189" fmla="*/ 1818275 h 1978172"/>
              <a:gd name="connsiteX190" fmla="*/ 101803 w 10768629"/>
              <a:gd name="connsiteY190" fmla="*/ 1870647 h 1978172"/>
              <a:gd name="connsiteX191" fmla="*/ 25397 w 10768629"/>
              <a:gd name="connsiteY191" fmla="*/ 1888443 h 1978172"/>
              <a:gd name="connsiteX192" fmla="*/ 2370 w 10768629"/>
              <a:gd name="connsiteY192" fmla="*/ 1878311 h 1978172"/>
              <a:gd name="connsiteX193" fmla="*/ 0 w 10768629"/>
              <a:gd name="connsiteY193" fmla="*/ 1878785 h 1978172"/>
              <a:gd name="connsiteX194" fmla="*/ 0 w 10768629"/>
              <a:gd name="connsiteY194" fmla="*/ 0 h 19781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Lst>
            <a:rect l="l" t="t" r="r" b="b"/>
            <a:pathLst>
              <a:path w="10768629" h="1978172">
                <a:moveTo>
                  <a:pt x="0" y="0"/>
                </a:moveTo>
                <a:lnTo>
                  <a:pt x="10768629" y="0"/>
                </a:lnTo>
                <a:lnTo>
                  <a:pt x="10733254" y="31439"/>
                </a:lnTo>
                <a:lnTo>
                  <a:pt x="10727085" y="37910"/>
                </a:lnTo>
                <a:cubicBezTo>
                  <a:pt x="10712973" y="56080"/>
                  <a:pt x="10699457" y="78430"/>
                  <a:pt x="10675953" y="68623"/>
                </a:cubicBezTo>
                <a:cubicBezTo>
                  <a:pt x="10685972" y="89202"/>
                  <a:pt x="10641629" y="69781"/>
                  <a:pt x="10637091" y="90361"/>
                </a:cubicBezTo>
                <a:cubicBezTo>
                  <a:pt x="10635214" y="107005"/>
                  <a:pt x="10621323" y="104993"/>
                  <a:pt x="10610971" y="110764"/>
                </a:cubicBezTo>
                <a:cubicBezTo>
                  <a:pt x="10603980" y="127568"/>
                  <a:pt x="10551417" y="141180"/>
                  <a:pt x="10532872" y="138028"/>
                </a:cubicBezTo>
                <a:cubicBezTo>
                  <a:pt x="10480300" y="119072"/>
                  <a:pt x="10440532" y="186296"/>
                  <a:pt x="10398558" y="172911"/>
                </a:cubicBezTo>
                <a:cubicBezTo>
                  <a:pt x="10387708" y="174114"/>
                  <a:pt x="10378792" y="177646"/>
                  <a:pt x="10371128" y="182609"/>
                </a:cubicBezTo>
                <a:lnTo>
                  <a:pt x="10352178" y="199976"/>
                </a:lnTo>
                <a:lnTo>
                  <a:pt x="10351815" y="211879"/>
                </a:lnTo>
                <a:lnTo>
                  <a:pt x="10337471" y="218661"/>
                </a:lnTo>
                <a:lnTo>
                  <a:pt x="10334625" y="222351"/>
                </a:lnTo>
                <a:cubicBezTo>
                  <a:pt x="10321108" y="225227"/>
                  <a:pt x="10278615" y="228401"/>
                  <a:pt x="10256365" y="235917"/>
                </a:cubicBezTo>
                <a:cubicBezTo>
                  <a:pt x="10218136" y="258033"/>
                  <a:pt x="10224552" y="209685"/>
                  <a:pt x="10201127" y="267448"/>
                </a:cubicBezTo>
                <a:cubicBezTo>
                  <a:pt x="10121320" y="273476"/>
                  <a:pt x="10040763" y="345580"/>
                  <a:pt x="9961218" y="326720"/>
                </a:cubicBezTo>
                <a:cubicBezTo>
                  <a:pt x="9980173" y="341621"/>
                  <a:pt x="9883038" y="318484"/>
                  <a:pt x="9859715" y="355698"/>
                </a:cubicBezTo>
                <a:cubicBezTo>
                  <a:pt x="9812822" y="367758"/>
                  <a:pt x="9752089" y="383830"/>
                  <a:pt x="9679867" y="399081"/>
                </a:cubicBezTo>
                <a:cubicBezTo>
                  <a:pt x="9618357" y="415668"/>
                  <a:pt x="9525492" y="446315"/>
                  <a:pt x="9490654" y="455225"/>
                </a:cubicBezTo>
                <a:lnTo>
                  <a:pt x="9470837" y="452539"/>
                </a:lnTo>
                <a:lnTo>
                  <a:pt x="9469082" y="454891"/>
                </a:lnTo>
                <a:cubicBezTo>
                  <a:pt x="9460057" y="461184"/>
                  <a:pt x="9453495" y="461729"/>
                  <a:pt x="9448038" y="459733"/>
                </a:cubicBezTo>
                <a:lnTo>
                  <a:pt x="9396821" y="455795"/>
                </a:lnTo>
                <a:lnTo>
                  <a:pt x="9392197" y="459796"/>
                </a:lnTo>
                <a:lnTo>
                  <a:pt x="9347994" y="464462"/>
                </a:lnTo>
                <a:cubicBezTo>
                  <a:pt x="9347959" y="465155"/>
                  <a:pt x="9347925" y="465846"/>
                  <a:pt x="9347889" y="466539"/>
                </a:cubicBezTo>
                <a:cubicBezTo>
                  <a:pt x="9346648" y="471307"/>
                  <a:pt x="9343831" y="475025"/>
                  <a:pt x="9337639" y="476654"/>
                </a:cubicBezTo>
                <a:cubicBezTo>
                  <a:pt x="9354547" y="503661"/>
                  <a:pt x="9307720" y="510631"/>
                  <a:pt x="9287964" y="513052"/>
                </a:cubicBezTo>
                <a:cubicBezTo>
                  <a:pt x="9269905" y="526173"/>
                  <a:pt x="9245386" y="544358"/>
                  <a:pt x="9229283" y="555377"/>
                </a:cubicBezTo>
                <a:lnTo>
                  <a:pt x="9220274" y="557502"/>
                </a:lnTo>
                <a:cubicBezTo>
                  <a:pt x="9220250" y="557668"/>
                  <a:pt x="9220226" y="557835"/>
                  <a:pt x="9220202" y="558001"/>
                </a:cubicBezTo>
                <a:cubicBezTo>
                  <a:pt x="9218468" y="559434"/>
                  <a:pt x="9215591" y="560497"/>
                  <a:pt x="9210908" y="561147"/>
                </a:cubicBezTo>
                <a:lnTo>
                  <a:pt x="9186374" y="565502"/>
                </a:lnTo>
                <a:lnTo>
                  <a:pt x="9181058" y="569943"/>
                </a:lnTo>
                <a:lnTo>
                  <a:pt x="9167549" y="584727"/>
                </a:lnTo>
                <a:lnTo>
                  <a:pt x="9149110" y="598906"/>
                </a:lnTo>
                <a:cubicBezTo>
                  <a:pt x="9133575" y="594395"/>
                  <a:pt x="9087390" y="636567"/>
                  <a:pt x="9078556" y="644039"/>
                </a:cubicBezTo>
                <a:lnTo>
                  <a:pt x="8996399" y="690055"/>
                </a:lnTo>
                <a:cubicBezTo>
                  <a:pt x="8913147" y="777045"/>
                  <a:pt x="8867993" y="772591"/>
                  <a:pt x="8803791" y="813860"/>
                </a:cubicBezTo>
                <a:cubicBezTo>
                  <a:pt x="8745270" y="819906"/>
                  <a:pt x="8690049" y="823612"/>
                  <a:pt x="8636202" y="848463"/>
                </a:cubicBezTo>
                <a:cubicBezTo>
                  <a:pt x="8594799" y="860014"/>
                  <a:pt x="8568613" y="864779"/>
                  <a:pt x="8555372" y="883171"/>
                </a:cubicBezTo>
                <a:lnTo>
                  <a:pt x="8507229" y="901665"/>
                </a:lnTo>
                <a:lnTo>
                  <a:pt x="8428473" y="927985"/>
                </a:lnTo>
                <a:cubicBezTo>
                  <a:pt x="8428287" y="929817"/>
                  <a:pt x="8428100" y="931648"/>
                  <a:pt x="8427914" y="933480"/>
                </a:cubicBezTo>
                <a:lnTo>
                  <a:pt x="8420327" y="941984"/>
                </a:lnTo>
                <a:lnTo>
                  <a:pt x="8394729" y="948347"/>
                </a:lnTo>
                <a:lnTo>
                  <a:pt x="8380548" y="987916"/>
                </a:lnTo>
                <a:lnTo>
                  <a:pt x="8375330" y="965444"/>
                </a:lnTo>
                <a:cubicBezTo>
                  <a:pt x="8372375" y="964202"/>
                  <a:pt x="8344433" y="977378"/>
                  <a:pt x="8340796" y="980522"/>
                </a:cubicBezTo>
                <a:cubicBezTo>
                  <a:pt x="8328292" y="982128"/>
                  <a:pt x="8319237" y="991089"/>
                  <a:pt x="8304438" y="996739"/>
                </a:cubicBezTo>
                <a:cubicBezTo>
                  <a:pt x="8297193" y="1005683"/>
                  <a:pt x="8289328" y="1014568"/>
                  <a:pt x="8280929" y="1023089"/>
                </a:cubicBezTo>
                <a:lnTo>
                  <a:pt x="8275760" y="1027772"/>
                </a:lnTo>
                <a:lnTo>
                  <a:pt x="8275478" y="1027605"/>
                </a:lnTo>
                <a:cubicBezTo>
                  <a:pt x="8273970" y="1028076"/>
                  <a:pt x="8251461" y="1029408"/>
                  <a:pt x="8249003" y="1032033"/>
                </a:cubicBezTo>
                <a:lnTo>
                  <a:pt x="8203836" y="1037347"/>
                </a:lnTo>
                <a:cubicBezTo>
                  <a:pt x="8172789" y="1049890"/>
                  <a:pt x="8148166" y="1034625"/>
                  <a:pt x="8122936" y="1063113"/>
                </a:cubicBezTo>
                <a:cubicBezTo>
                  <a:pt x="8093850" y="1074757"/>
                  <a:pt x="8066781" y="1075350"/>
                  <a:pt x="8043658" y="1092746"/>
                </a:cubicBezTo>
                <a:cubicBezTo>
                  <a:pt x="8032157" y="1089174"/>
                  <a:pt x="8022145" y="1089998"/>
                  <a:pt x="8015351" y="1105478"/>
                </a:cubicBezTo>
                <a:cubicBezTo>
                  <a:pt x="7987544" y="1113006"/>
                  <a:pt x="7977708" y="1099152"/>
                  <a:pt x="7963145" y="1119346"/>
                </a:cubicBezTo>
                <a:cubicBezTo>
                  <a:pt x="7942622" y="1098880"/>
                  <a:pt x="7943760" y="1109516"/>
                  <a:pt x="7938145" y="1120225"/>
                </a:cubicBezTo>
                <a:lnTo>
                  <a:pt x="7937238" y="1121204"/>
                </a:lnTo>
                <a:lnTo>
                  <a:pt x="7934398" y="1118240"/>
                </a:lnTo>
                <a:lnTo>
                  <a:pt x="7918248" y="1124371"/>
                </a:lnTo>
                <a:lnTo>
                  <a:pt x="7914119" y="1127653"/>
                </a:lnTo>
                <a:cubicBezTo>
                  <a:pt x="7911201" y="1129547"/>
                  <a:pt x="7909169" y="1130331"/>
                  <a:pt x="7907658" y="1130350"/>
                </a:cubicBezTo>
                <a:lnTo>
                  <a:pt x="7907434" y="1130103"/>
                </a:lnTo>
                <a:lnTo>
                  <a:pt x="7901508" y="1133245"/>
                </a:lnTo>
                <a:cubicBezTo>
                  <a:pt x="7891644" y="1139271"/>
                  <a:pt x="7882185" y="1145815"/>
                  <a:pt x="7873287" y="1152609"/>
                </a:cubicBezTo>
                <a:cubicBezTo>
                  <a:pt x="7864672" y="1141906"/>
                  <a:pt x="7845199" y="1159242"/>
                  <a:pt x="7834833" y="1153868"/>
                </a:cubicBezTo>
                <a:lnTo>
                  <a:pt x="7828661" y="1139994"/>
                </a:lnTo>
                <a:lnTo>
                  <a:pt x="7823966" y="1143178"/>
                </a:lnTo>
                <a:lnTo>
                  <a:pt x="7815078" y="1151776"/>
                </a:lnTo>
                <a:cubicBezTo>
                  <a:pt x="7813692" y="1152943"/>
                  <a:pt x="7812687" y="1153116"/>
                  <a:pt x="7812026" y="1151522"/>
                </a:cubicBezTo>
                <a:cubicBezTo>
                  <a:pt x="7806555" y="1153054"/>
                  <a:pt x="7788673" y="1159989"/>
                  <a:pt x="7782249" y="1160970"/>
                </a:cubicBezTo>
                <a:lnTo>
                  <a:pt x="7773476" y="1157414"/>
                </a:lnTo>
                <a:lnTo>
                  <a:pt x="7769600" y="1157365"/>
                </a:lnTo>
                <a:lnTo>
                  <a:pt x="7752631" y="1172815"/>
                </a:lnTo>
                <a:lnTo>
                  <a:pt x="7739392" y="1192062"/>
                </a:lnTo>
                <a:lnTo>
                  <a:pt x="7677677" y="1216394"/>
                </a:lnTo>
                <a:lnTo>
                  <a:pt x="7586920" y="1261888"/>
                </a:lnTo>
                <a:cubicBezTo>
                  <a:pt x="7556723" y="1298911"/>
                  <a:pt x="7489187" y="1284518"/>
                  <a:pt x="7486100" y="1292563"/>
                </a:cubicBezTo>
                <a:cubicBezTo>
                  <a:pt x="7454875" y="1308356"/>
                  <a:pt x="7453335" y="1326361"/>
                  <a:pt x="7411323" y="1340732"/>
                </a:cubicBezTo>
                <a:cubicBezTo>
                  <a:pt x="7372519" y="1390006"/>
                  <a:pt x="7288617" y="1403664"/>
                  <a:pt x="7240698" y="1438832"/>
                </a:cubicBezTo>
                <a:cubicBezTo>
                  <a:pt x="7206467" y="1417136"/>
                  <a:pt x="7227555" y="1441678"/>
                  <a:pt x="7197675" y="1447530"/>
                </a:cubicBezTo>
                <a:cubicBezTo>
                  <a:pt x="7211601" y="1474927"/>
                  <a:pt x="7159483" y="1444981"/>
                  <a:pt x="7164788" y="1480293"/>
                </a:cubicBezTo>
                <a:cubicBezTo>
                  <a:pt x="7159184" y="1480240"/>
                  <a:pt x="7153584" y="1479075"/>
                  <a:pt x="7147929" y="1477641"/>
                </a:cubicBezTo>
                <a:lnTo>
                  <a:pt x="7144965" y="1476908"/>
                </a:lnTo>
                <a:lnTo>
                  <a:pt x="7134299" y="1479969"/>
                </a:lnTo>
                <a:lnTo>
                  <a:pt x="7129809" y="1473339"/>
                </a:lnTo>
                <a:lnTo>
                  <a:pt x="7112688" y="1472575"/>
                </a:lnTo>
                <a:cubicBezTo>
                  <a:pt x="7106506" y="1473449"/>
                  <a:pt x="7100123" y="1475741"/>
                  <a:pt x="7093470" y="1480300"/>
                </a:cubicBezTo>
                <a:cubicBezTo>
                  <a:pt x="7079039" y="1501274"/>
                  <a:pt x="7048991" y="1495718"/>
                  <a:pt x="7025034" y="1506934"/>
                </a:cubicBezTo>
                <a:lnTo>
                  <a:pt x="7014783" y="1515868"/>
                </a:lnTo>
                <a:lnTo>
                  <a:pt x="6979706" y="1523511"/>
                </a:lnTo>
                <a:lnTo>
                  <a:pt x="6977890" y="1525793"/>
                </a:lnTo>
                <a:cubicBezTo>
                  <a:pt x="6971996" y="1527914"/>
                  <a:pt x="6959488" y="1529941"/>
                  <a:pt x="6944339" y="1536237"/>
                </a:cubicBezTo>
                <a:lnTo>
                  <a:pt x="6886996" y="1563569"/>
                </a:lnTo>
                <a:lnTo>
                  <a:pt x="6874510" y="1558469"/>
                </a:lnTo>
                <a:lnTo>
                  <a:pt x="6871943" y="1554651"/>
                </a:lnTo>
                <a:lnTo>
                  <a:pt x="6856174" y="1562024"/>
                </a:lnTo>
                <a:lnTo>
                  <a:pt x="6842321" y="1560554"/>
                </a:lnTo>
                <a:lnTo>
                  <a:pt x="6832713" y="1569357"/>
                </a:lnTo>
                <a:lnTo>
                  <a:pt x="6816351" y="1571495"/>
                </a:lnTo>
                <a:cubicBezTo>
                  <a:pt x="6810216" y="1571510"/>
                  <a:pt x="6803310" y="1571324"/>
                  <a:pt x="6795800" y="1572010"/>
                </a:cubicBezTo>
                <a:lnTo>
                  <a:pt x="6777546" y="1568661"/>
                </a:lnTo>
                <a:lnTo>
                  <a:pt x="6751528" y="1574143"/>
                </a:lnTo>
                <a:cubicBezTo>
                  <a:pt x="6731455" y="1578562"/>
                  <a:pt x="6712054" y="1582098"/>
                  <a:pt x="6691966" y="1582255"/>
                </a:cubicBezTo>
                <a:cubicBezTo>
                  <a:pt x="6677921" y="1590738"/>
                  <a:pt x="6663787" y="1595441"/>
                  <a:pt x="6646941" y="1588471"/>
                </a:cubicBezTo>
                <a:cubicBezTo>
                  <a:pt x="6605135" y="1597971"/>
                  <a:pt x="6598373" y="1612583"/>
                  <a:pt x="6568576" y="1606488"/>
                </a:cubicBezTo>
                <a:cubicBezTo>
                  <a:pt x="6562510" y="1614734"/>
                  <a:pt x="6558067" y="1619360"/>
                  <a:pt x="6554358" y="1621701"/>
                </a:cubicBezTo>
                <a:cubicBezTo>
                  <a:pt x="6543227" y="1628727"/>
                  <a:pt x="6538724" y="1615196"/>
                  <a:pt x="6516968" y="1617195"/>
                </a:cubicBezTo>
                <a:cubicBezTo>
                  <a:pt x="6493173" y="1617368"/>
                  <a:pt x="6528193" y="1598652"/>
                  <a:pt x="6506479" y="1602227"/>
                </a:cubicBezTo>
                <a:cubicBezTo>
                  <a:pt x="6486674" y="1613929"/>
                  <a:pt x="6478484" y="1593997"/>
                  <a:pt x="6458436" y="1607332"/>
                </a:cubicBezTo>
                <a:cubicBezTo>
                  <a:pt x="6471168" y="1620800"/>
                  <a:pt x="6410323" y="1615478"/>
                  <a:pt x="6414786" y="1628815"/>
                </a:cubicBezTo>
                <a:cubicBezTo>
                  <a:pt x="6385942" y="1615041"/>
                  <a:pt x="6386569" y="1640238"/>
                  <a:pt x="6357085" y="1640846"/>
                </a:cubicBezTo>
                <a:cubicBezTo>
                  <a:pt x="6341163" y="1636809"/>
                  <a:pt x="6331497" y="1637754"/>
                  <a:pt x="6322636" y="1648213"/>
                </a:cubicBezTo>
                <a:cubicBezTo>
                  <a:pt x="6248448" y="1627802"/>
                  <a:pt x="6286748" y="1654976"/>
                  <a:pt x="6226172" y="1654676"/>
                </a:cubicBezTo>
                <a:lnTo>
                  <a:pt x="6221217" y="1654506"/>
                </a:lnTo>
                <a:lnTo>
                  <a:pt x="6204956" y="1664280"/>
                </a:lnTo>
                <a:cubicBezTo>
                  <a:pt x="6204728" y="1665114"/>
                  <a:pt x="6204498" y="1665947"/>
                  <a:pt x="6204270" y="1666782"/>
                </a:cubicBezTo>
                <a:lnTo>
                  <a:pt x="6143810" y="1661963"/>
                </a:lnTo>
                <a:lnTo>
                  <a:pt x="6136560" y="1665728"/>
                </a:lnTo>
                <a:lnTo>
                  <a:pt x="6096155" y="1656951"/>
                </a:lnTo>
                <a:lnTo>
                  <a:pt x="6075812" y="1655422"/>
                </a:lnTo>
                <a:lnTo>
                  <a:pt x="6039495" y="1649680"/>
                </a:lnTo>
                <a:lnTo>
                  <a:pt x="6036523" y="1652121"/>
                </a:lnTo>
                <a:lnTo>
                  <a:pt x="6029328" y="1649904"/>
                </a:lnTo>
                <a:lnTo>
                  <a:pt x="6024075" y="1652779"/>
                </a:lnTo>
                <a:lnTo>
                  <a:pt x="6018085" y="1652030"/>
                </a:lnTo>
                <a:cubicBezTo>
                  <a:pt x="6006658" y="1653831"/>
                  <a:pt x="5968194" y="1662035"/>
                  <a:pt x="5955513" y="1663584"/>
                </a:cubicBezTo>
                <a:lnTo>
                  <a:pt x="5941996" y="1661326"/>
                </a:lnTo>
                <a:lnTo>
                  <a:pt x="5931789" y="1669915"/>
                </a:lnTo>
                <a:lnTo>
                  <a:pt x="5888686" y="1672175"/>
                </a:lnTo>
                <a:lnTo>
                  <a:pt x="5873794" y="1665454"/>
                </a:lnTo>
                <a:lnTo>
                  <a:pt x="5860022" y="1660635"/>
                </a:lnTo>
                <a:lnTo>
                  <a:pt x="5858237" y="1660649"/>
                </a:lnTo>
                <a:lnTo>
                  <a:pt x="5840319" y="1660798"/>
                </a:lnTo>
                <a:lnTo>
                  <a:pt x="5806984" y="1661075"/>
                </a:lnTo>
                <a:cubicBezTo>
                  <a:pt x="5785708" y="1661533"/>
                  <a:pt x="5764126" y="1662974"/>
                  <a:pt x="5742351" y="1667489"/>
                </a:cubicBezTo>
                <a:cubicBezTo>
                  <a:pt x="5659069" y="1645168"/>
                  <a:pt x="5615134" y="1706361"/>
                  <a:pt x="5521171" y="1671626"/>
                </a:cubicBezTo>
                <a:cubicBezTo>
                  <a:pt x="5491803" y="1671296"/>
                  <a:pt x="5498089" y="1662666"/>
                  <a:pt x="5457384" y="1683952"/>
                </a:cubicBezTo>
                <a:cubicBezTo>
                  <a:pt x="5356959" y="1699287"/>
                  <a:pt x="5078905" y="1774579"/>
                  <a:pt x="4950070" y="1748401"/>
                </a:cubicBezTo>
                <a:cubicBezTo>
                  <a:pt x="4918276" y="1752255"/>
                  <a:pt x="4891043" y="1756936"/>
                  <a:pt x="4872172" y="1757222"/>
                </a:cubicBezTo>
                <a:lnTo>
                  <a:pt x="4809524" y="1761033"/>
                </a:lnTo>
                <a:cubicBezTo>
                  <a:pt x="4791324" y="1772975"/>
                  <a:pt x="4777258" y="1754591"/>
                  <a:pt x="4759058" y="1766533"/>
                </a:cubicBezTo>
                <a:cubicBezTo>
                  <a:pt x="4747481" y="1770744"/>
                  <a:pt x="4734604" y="1772921"/>
                  <a:pt x="4719749" y="1771811"/>
                </a:cubicBezTo>
                <a:cubicBezTo>
                  <a:pt x="4671168" y="1780243"/>
                  <a:pt x="4634134" y="1775931"/>
                  <a:pt x="4568686" y="1786141"/>
                </a:cubicBezTo>
                <a:cubicBezTo>
                  <a:pt x="4544667" y="1777910"/>
                  <a:pt x="4432547" y="1778168"/>
                  <a:pt x="4418751" y="1796932"/>
                </a:cubicBezTo>
                <a:cubicBezTo>
                  <a:pt x="4403360" y="1801488"/>
                  <a:pt x="4385278" y="1795746"/>
                  <a:pt x="4378377" y="1815528"/>
                </a:cubicBezTo>
                <a:cubicBezTo>
                  <a:pt x="4366870" y="1839461"/>
                  <a:pt x="4337372" y="1814003"/>
                  <a:pt x="4320575" y="1832722"/>
                </a:cubicBezTo>
                <a:cubicBezTo>
                  <a:pt x="4277898" y="1857053"/>
                  <a:pt x="4243945" y="1846759"/>
                  <a:pt x="4211935" y="1860177"/>
                </a:cubicBezTo>
                <a:cubicBezTo>
                  <a:pt x="4181519" y="1859584"/>
                  <a:pt x="4171342" y="1859762"/>
                  <a:pt x="4101228" y="1868717"/>
                </a:cubicBezTo>
                <a:cubicBezTo>
                  <a:pt x="4080159" y="1876188"/>
                  <a:pt x="4039427" y="1877381"/>
                  <a:pt x="3973223" y="1881015"/>
                </a:cubicBezTo>
                <a:cubicBezTo>
                  <a:pt x="3971330" y="1884974"/>
                  <a:pt x="3952843" y="1879225"/>
                  <a:pt x="3900992" y="1880603"/>
                </a:cubicBezTo>
                <a:cubicBezTo>
                  <a:pt x="3849141" y="1881981"/>
                  <a:pt x="3740060" y="1895686"/>
                  <a:pt x="3662119" y="1889285"/>
                </a:cubicBezTo>
                <a:cubicBezTo>
                  <a:pt x="3565155" y="1881322"/>
                  <a:pt x="3613412" y="1915150"/>
                  <a:pt x="3496919" y="1873180"/>
                </a:cubicBezTo>
                <a:cubicBezTo>
                  <a:pt x="3488062" y="1895719"/>
                  <a:pt x="3474293" y="1876288"/>
                  <a:pt x="3449433" y="1889681"/>
                </a:cubicBezTo>
                <a:cubicBezTo>
                  <a:pt x="3406553" y="1891629"/>
                  <a:pt x="3413217" y="1897797"/>
                  <a:pt x="3369766" y="1916653"/>
                </a:cubicBezTo>
                <a:cubicBezTo>
                  <a:pt x="3338805" y="1929531"/>
                  <a:pt x="3289487" y="1928617"/>
                  <a:pt x="3269672" y="1938036"/>
                </a:cubicBezTo>
                <a:lnTo>
                  <a:pt x="3224897" y="1943733"/>
                </a:lnTo>
                <a:cubicBezTo>
                  <a:pt x="3188693" y="1949271"/>
                  <a:pt x="3178540" y="1909145"/>
                  <a:pt x="3161463" y="1946591"/>
                </a:cubicBezTo>
                <a:lnTo>
                  <a:pt x="3112044" y="1935614"/>
                </a:lnTo>
                <a:lnTo>
                  <a:pt x="3069716" y="1930463"/>
                </a:lnTo>
                <a:cubicBezTo>
                  <a:pt x="3049937" y="1924285"/>
                  <a:pt x="3047816" y="1925644"/>
                  <a:pt x="3005773" y="1915878"/>
                </a:cubicBezTo>
                <a:cubicBezTo>
                  <a:pt x="2978838" y="1921092"/>
                  <a:pt x="2967972" y="1927319"/>
                  <a:pt x="2897201" y="1926772"/>
                </a:cubicBezTo>
                <a:lnTo>
                  <a:pt x="2783891" y="1931749"/>
                </a:lnTo>
                <a:cubicBezTo>
                  <a:pt x="2753098" y="1932794"/>
                  <a:pt x="2731621" y="1915151"/>
                  <a:pt x="2712447" y="1933044"/>
                </a:cubicBezTo>
                <a:cubicBezTo>
                  <a:pt x="2621923" y="1990472"/>
                  <a:pt x="2637976" y="1949546"/>
                  <a:pt x="2560151" y="1963609"/>
                </a:cubicBezTo>
                <a:cubicBezTo>
                  <a:pt x="2472084" y="1973456"/>
                  <a:pt x="2423631" y="1962133"/>
                  <a:pt x="2367221" y="1971884"/>
                </a:cubicBezTo>
                <a:cubicBezTo>
                  <a:pt x="2355331" y="1950582"/>
                  <a:pt x="2295649" y="1950006"/>
                  <a:pt x="2272130" y="1961162"/>
                </a:cubicBezTo>
                <a:cubicBezTo>
                  <a:pt x="2229336" y="1964326"/>
                  <a:pt x="2232627" y="1943953"/>
                  <a:pt x="2189404" y="1978172"/>
                </a:cubicBezTo>
                <a:cubicBezTo>
                  <a:pt x="2153824" y="1968017"/>
                  <a:pt x="2114605" y="1969166"/>
                  <a:pt x="2077704" y="1965002"/>
                </a:cubicBezTo>
                <a:cubicBezTo>
                  <a:pt x="2053064" y="1962036"/>
                  <a:pt x="2051584" y="1971011"/>
                  <a:pt x="2033299" y="1969042"/>
                </a:cubicBezTo>
                <a:cubicBezTo>
                  <a:pt x="2015014" y="1967073"/>
                  <a:pt x="1998956" y="1958903"/>
                  <a:pt x="1967996" y="1953187"/>
                </a:cubicBezTo>
                <a:cubicBezTo>
                  <a:pt x="1924117" y="1970917"/>
                  <a:pt x="1915668" y="1940297"/>
                  <a:pt x="1855805" y="1926082"/>
                </a:cubicBezTo>
                <a:cubicBezTo>
                  <a:pt x="1830663" y="1943732"/>
                  <a:pt x="1810564" y="1935694"/>
                  <a:pt x="1790957" y="1919460"/>
                </a:cubicBezTo>
                <a:cubicBezTo>
                  <a:pt x="1732588" y="1924884"/>
                  <a:pt x="1679506" y="1900619"/>
                  <a:pt x="1613978" y="1891581"/>
                </a:cubicBezTo>
                <a:cubicBezTo>
                  <a:pt x="1542961" y="1912227"/>
                  <a:pt x="1506863" y="1865666"/>
                  <a:pt x="1436831" y="1856201"/>
                </a:cubicBezTo>
                <a:cubicBezTo>
                  <a:pt x="1409149" y="1862955"/>
                  <a:pt x="1416370" y="1829853"/>
                  <a:pt x="1357365" y="1832140"/>
                </a:cubicBezTo>
                <a:cubicBezTo>
                  <a:pt x="1285880" y="1811785"/>
                  <a:pt x="1273193" y="1786872"/>
                  <a:pt x="1232341" y="1785942"/>
                </a:cubicBezTo>
                <a:cubicBezTo>
                  <a:pt x="1223903" y="1792798"/>
                  <a:pt x="1160576" y="1793911"/>
                  <a:pt x="1162595" y="1784330"/>
                </a:cubicBezTo>
                <a:cubicBezTo>
                  <a:pt x="1153167" y="1787110"/>
                  <a:pt x="1122206" y="1805077"/>
                  <a:pt x="1120257" y="1789615"/>
                </a:cubicBezTo>
                <a:cubicBezTo>
                  <a:pt x="1073149" y="1786750"/>
                  <a:pt x="1034361" y="1768718"/>
                  <a:pt x="991903" y="1786741"/>
                </a:cubicBezTo>
                <a:cubicBezTo>
                  <a:pt x="966383" y="1781126"/>
                  <a:pt x="949501" y="1800915"/>
                  <a:pt x="883960" y="1809389"/>
                </a:cubicBezTo>
                <a:cubicBezTo>
                  <a:pt x="836064" y="1808194"/>
                  <a:pt x="826980" y="1826610"/>
                  <a:pt x="766531" y="1805053"/>
                </a:cubicBezTo>
                <a:cubicBezTo>
                  <a:pt x="732778" y="1801141"/>
                  <a:pt x="694055" y="1787044"/>
                  <a:pt x="669779" y="1800537"/>
                </a:cubicBezTo>
                <a:cubicBezTo>
                  <a:pt x="645252" y="1794709"/>
                  <a:pt x="563495" y="1813232"/>
                  <a:pt x="523898" y="1811085"/>
                </a:cubicBezTo>
                <a:cubicBezTo>
                  <a:pt x="457555" y="1798530"/>
                  <a:pt x="395227" y="1824052"/>
                  <a:pt x="360251" y="1830735"/>
                </a:cubicBezTo>
                <a:cubicBezTo>
                  <a:pt x="313564" y="1825583"/>
                  <a:pt x="298281" y="1811622"/>
                  <a:pt x="255207" y="1818275"/>
                </a:cubicBezTo>
                <a:cubicBezTo>
                  <a:pt x="206572" y="1839769"/>
                  <a:pt x="160277" y="1836800"/>
                  <a:pt x="101803" y="1870647"/>
                </a:cubicBezTo>
                <a:cubicBezTo>
                  <a:pt x="85849" y="1910002"/>
                  <a:pt x="27997" y="1845258"/>
                  <a:pt x="25397" y="1888443"/>
                </a:cubicBezTo>
                <a:cubicBezTo>
                  <a:pt x="19096" y="1881154"/>
                  <a:pt x="11260" y="1878398"/>
                  <a:pt x="2370" y="1878311"/>
                </a:cubicBezTo>
                <a:lnTo>
                  <a:pt x="0" y="1878785"/>
                </a:lnTo>
                <a:lnTo>
                  <a:pt x="0" y="0"/>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A5E2683F-14DC-9009-DA2A-4A27EA840102}"/>
              </a:ext>
            </a:extLst>
          </p:cNvPr>
          <p:cNvSpPr>
            <a:spLocks noGrp="1"/>
          </p:cNvSpPr>
          <p:nvPr>
            <p:ph type="title"/>
          </p:nvPr>
        </p:nvSpPr>
        <p:spPr>
          <a:xfrm>
            <a:off x="1137034" y="609597"/>
            <a:ext cx="9392421" cy="1330841"/>
          </a:xfrm>
        </p:spPr>
        <p:txBody>
          <a:bodyPr>
            <a:normAutofit/>
          </a:bodyPr>
          <a:lstStyle/>
          <a:p>
            <a:r>
              <a:rPr lang="en-US"/>
              <a:t>Module 2 Agenda: Firewalls</a:t>
            </a:r>
          </a:p>
        </p:txBody>
      </p:sp>
      <p:sp>
        <p:nvSpPr>
          <p:cNvPr id="3" name="Content Placeholder 2">
            <a:extLst>
              <a:ext uri="{FF2B5EF4-FFF2-40B4-BE49-F238E27FC236}">
                <a16:creationId xmlns:a16="http://schemas.microsoft.com/office/drawing/2014/main" id="{9557427E-6785-ACB1-C0A4-8991640DBEB5}"/>
              </a:ext>
            </a:extLst>
          </p:cNvPr>
          <p:cNvSpPr>
            <a:spLocks noGrp="1"/>
          </p:cNvSpPr>
          <p:nvPr>
            <p:ph idx="1"/>
          </p:nvPr>
        </p:nvSpPr>
        <p:spPr>
          <a:xfrm>
            <a:off x="4920" y="1937105"/>
            <a:ext cx="12187080" cy="3917773"/>
          </a:xfrm>
        </p:spPr>
        <p:txBody>
          <a:bodyPr vert="horz" lIns="91440" tIns="45720" rIns="91440" bIns="45720" rtlCol="0" anchor="t">
            <a:noAutofit/>
          </a:bodyPr>
          <a:lstStyle/>
          <a:p>
            <a:pPr marL="0" indent="0">
              <a:buNone/>
            </a:pPr>
            <a:r>
              <a:rPr lang="en-US" sz="2400">
                <a:ea typeface="+mn-lt"/>
                <a:cs typeface="+mn-lt"/>
              </a:rPr>
              <a:t>M2: </a:t>
            </a:r>
            <a:r>
              <a:rPr lang="en-US" sz="2400" b="1" i="1" u="sng">
                <a:ea typeface="+mn-lt"/>
                <a:cs typeface="+mn-lt"/>
              </a:rPr>
              <a:t>these are filler times and need to be changed per presentation, however this is intended to be a ~3 hour module.</a:t>
            </a:r>
            <a:endParaRPr lang="en-US" b="1" i="1" u="sng">
              <a:ea typeface="+mn-lt"/>
              <a:cs typeface="+mn-lt"/>
            </a:endParaRPr>
          </a:p>
          <a:p>
            <a:r>
              <a:rPr lang="en-US" b="1">
                <a:ea typeface="+mn-lt"/>
                <a:cs typeface="+mn-lt"/>
              </a:rPr>
              <a:t>3:30pm – 4:10pm</a:t>
            </a:r>
            <a:r>
              <a:rPr lang="en-US">
                <a:ea typeface="+mn-lt"/>
                <a:cs typeface="+mn-lt"/>
              </a:rPr>
              <a:t> - </a:t>
            </a:r>
            <a:r>
              <a:rPr lang="en-US" i="1">
                <a:ea typeface="+mn-lt"/>
                <a:cs typeface="+mn-lt"/>
              </a:rPr>
              <a:t>What is a Firewall? Diagram Current Network, Get Into </a:t>
            </a:r>
            <a:r>
              <a:rPr lang="en-US" i="1" err="1">
                <a:ea typeface="+mn-lt"/>
                <a:cs typeface="+mn-lt"/>
              </a:rPr>
              <a:t>OPNsense</a:t>
            </a:r>
            <a:r>
              <a:rPr lang="en-US" i="1">
                <a:ea typeface="+mn-lt"/>
                <a:cs typeface="+mn-lt"/>
              </a:rPr>
              <a:t> WUI</a:t>
            </a:r>
          </a:p>
          <a:p>
            <a:r>
              <a:rPr lang="en-US" b="1">
                <a:ea typeface="+mn-lt"/>
                <a:cs typeface="+mn-lt"/>
              </a:rPr>
              <a:t>4:10pm – 4:20pm</a:t>
            </a:r>
            <a:r>
              <a:rPr lang="en-US">
                <a:ea typeface="+mn-lt"/>
                <a:cs typeface="+mn-lt"/>
              </a:rPr>
              <a:t> - </a:t>
            </a:r>
            <a:r>
              <a:rPr lang="en-US" i="1">
                <a:ea typeface="+mn-lt"/>
                <a:cs typeface="+mn-lt"/>
              </a:rPr>
              <a:t>10 minute break</a:t>
            </a:r>
            <a:endParaRPr lang="en-US"/>
          </a:p>
          <a:p>
            <a:r>
              <a:rPr lang="en-US" b="1">
                <a:ea typeface="+mn-lt"/>
                <a:cs typeface="+mn-lt"/>
              </a:rPr>
              <a:t>4:20pm – 5:20pm</a:t>
            </a:r>
            <a:r>
              <a:rPr lang="en-US">
                <a:ea typeface="+mn-lt"/>
                <a:cs typeface="+mn-lt"/>
              </a:rPr>
              <a:t> - </a:t>
            </a:r>
            <a:r>
              <a:rPr lang="en-US" i="1">
                <a:ea typeface="+mn-lt"/>
                <a:cs typeface="+mn-lt"/>
              </a:rPr>
              <a:t>Configure VM DHCP, DNS, and NTP, Testing With </a:t>
            </a:r>
            <a:r>
              <a:rPr lang="en-US" i="1" err="1">
                <a:ea typeface="+mn-lt"/>
                <a:cs typeface="+mn-lt"/>
              </a:rPr>
              <a:t>Chrony</a:t>
            </a:r>
            <a:r>
              <a:rPr lang="en-US" i="1">
                <a:ea typeface="+mn-lt"/>
                <a:cs typeface="+mn-lt"/>
              </a:rPr>
              <a:t> and Pings</a:t>
            </a:r>
          </a:p>
          <a:p>
            <a:r>
              <a:rPr lang="en-US" b="1"/>
              <a:t>5:20pm – 6:20pm </a:t>
            </a:r>
            <a:r>
              <a:rPr lang="en-US"/>
              <a:t>- </a:t>
            </a:r>
            <a:r>
              <a:rPr lang="en-US" i="1"/>
              <a:t>Firewall Rules, Configuration, Testing</a:t>
            </a:r>
          </a:p>
          <a:p>
            <a:r>
              <a:rPr lang="en-US" b="1"/>
              <a:t>6:20pm – 6:30pm </a:t>
            </a:r>
            <a:r>
              <a:rPr lang="en-US"/>
              <a:t>- </a:t>
            </a:r>
            <a:r>
              <a:rPr lang="en-US" i="1"/>
              <a:t>Feedback Form, END</a:t>
            </a:r>
          </a:p>
          <a:p>
            <a:endParaRPr lang="en-US" sz="2400"/>
          </a:p>
        </p:txBody>
      </p:sp>
      <p:pic>
        <p:nvPicPr>
          <p:cNvPr id="5" name="Picture 4" descr="A blue and yellow logo&#10;&#10;AI-generated content may be incorrect.">
            <a:extLst>
              <a:ext uri="{FF2B5EF4-FFF2-40B4-BE49-F238E27FC236}">
                <a16:creationId xmlns:a16="http://schemas.microsoft.com/office/drawing/2014/main" id="{D40906FB-1045-2A8C-726D-B836C348A116}"/>
              </a:ext>
            </a:extLst>
          </p:cNvPr>
          <p:cNvPicPr>
            <a:picLocks noChangeAspect="1"/>
          </p:cNvPicPr>
          <p:nvPr/>
        </p:nvPicPr>
        <p:blipFill>
          <a:blip r:embed="rId3"/>
          <a:stretch>
            <a:fillRect/>
          </a:stretch>
        </p:blipFill>
        <p:spPr>
          <a:xfrm>
            <a:off x="-748" y="6236382"/>
            <a:ext cx="1900163" cy="587837"/>
          </a:xfrm>
          <a:prstGeom prst="rect">
            <a:avLst/>
          </a:prstGeom>
        </p:spPr>
      </p:pic>
      <p:sp>
        <p:nvSpPr>
          <p:cNvPr id="48" name="Freeform: Shape 47">
            <a:extLst>
              <a:ext uri="{FF2B5EF4-FFF2-40B4-BE49-F238E27FC236}">
                <a16:creationId xmlns:a16="http://schemas.microsoft.com/office/drawing/2014/main" id="{1D40B9C7-097D-2BA1-DEAC-A194DC273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10800000">
            <a:off x="5381624" y="6209414"/>
            <a:ext cx="6810375" cy="648586"/>
          </a:xfrm>
          <a:custGeom>
            <a:avLst/>
            <a:gdLst>
              <a:gd name="connsiteX0" fmla="*/ 0 w 10753706"/>
              <a:gd name="connsiteY0" fmla="*/ 0 h 1027260"/>
              <a:gd name="connsiteX1" fmla="*/ 10753706 w 10753706"/>
              <a:gd name="connsiteY1" fmla="*/ 0 h 1027260"/>
              <a:gd name="connsiteX2" fmla="*/ 10748809 w 10753706"/>
              <a:gd name="connsiteY2" fmla="*/ 2522 h 1027260"/>
              <a:gd name="connsiteX3" fmla="*/ 10725330 w 10753706"/>
              <a:gd name="connsiteY3" fmla="*/ 11977 h 1027260"/>
              <a:gd name="connsiteX4" fmla="*/ 10615423 w 10753706"/>
              <a:gd name="connsiteY4" fmla="*/ 52967 h 1027260"/>
              <a:gd name="connsiteX5" fmla="*/ 10533936 w 10753706"/>
              <a:gd name="connsiteY5" fmla="*/ 53095 h 1027260"/>
              <a:gd name="connsiteX6" fmla="*/ 10466876 w 10753706"/>
              <a:gd name="connsiteY6" fmla="*/ 45180 h 1027260"/>
              <a:gd name="connsiteX7" fmla="*/ 10355090 w 10753706"/>
              <a:gd name="connsiteY7" fmla="*/ 89741 h 1027260"/>
              <a:gd name="connsiteX8" fmla="*/ 10087145 w 10753706"/>
              <a:gd name="connsiteY8" fmla="*/ 66115 h 1027260"/>
              <a:gd name="connsiteX9" fmla="*/ 10015902 w 10753706"/>
              <a:gd name="connsiteY9" fmla="*/ 76178 h 1027260"/>
              <a:gd name="connsiteX10" fmla="*/ 9806005 w 10753706"/>
              <a:gd name="connsiteY10" fmla="*/ 102435 h 1027260"/>
              <a:gd name="connsiteX11" fmla="*/ 9602583 w 10753706"/>
              <a:gd name="connsiteY11" fmla="*/ 179170 h 1027260"/>
              <a:gd name="connsiteX12" fmla="*/ 9469719 w 10753706"/>
              <a:gd name="connsiteY12" fmla="*/ 174721 h 1027260"/>
              <a:gd name="connsiteX13" fmla="*/ 9408692 w 10753706"/>
              <a:gd name="connsiteY13" fmla="*/ 189513 h 1027260"/>
              <a:gd name="connsiteX14" fmla="*/ 9364151 w 10753706"/>
              <a:gd name="connsiteY14" fmla="*/ 194072 h 1027260"/>
              <a:gd name="connsiteX15" fmla="*/ 9337751 w 10753706"/>
              <a:gd name="connsiteY15" fmla="*/ 197579 h 1027260"/>
              <a:gd name="connsiteX16" fmla="*/ 9297166 w 10753706"/>
              <a:gd name="connsiteY16" fmla="*/ 216558 h 1027260"/>
              <a:gd name="connsiteX17" fmla="*/ 9123859 w 10753706"/>
              <a:gd name="connsiteY17" fmla="*/ 237356 h 1027260"/>
              <a:gd name="connsiteX18" fmla="*/ 8950741 w 10753706"/>
              <a:gd name="connsiteY18" fmla="*/ 238020 h 1027260"/>
              <a:gd name="connsiteX19" fmla="*/ 8718236 w 10753706"/>
              <a:gd name="connsiteY19" fmla="*/ 303148 h 1027260"/>
              <a:gd name="connsiteX20" fmla="*/ 8694011 w 10753706"/>
              <a:gd name="connsiteY20" fmla="*/ 308812 h 1027260"/>
              <a:gd name="connsiteX21" fmla="*/ 8611976 w 10753706"/>
              <a:gd name="connsiteY21" fmla="*/ 324819 h 1027260"/>
              <a:gd name="connsiteX22" fmla="*/ 8562074 w 10753706"/>
              <a:gd name="connsiteY22" fmla="*/ 337971 h 1027260"/>
              <a:gd name="connsiteX23" fmla="*/ 8501724 w 10753706"/>
              <a:gd name="connsiteY23" fmla="*/ 360865 h 1027260"/>
              <a:gd name="connsiteX24" fmla="*/ 8504489 w 10753706"/>
              <a:gd name="connsiteY24" fmla="*/ 364790 h 1027260"/>
              <a:gd name="connsiteX25" fmla="*/ 8492774 w 10753706"/>
              <a:gd name="connsiteY25" fmla="*/ 366181 h 1027260"/>
              <a:gd name="connsiteX26" fmla="*/ 8466405 w 10753706"/>
              <a:gd name="connsiteY26" fmla="*/ 368724 h 1027260"/>
              <a:gd name="connsiteX27" fmla="*/ 8427069 w 10753706"/>
              <a:gd name="connsiteY27" fmla="*/ 387211 h 1027260"/>
              <a:gd name="connsiteX28" fmla="*/ 8387766 w 10753706"/>
              <a:gd name="connsiteY28" fmla="*/ 377161 h 1027260"/>
              <a:gd name="connsiteX29" fmla="*/ 8315874 w 10753706"/>
              <a:gd name="connsiteY29" fmla="*/ 395527 h 1027260"/>
              <a:gd name="connsiteX30" fmla="*/ 8274474 w 10753706"/>
              <a:gd name="connsiteY30" fmla="*/ 405112 h 1027260"/>
              <a:gd name="connsiteX31" fmla="*/ 8234664 w 10753706"/>
              <a:gd name="connsiteY31" fmla="*/ 410219 h 1027260"/>
              <a:gd name="connsiteX32" fmla="*/ 8211268 w 10753706"/>
              <a:gd name="connsiteY32" fmla="*/ 416791 h 1027260"/>
              <a:gd name="connsiteX33" fmla="*/ 8188615 w 10753706"/>
              <a:gd name="connsiteY33" fmla="*/ 421755 h 1027260"/>
              <a:gd name="connsiteX34" fmla="*/ 8179981 w 10753706"/>
              <a:gd name="connsiteY34" fmla="*/ 420402 h 1027260"/>
              <a:gd name="connsiteX35" fmla="*/ 8179307 w 10753706"/>
              <a:gd name="connsiteY35" fmla="*/ 422516 h 1027260"/>
              <a:gd name="connsiteX36" fmla="*/ 8147929 w 10753706"/>
              <a:gd name="connsiteY36" fmla="*/ 450302 h 1027260"/>
              <a:gd name="connsiteX37" fmla="*/ 8089136 w 10753706"/>
              <a:gd name="connsiteY37" fmla="*/ 465283 h 1027260"/>
              <a:gd name="connsiteX38" fmla="*/ 8049973 w 10753706"/>
              <a:gd name="connsiteY38" fmla="*/ 454121 h 1027260"/>
              <a:gd name="connsiteX39" fmla="*/ 7965913 w 10753706"/>
              <a:gd name="connsiteY39" fmla="*/ 464415 h 1027260"/>
              <a:gd name="connsiteX40" fmla="*/ 7945093 w 10753706"/>
              <a:gd name="connsiteY40" fmla="*/ 464798 h 1027260"/>
              <a:gd name="connsiteX41" fmla="*/ 7935335 w 10753706"/>
              <a:gd name="connsiteY41" fmla="*/ 462442 h 1027260"/>
              <a:gd name="connsiteX42" fmla="*/ 7904779 w 10753706"/>
              <a:gd name="connsiteY42" fmla="*/ 471429 h 1027260"/>
              <a:gd name="connsiteX43" fmla="*/ 7855604 w 10753706"/>
              <a:gd name="connsiteY43" fmla="*/ 480199 h 1027260"/>
              <a:gd name="connsiteX44" fmla="*/ 7832630 w 10753706"/>
              <a:gd name="connsiteY44" fmla="*/ 485371 h 1027260"/>
              <a:gd name="connsiteX45" fmla="*/ 7812438 w 10753706"/>
              <a:gd name="connsiteY45" fmla="*/ 485391 h 1027260"/>
              <a:gd name="connsiteX46" fmla="*/ 7701399 w 10753706"/>
              <a:gd name="connsiteY46" fmla="*/ 495197 h 1027260"/>
              <a:gd name="connsiteX47" fmla="*/ 7674778 w 10753706"/>
              <a:gd name="connsiteY47" fmla="*/ 494723 h 1027260"/>
              <a:gd name="connsiteX48" fmla="*/ 7660445 w 10753706"/>
              <a:gd name="connsiteY48" fmla="*/ 490194 h 1027260"/>
              <a:gd name="connsiteX49" fmla="*/ 7651781 w 10753706"/>
              <a:gd name="connsiteY49" fmla="*/ 493084 h 1027260"/>
              <a:gd name="connsiteX50" fmla="*/ 7584807 w 10753706"/>
              <a:gd name="connsiteY50" fmla="*/ 499490 h 1027260"/>
              <a:gd name="connsiteX51" fmla="*/ 7541324 w 10753706"/>
              <a:gd name="connsiteY51" fmla="*/ 504184 h 1027260"/>
              <a:gd name="connsiteX52" fmla="*/ 7541756 w 10753706"/>
              <a:gd name="connsiteY52" fmla="*/ 512184 h 1027260"/>
              <a:gd name="connsiteX53" fmla="*/ 7503906 w 10753706"/>
              <a:gd name="connsiteY53" fmla="*/ 518551 h 1027260"/>
              <a:gd name="connsiteX54" fmla="*/ 7460411 w 10753706"/>
              <a:gd name="connsiteY54" fmla="*/ 517415 h 1027260"/>
              <a:gd name="connsiteX55" fmla="*/ 7460116 w 10753706"/>
              <a:gd name="connsiteY55" fmla="*/ 517548 h 1027260"/>
              <a:gd name="connsiteX56" fmla="*/ 7297810 w 10753706"/>
              <a:gd name="connsiteY56" fmla="*/ 563947 h 1027260"/>
              <a:gd name="connsiteX57" fmla="*/ 6946388 w 10753706"/>
              <a:gd name="connsiteY57" fmla="*/ 665244 h 1027260"/>
              <a:gd name="connsiteX58" fmla="*/ 6741704 w 10753706"/>
              <a:gd name="connsiteY58" fmla="*/ 679365 h 1027260"/>
              <a:gd name="connsiteX59" fmla="*/ 6624680 w 10753706"/>
              <a:gd name="connsiteY59" fmla="*/ 677674 h 1027260"/>
              <a:gd name="connsiteX60" fmla="*/ 6605700 w 10753706"/>
              <a:gd name="connsiteY60" fmla="*/ 683566 h 1027260"/>
              <a:gd name="connsiteX61" fmla="*/ 6576922 w 10753706"/>
              <a:gd name="connsiteY61" fmla="*/ 683030 h 1027260"/>
              <a:gd name="connsiteX62" fmla="*/ 6405123 w 10753706"/>
              <a:gd name="connsiteY62" fmla="*/ 721946 h 1027260"/>
              <a:gd name="connsiteX63" fmla="*/ 6368938 w 10753706"/>
              <a:gd name="connsiteY63" fmla="*/ 717341 h 1027260"/>
              <a:gd name="connsiteX64" fmla="*/ 6295102 w 10753706"/>
              <a:gd name="connsiteY64" fmla="*/ 729508 h 1027260"/>
              <a:gd name="connsiteX65" fmla="*/ 6202084 w 10753706"/>
              <a:gd name="connsiteY65" fmla="*/ 767091 h 1027260"/>
              <a:gd name="connsiteX66" fmla="*/ 6067157 w 10753706"/>
              <a:gd name="connsiteY66" fmla="*/ 790339 h 1027260"/>
              <a:gd name="connsiteX67" fmla="*/ 6061443 w 10753706"/>
              <a:gd name="connsiteY67" fmla="*/ 796151 h 1027260"/>
              <a:gd name="connsiteX68" fmla="*/ 6051406 w 10753706"/>
              <a:gd name="connsiteY68" fmla="*/ 800684 h 1027260"/>
              <a:gd name="connsiteX69" fmla="*/ 6049097 w 10753706"/>
              <a:gd name="connsiteY69" fmla="*/ 800636 h 1027260"/>
              <a:gd name="connsiteX70" fmla="*/ 6034222 w 10753706"/>
              <a:gd name="connsiteY70" fmla="*/ 804110 h 1027260"/>
              <a:gd name="connsiteX71" fmla="*/ 6033121 w 10753706"/>
              <a:gd name="connsiteY71" fmla="*/ 806078 h 1027260"/>
              <a:gd name="connsiteX72" fmla="*/ 6023593 w 10753706"/>
              <a:gd name="connsiteY72" fmla="*/ 808842 h 1027260"/>
              <a:gd name="connsiteX73" fmla="*/ 6006639 w 10753706"/>
              <a:gd name="connsiteY73" fmla="*/ 815304 h 1027260"/>
              <a:gd name="connsiteX74" fmla="*/ 6001762 w 10753706"/>
              <a:gd name="connsiteY74" fmla="*/ 815557 h 1027260"/>
              <a:gd name="connsiteX75" fmla="*/ 5973534 w 10753706"/>
              <a:gd name="connsiteY75" fmla="*/ 823815 h 1027260"/>
              <a:gd name="connsiteX76" fmla="*/ 5972336 w 10753706"/>
              <a:gd name="connsiteY76" fmla="*/ 823476 h 1027260"/>
              <a:gd name="connsiteX77" fmla="*/ 5960841 w 10753706"/>
              <a:gd name="connsiteY77" fmla="*/ 823819 h 1027260"/>
              <a:gd name="connsiteX78" fmla="*/ 5940719 w 10753706"/>
              <a:gd name="connsiteY78" fmla="*/ 825514 h 1027260"/>
              <a:gd name="connsiteX79" fmla="*/ 5884298 w 10753706"/>
              <a:gd name="connsiteY79" fmla="*/ 823806 h 1027260"/>
              <a:gd name="connsiteX80" fmla="*/ 5854779 w 10753706"/>
              <a:gd name="connsiteY80" fmla="*/ 832365 h 1027260"/>
              <a:gd name="connsiteX81" fmla="*/ 5848382 w 10753706"/>
              <a:gd name="connsiteY81" fmla="*/ 833844 h 1027260"/>
              <a:gd name="connsiteX82" fmla="*/ 5848066 w 10753706"/>
              <a:gd name="connsiteY82" fmla="*/ 833772 h 1027260"/>
              <a:gd name="connsiteX83" fmla="*/ 5840944 w 10753706"/>
              <a:gd name="connsiteY83" fmla="*/ 835132 h 1027260"/>
              <a:gd name="connsiteX84" fmla="*/ 5836719 w 10753706"/>
              <a:gd name="connsiteY84" fmla="*/ 836539 h 1027260"/>
              <a:gd name="connsiteX85" fmla="*/ 5824311 w 10753706"/>
              <a:gd name="connsiteY85" fmla="*/ 839408 h 1027260"/>
              <a:gd name="connsiteX86" fmla="*/ 5818788 w 10753706"/>
              <a:gd name="connsiteY86" fmla="*/ 839727 h 1027260"/>
              <a:gd name="connsiteX87" fmla="*/ 5763953 w 10753706"/>
              <a:gd name="connsiteY87" fmla="*/ 834282 h 1027260"/>
              <a:gd name="connsiteX88" fmla="*/ 5667748 w 10753706"/>
              <a:gd name="connsiteY88" fmla="*/ 840211 h 1027260"/>
              <a:gd name="connsiteX89" fmla="*/ 5573108 w 10753706"/>
              <a:gd name="connsiteY89" fmla="*/ 847611 h 1027260"/>
              <a:gd name="connsiteX90" fmla="*/ 5539137 w 10753706"/>
              <a:gd name="connsiteY90" fmla="*/ 851033 h 1027260"/>
              <a:gd name="connsiteX91" fmla="*/ 5510651 w 10753706"/>
              <a:gd name="connsiteY91" fmla="*/ 844215 h 1027260"/>
              <a:gd name="connsiteX92" fmla="*/ 5457331 w 10753706"/>
              <a:gd name="connsiteY92" fmla="*/ 839159 h 1027260"/>
              <a:gd name="connsiteX93" fmla="*/ 5410613 w 10753706"/>
              <a:gd name="connsiteY93" fmla="*/ 834358 h 1027260"/>
              <a:gd name="connsiteX94" fmla="*/ 5370040 w 10753706"/>
              <a:gd name="connsiteY94" fmla="*/ 862127 h 1027260"/>
              <a:gd name="connsiteX95" fmla="*/ 5318778 w 10753706"/>
              <a:gd name="connsiteY95" fmla="*/ 855310 h 1027260"/>
              <a:gd name="connsiteX96" fmla="*/ 5298645 w 10753706"/>
              <a:gd name="connsiteY96" fmla="*/ 855171 h 1027260"/>
              <a:gd name="connsiteX97" fmla="*/ 5253828 w 10753706"/>
              <a:gd name="connsiteY97" fmla="*/ 859670 h 1027260"/>
              <a:gd name="connsiteX98" fmla="*/ 5216955 w 10753706"/>
              <a:gd name="connsiteY98" fmla="*/ 866245 h 1027260"/>
              <a:gd name="connsiteX99" fmla="*/ 5214344 w 10753706"/>
              <a:gd name="connsiteY99" fmla="*/ 868102 h 1027260"/>
              <a:gd name="connsiteX100" fmla="*/ 5195561 w 10753706"/>
              <a:gd name="connsiteY100" fmla="*/ 869949 h 1027260"/>
              <a:gd name="connsiteX101" fmla="*/ 5182555 w 10753706"/>
              <a:gd name="connsiteY101" fmla="*/ 873542 h 1027260"/>
              <a:gd name="connsiteX102" fmla="*/ 5172552 w 10753706"/>
              <a:gd name="connsiteY102" fmla="*/ 878801 h 1027260"/>
              <a:gd name="connsiteX103" fmla="*/ 5027993 w 10753706"/>
              <a:gd name="connsiteY103" fmla="*/ 889666 h 1027260"/>
              <a:gd name="connsiteX104" fmla="*/ 4939844 w 10753706"/>
              <a:gd name="connsiteY104" fmla="*/ 934802 h 1027260"/>
              <a:gd name="connsiteX105" fmla="*/ 4792576 w 10753706"/>
              <a:gd name="connsiteY105" fmla="*/ 934820 h 1027260"/>
              <a:gd name="connsiteX106" fmla="*/ 4602423 w 10753706"/>
              <a:gd name="connsiteY106" fmla="*/ 958063 h 1027260"/>
              <a:gd name="connsiteX107" fmla="*/ 4290656 w 10753706"/>
              <a:gd name="connsiteY107" fmla="*/ 969152 h 1027260"/>
              <a:gd name="connsiteX108" fmla="*/ 3952334 w 10753706"/>
              <a:gd name="connsiteY108" fmla="*/ 954043 h 1027260"/>
              <a:gd name="connsiteX109" fmla="*/ 3858560 w 10753706"/>
              <a:gd name="connsiteY109" fmla="*/ 948781 h 1027260"/>
              <a:gd name="connsiteX110" fmla="*/ 3846597 w 10753706"/>
              <a:gd name="connsiteY110" fmla="*/ 948382 h 1027260"/>
              <a:gd name="connsiteX111" fmla="*/ 3736044 w 10753706"/>
              <a:gd name="connsiteY111" fmla="*/ 947759 h 1027260"/>
              <a:gd name="connsiteX112" fmla="*/ 3713136 w 10753706"/>
              <a:gd name="connsiteY112" fmla="*/ 946963 h 1027260"/>
              <a:gd name="connsiteX113" fmla="*/ 3695939 w 10753706"/>
              <a:gd name="connsiteY113" fmla="*/ 943639 h 1027260"/>
              <a:gd name="connsiteX114" fmla="*/ 3694125 w 10753706"/>
              <a:gd name="connsiteY114" fmla="*/ 940567 h 1027260"/>
              <a:gd name="connsiteX115" fmla="*/ 3681925 w 10753706"/>
              <a:gd name="connsiteY115" fmla="*/ 939706 h 1027260"/>
              <a:gd name="connsiteX116" fmla="*/ 3679204 w 10753706"/>
              <a:gd name="connsiteY116" fmla="*/ 938926 h 1027260"/>
              <a:gd name="connsiteX117" fmla="*/ 3615656 w 10753706"/>
              <a:gd name="connsiteY117" fmla="*/ 940320 h 1027260"/>
              <a:gd name="connsiteX118" fmla="*/ 3567983 w 10753706"/>
              <a:gd name="connsiteY118" fmla="*/ 935596 h 1027260"/>
              <a:gd name="connsiteX119" fmla="*/ 3422423 w 10753706"/>
              <a:gd name="connsiteY119" fmla="*/ 932129 h 1027260"/>
              <a:gd name="connsiteX120" fmla="*/ 3310925 w 10753706"/>
              <a:gd name="connsiteY120" fmla="*/ 911072 h 1027260"/>
              <a:gd name="connsiteX121" fmla="*/ 3139421 w 10753706"/>
              <a:gd name="connsiteY121" fmla="*/ 934151 h 1027260"/>
              <a:gd name="connsiteX122" fmla="*/ 2996922 w 10753706"/>
              <a:gd name="connsiteY122" fmla="*/ 927537 h 1027260"/>
              <a:gd name="connsiteX123" fmla="*/ 2982785 w 10753706"/>
              <a:gd name="connsiteY123" fmla="*/ 931453 h 1027260"/>
              <a:gd name="connsiteX124" fmla="*/ 2967478 w 10753706"/>
              <a:gd name="connsiteY124" fmla="*/ 933397 h 1027260"/>
              <a:gd name="connsiteX125" fmla="*/ 2948552 w 10753706"/>
              <a:gd name="connsiteY125" fmla="*/ 932961 h 1027260"/>
              <a:gd name="connsiteX126" fmla="*/ 2944404 w 10753706"/>
              <a:gd name="connsiteY126" fmla="*/ 934452 h 1027260"/>
              <a:gd name="connsiteX127" fmla="*/ 2908608 w 10753706"/>
              <a:gd name="connsiteY127" fmla="*/ 937205 h 1027260"/>
              <a:gd name="connsiteX128" fmla="*/ 2904443 w 10753706"/>
              <a:gd name="connsiteY128" fmla="*/ 936455 h 1027260"/>
              <a:gd name="connsiteX129" fmla="*/ 2868935 w 10753706"/>
              <a:gd name="connsiteY129" fmla="*/ 938022 h 1027260"/>
              <a:gd name="connsiteX130" fmla="*/ 2868586 w 10753706"/>
              <a:gd name="connsiteY130" fmla="*/ 937487 h 1027260"/>
              <a:gd name="connsiteX131" fmla="*/ 2859191 w 10753706"/>
              <a:gd name="connsiteY131" fmla="*/ 935503 h 1027260"/>
              <a:gd name="connsiteX132" fmla="*/ 2840915 w 10753706"/>
              <a:gd name="connsiteY132" fmla="*/ 932977 h 1027260"/>
              <a:gd name="connsiteX133" fmla="*/ 2763509 w 10753706"/>
              <a:gd name="connsiteY133" fmla="*/ 921850 h 1027260"/>
              <a:gd name="connsiteX134" fmla="*/ 2756121 w 10753706"/>
              <a:gd name="connsiteY134" fmla="*/ 921864 h 1027260"/>
              <a:gd name="connsiteX135" fmla="*/ 2755998 w 10753706"/>
              <a:gd name="connsiteY135" fmla="*/ 921739 h 1027260"/>
              <a:gd name="connsiteX136" fmla="*/ 2748255 w 10753706"/>
              <a:gd name="connsiteY136" fmla="*/ 921505 h 1027260"/>
              <a:gd name="connsiteX137" fmla="*/ 2694601 w 10753706"/>
              <a:gd name="connsiteY137" fmla="*/ 915575 h 1027260"/>
              <a:gd name="connsiteX138" fmla="*/ 2635357 w 10753706"/>
              <a:gd name="connsiteY138" fmla="*/ 910976 h 1027260"/>
              <a:gd name="connsiteX139" fmla="*/ 2601047 w 10753706"/>
              <a:gd name="connsiteY139" fmla="*/ 910263 h 1027260"/>
              <a:gd name="connsiteX140" fmla="*/ 2507482 w 10753706"/>
              <a:gd name="connsiteY140" fmla="*/ 906211 h 1027260"/>
              <a:gd name="connsiteX141" fmla="*/ 2413884 w 10753706"/>
              <a:gd name="connsiteY141" fmla="*/ 900545 h 1027260"/>
              <a:gd name="connsiteX142" fmla="*/ 2368912 w 10753706"/>
              <a:gd name="connsiteY142" fmla="*/ 888755 h 1027260"/>
              <a:gd name="connsiteX143" fmla="*/ 2349490 w 10753706"/>
              <a:gd name="connsiteY143" fmla="*/ 889719 h 1027260"/>
              <a:gd name="connsiteX144" fmla="*/ 2344290 w 10753706"/>
              <a:gd name="connsiteY144" fmla="*/ 890584 h 1027260"/>
              <a:gd name="connsiteX145" fmla="*/ 2336488 w 10753706"/>
              <a:gd name="connsiteY145" fmla="*/ 891058 h 1027260"/>
              <a:gd name="connsiteX146" fmla="*/ 2329015 w 10753706"/>
              <a:gd name="connsiteY146" fmla="*/ 891627 h 1027260"/>
              <a:gd name="connsiteX147" fmla="*/ 2293898 w 10753706"/>
              <a:gd name="connsiteY147" fmla="*/ 896431 h 1027260"/>
              <a:gd name="connsiteX148" fmla="*/ 2243927 w 10753706"/>
              <a:gd name="connsiteY148" fmla="*/ 888076 h 1027260"/>
              <a:gd name="connsiteX149" fmla="*/ 2223920 w 10753706"/>
              <a:gd name="connsiteY149" fmla="*/ 887331 h 1027260"/>
              <a:gd name="connsiteX150" fmla="*/ 2213081 w 10753706"/>
              <a:gd name="connsiteY150" fmla="*/ 886302 h 1027260"/>
              <a:gd name="connsiteX151" fmla="*/ 2212307 w 10753706"/>
              <a:gd name="connsiteY151" fmla="*/ 885829 h 1027260"/>
              <a:gd name="connsiteX152" fmla="*/ 2152321 w 10753706"/>
              <a:gd name="connsiteY152" fmla="*/ 894418 h 1027260"/>
              <a:gd name="connsiteX153" fmla="*/ 2140985 w 10753706"/>
              <a:gd name="connsiteY153" fmla="*/ 895968 h 1027260"/>
              <a:gd name="connsiteX154" fmla="*/ 2121210 w 10753706"/>
              <a:gd name="connsiteY154" fmla="*/ 899354 h 1027260"/>
              <a:gd name="connsiteX155" fmla="*/ 2119146 w 10753706"/>
              <a:gd name="connsiteY155" fmla="*/ 899033 h 1027260"/>
              <a:gd name="connsiteX156" fmla="*/ 2105666 w 10753706"/>
              <a:gd name="connsiteY156" fmla="*/ 902240 h 1027260"/>
              <a:gd name="connsiteX157" fmla="*/ 2094924 w 10753706"/>
              <a:gd name="connsiteY157" fmla="*/ 907203 h 1027260"/>
              <a:gd name="connsiteX158" fmla="*/ 1949478 w 10753706"/>
              <a:gd name="connsiteY158" fmla="*/ 913748 h 1027260"/>
              <a:gd name="connsiteX159" fmla="*/ 1749684 w 10753706"/>
              <a:gd name="connsiteY159" fmla="*/ 942223 h 1027260"/>
              <a:gd name="connsiteX160" fmla="*/ 1585576 w 10753706"/>
              <a:gd name="connsiteY160" fmla="*/ 954170 h 1027260"/>
              <a:gd name="connsiteX161" fmla="*/ 1476250 w 10753706"/>
              <a:gd name="connsiteY161" fmla="*/ 950653 h 1027260"/>
              <a:gd name="connsiteX162" fmla="*/ 1433927 w 10753706"/>
              <a:gd name="connsiteY162" fmla="*/ 959926 h 1027260"/>
              <a:gd name="connsiteX163" fmla="*/ 1414893 w 10753706"/>
              <a:gd name="connsiteY163" fmla="*/ 957671 h 1027260"/>
              <a:gd name="connsiteX164" fmla="*/ 1411585 w 10753706"/>
              <a:gd name="connsiteY164" fmla="*/ 957179 h 1027260"/>
              <a:gd name="connsiteX165" fmla="*/ 1398896 w 10753706"/>
              <a:gd name="connsiteY165" fmla="*/ 957460 h 1027260"/>
              <a:gd name="connsiteX166" fmla="*/ 1394632 w 10753706"/>
              <a:gd name="connsiteY166" fmla="*/ 954725 h 1027260"/>
              <a:gd name="connsiteX167" fmla="*/ 1375043 w 10753706"/>
              <a:gd name="connsiteY167" fmla="*/ 953132 h 1027260"/>
              <a:gd name="connsiteX168" fmla="*/ 1351876 w 10753706"/>
              <a:gd name="connsiteY168" fmla="*/ 954436 h 1027260"/>
              <a:gd name="connsiteX169" fmla="*/ 1242676 w 10753706"/>
              <a:gd name="connsiteY169" fmla="*/ 963767 h 1027260"/>
              <a:gd name="connsiteX170" fmla="*/ 1205993 w 10753706"/>
              <a:gd name="connsiteY170" fmla="*/ 974080 h 1027260"/>
              <a:gd name="connsiteX171" fmla="*/ 1052221 w 10753706"/>
              <a:gd name="connsiteY171" fmla="*/ 963954 h 1027260"/>
              <a:gd name="connsiteX172" fmla="*/ 968270 w 10753706"/>
              <a:gd name="connsiteY172" fmla="*/ 964761 h 1027260"/>
              <a:gd name="connsiteX173" fmla="*/ 874493 w 10753706"/>
              <a:gd name="connsiteY173" fmla="*/ 998122 h 1027260"/>
              <a:gd name="connsiteX174" fmla="*/ 814411 w 10753706"/>
              <a:gd name="connsiteY174" fmla="*/ 1007391 h 1027260"/>
              <a:gd name="connsiteX175" fmla="*/ 688604 w 10753706"/>
              <a:gd name="connsiteY175" fmla="*/ 1015631 h 1027260"/>
              <a:gd name="connsiteX176" fmla="*/ 618171 w 10753706"/>
              <a:gd name="connsiteY176" fmla="*/ 1027260 h 1027260"/>
              <a:gd name="connsiteX177" fmla="*/ 570379 w 10753706"/>
              <a:gd name="connsiteY177" fmla="*/ 1023487 h 1027260"/>
              <a:gd name="connsiteX178" fmla="*/ 482519 w 10753706"/>
              <a:gd name="connsiteY178" fmla="*/ 1002108 h 1027260"/>
              <a:gd name="connsiteX179" fmla="*/ 475319 w 10753706"/>
              <a:gd name="connsiteY179" fmla="*/ 1009922 h 1027260"/>
              <a:gd name="connsiteX180" fmla="*/ 431104 w 10753706"/>
              <a:gd name="connsiteY180" fmla="*/ 1009317 h 1027260"/>
              <a:gd name="connsiteX181" fmla="*/ 363782 w 10753706"/>
              <a:gd name="connsiteY181" fmla="*/ 1007585 h 1027260"/>
              <a:gd name="connsiteX182" fmla="*/ 325533 w 10753706"/>
              <a:gd name="connsiteY182" fmla="*/ 1008502 h 1027260"/>
              <a:gd name="connsiteX183" fmla="*/ 220429 w 10753706"/>
              <a:gd name="connsiteY183" fmla="*/ 1008927 h 1027260"/>
              <a:gd name="connsiteX184" fmla="*/ 114676 w 10753706"/>
              <a:gd name="connsiteY184" fmla="*/ 1007765 h 1027260"/>
              <a:gd name="connsiteX185" fmla="*/ 13470 w 10753706"/>
              <a:gd name="connsiteY185" fmla="*/ 998544 h 1027260"/>
              <a:gd name="connsiteX186" fmla="*/ 0 w 10753706"/>
              <a:gd name="connsiteY186" fmla="*/ 997355 h 1027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Lst>
            <a:rect l="l" t="t" r="r" b="b"/>
            <a:pathLst>
              <a:path w="10753706" h="1027260">
                <a:moveTo>
                  <a:pt x="0" y="0"/>
                </a:moveTo>
                <a:lnTo>
                  <a:pt x="10753706" y="0"/>
                </a:lnTo>
                <a:lnTo>
                  <a:pt x="10748809" y="2522"/>
                </a:lnTo>
                <a:cubicBezTo>
                  <a:pt x="10744031" y="4644"/>
                  <a:pt x="10737551" y="7204"/>
                  <a:pt x="10725330" y="11977"/>
                </a:cubicBezTo>
                <a:cubicBezTo>
                  <a:pt x="10700888" y="21523"/>
                  <a:pt x="10652058" y="39304"/>
                  <a:pt x="10615423" y="52967"/>
                </a:cubicBezTo>
                <a:cubicBezTo>
                  <a:pt x="10598524" y="49017"/>
                  <a:pt x="10550674" y="61360"/>
                  <a:pt x="10533936" y="53095"/>
                </a:cubicBezTo>
                <a:cubicBezTo>
                  <a:pt x="10519435" y="55674"/>
                  <a:pt x="10480156" y="49393"/>
                  <a:pt x="10466876" y="45180"/>
                </a:cubicBezTo>
                <a:cubicBezTo>
                  <a:pt x="10443145" y="68059"/>
                  <a:pt x="10382269" y="71294"/>
                  <a:pt x="10355090" y="89741"/>
                </a:cubicBezTo>
                <a:cubicBezTo>
                  <a:pt x="10286222" y="95376"/>
                  <a:pt x="10146285" y="63529"/>
                  <a:pt x="10087145" y="66115"/>
                </a:cubicBezTo>
                <a:cubicBezTo>
                  <a:pt x="10067575" y="79584"/>
                  <a:pt x="10043111" y="68921"/>
                  <a:pt x="10015902" y="76178"/>
                </a:cubicBezTo>
                <a:cubicBezTo>
                  <a:pt x="9952302" y="84628"/>
                  <a:pt x="9893286" y="103337"/>
                  <a:pt x="9806005" y="102435"/>
                </a:cubicBezTo>
                <a:cubicBezTo>
                  <a:pt x="9782247" y="141133"/>
                  <a:pt x="9674787" y="151643"/>
                  <a:pt x="9602583" y="179170"/>
                </a:cubicBezTo>
                <a:cubicBezTo>
                  <a:pt x="9557658" y="187584"/>
                  <a:pt x="9478290" y="154235"/>
                  <a:pt x="9469719" y="174721"/>
                </a:cubicBezTo>
                <a:cubicBezTo>
                  <a:pt x="9443779" y="165070"/>
                  <a:pt x="9431317" y="185692"/>
                  <a:pt x="9408692" y="189513"/>
                </a:cubicBezTo>
                <a:cubicBezTo>
                  <a:pt x="9387154" y="183843"/>
                  <a:pt x="9380475" y="191089"/>
                  <a:pt x="9364151" y="194072"/>
                </a:cubicBezTo>
                <a:cubicBezTo>
                  <a:pt x="9354686" y="190222"/>
                  <a:pt x="9340485" y="191782"/>
                  <a:pt x="9337751" y="197579"/>
                </a:cubicBezTo>
                <a:cubicBezTo>
                  <a:pt x="9349566" y="209270"/>
                  <a:pt x="9297468" y="207714"/>
                  <a:pt x="9297166" y="216558"/>
                </a:cubicBezTo>
                <a:cubicBezTo>
                  <a:pt x="9269057" y="220999"/>
                  <a:pt x="9139630" y="221783"/>
                  <a:pt x="9123859" y="237356"/>
                </a:cubicBezTo>
                <a:cubicBezTo>
                  <a:pt x="9068176" y="249209"/>
                  <a:pt x="8975349" y="235349"/>
                  <a:pt x="8950741" y="238020"/>
                </a:cubicBezTo>
                <a:cubicBezTo>
                  <a:pt x="8916265" y="215428"/>
                  <a:pt x="8822808" y="292026"/>
                  <a:pt x="8718236" y="303148"/>
                </a:cubicBezTo>
                <a:cubicBezTo>
                  <a:pt x="8703111" y="302060"/>
                  <a:pt x="8695551" y="302792"/>
                  <a:pt x="8694011" y="308812"/>
                </a:cubicBezTo>
                <a:cubicBezTo>
                  <a:pt x="8661810" y="312764"/>
                  <a:pt x="8637956" y="329628"/>
                  <a:pt x="8611976" y="324819"/>
                </a:cubicBezTo>
                <a:cubicBezTo>
                  <a:pt x="8621849" y="336388"/>
                  <a:pt x="8562809" y="325917"/>
                  <a:pt x="8562074" y="337971"/>
                </a:cubicBezTo>
                <a:cubicBezTo>
                  <a:pt x="8543699" y="343978"/>
                  <a:pt x="8511321" y="356396"/>
                  <a:pt x="8501724" y="360865"/>
                </a:cubicBezTo>
                <a:lnTo>
                  <a:pt x="8504489" y="364790"/>
                </a:lnTo>
                <a:lnTo>
                  <a:pt x="8492774" y="366181"/>
                </a:lnTo>
                <a:lnTo>
                  <a:pt x="8466405" y="368724"/>
                </a:lnTo>
                <a:cubicBezTo>
                  <a:pt x="8455454" y="372229"/>
                  <a:pt x="8440175" y="385805"/>
                  <a:pt x="8427069" y="387211"/>
                </a:cubicBezTo>
                <a:cubicBezTo>
                  <a:pt x="8400442" y="392215"/>
                  <a:pt x="8397079" y="382989"/>
                  <a:pt x="8387766" y="377161"/>
                </a:cubicBezTo>
                <a:cubicBezTo>
                  <a:pt x="8369233" y="378548"/>
                  <a:pt x="8334756" y="390869"/>
                  <a:pt x="8315874" y="395527"/>
                </a:cubicBezTo>
                <a:cubicBezTo>
                  <a:pt x="8306664" y="400500"/>
                  <a:pt x="8272845" y="393679"/>
                  <a:pt x="8274474" y="405112"/>
                </a:cubicBezTo>
                <a:cubicBezTo>
                  <a:pt x="8255483" y="406194"/>
                  <a:pt x="8244963" y="408376"/>
                  <a:pt x="8234664" y="410219"/>
                </a:cubicBezTo>
                <a:lnTo>
                  <a:pt x="8211268" y="416791"/>
                </a:lnTo>
                <a:cubicBezTo>
                  <a:pt x="8204720" y="419941"/>
                  <a:pt x="8197411" y="422004"/>
                  <a:pt x="8188615" y="421755"/>
                </a:cubicBezTo>
                <a:lnTo>
                  <a:pt x="8179981" y="420402"/>
                </a:lnTo>
                <a:lnTo>
                  <a:pt x="8179307" y="422516"/>
                </a:lnTo>
                <a:cubicBezTo>
                  <a:pt x="8179027" y="425797"/>
                  <a:pt x="8175790" y="448341"/>
                  <a:pt x="8147929" y="450302"/>
                </a:cubicBezTo>
                <a:cubicBezTo>
                  <a:pt x="8130300" y="457967"/>
                  <a:pt x="8114933" y="461015"/>
                  <a:pt x="8089136" y="465283"/>
                </a:cubicBezTo>
                <a:cubicBezTo>
                  <a:pt x="8072810" y="465920"/>
                  <a:pt x="8069376" y="451569"/>
                  <a:pt x="8049973" y="454121"/>
                </a:cubicBezTo>
                <a:cubicBezTo>
                  <a:pt x="7974508" y="471465"/>
                  <a:pt x="8006050" y="447139"/>
                  <a:pt x="7965913" y="464415"/>
                </a:cubicBezTo>
                <a:cubicBezTo>
                  <a:pt x="7958234" y="466025"/>
                  <a:pt x="7951405" y="465800"/>
                  <a:pt x="7945093" y="464798"/>
                </a:cubicBezTo>
                <a:lnTo>
                  <a:pt x="7935335" y="462442"/>
                </a:lnTo>
                <a:lnTo>
                  <a:pt x="7904779" y="471429"/>
                </a:lnTo>
                <a:cubicBezTo>
                  <a:pt x="7889387" y="474999"/>
                  <a:pt x="7872867" y="477951"/>
                  <a:pt x="7855604" y="480199"/>
                </a:cubicBezTo>
                <a:cubicBezTo>
                  <a:pt x="7850005" y="476378"/>
                  <a:pt x="7838628" y="483595"/>
                  <a:pt x="7832630" y="485371"/>
                </a:cubicBezTo>
                <a:cubicBezTo>
                  <a:pt x="7831473" y="482645"/>
                  <a:pt x="7816623" y="482661"/>
                  <a:pt x="7812438" y="485391"/>
                </a:cubicBezTo>
                <a:cubicBezTo>
                  <a:pt x="7709470" y="505049"/>
                  <a:pt x="7759426" y="473956"/>
                  <a:pt x="7701399" y="495197"/>
                </a:cubicBezTo>
                <a:cubicBezTo>
                  <a:pt x="7690986" y="496989"/>
                  <a:pt x="7682397" y="496365"/>
                  <a:pt x="7674778" y="494723"/>
                </a:cubicBezTo>
                <a:lnTo>
                  <a:pt x="7660445" y="490194"/>
                </a:lnTo>
                <a:lnTo>
                  <a:pt x="7651781" y="493084"/>
                </a:lnTo>
                <a:cubicBezTo>
                  <a:pt x="7616113" y="496548"/>
                  <a:pt x="7603273" y="491735"/>
                  <a:pt x="7584807" y="499490"/>
                </a:cubicBezTo>
                <a:cubicBezTo>
                  <a:pt x="7549256" y="490212"/>
                  <a:pt x="7563949" y="500167"/>
                  <a:pt x="7541324" y="504184"/>
                </a:cubicBezTo>
                <a:cubicBezTo>
                  <a:pt x="7523851" y="508307"/>
                  <a:pt x="7559546" y="509825"/>
                  <a:pt x="7541756" y="512184"/>
                </a:cubicBezTo>
                <a:cubicBezTo>
                  <a:pt x="7520963" y="510864"/>
                  <a:pt x="7525755" y="520497"/>
                  <a:pt x="7503906" y="518551"/>
                </a:cubicBezTo>
                <a:cubicBezTo>
                  <a:pt x="7505924" y="510774"/>
                  <a:pt x="7464361" y="523683"/>
                  <a:pt x="7460411" y="517415"/>
                </a:cubicBezTo>
                <a:lnTo>
                  <a:pt x="7460116" y="517548"/>
                </a:lnTo>
                <a:cubicBezTo>
                  <a:pt x="7447785" y="530928"/>
                  <a:pt x="7310141" y="550568"/>
                  <a:pt x="7297810" y="563947"/>
                </a:cubicBezTo>
                <a:cubicBezTo>
                  <a:pt x="7221791" y="605698"/>
                  <a:pt x="7039072" y="646008"/>
                  <a:pt x="6946388" y="665244"/>
                </a:cubicBezTo>
                <a:cubicBezTo>
                  <a:pt x="6853704" y="684480"/>
                  <a:pt x="6804875" y="677485"/>
                  <a:pt x="6741704" y="679365"/>
                </a:cubicBezTo>
                <a:lnTo>
                  <a:pt x="6624680" y="677674"/>
                </a:lnTo>
                <a:lnTo>
                  <a:pt x="6605700" y="683566"/>
                </a:lnTo>
                <a:cubicBezTo>
                  <a:pt x="6603309" y="685184"/>
                  <a:pt x="6599550" y="685647"/>
                  <a:pt x="6576922" y="683030"/>
                </a:cubicBezTo>
                <a:cubicBezTo>
                  <a:pt x="6527275" y="698355"/>
                  <a:pt x="6440981" y="702347"/>
                  <a:pt x="6405123" y="721946"/>
                </a:cubicBezTo>
                <a:cubicBezTo>
                  <a:pt x="6407963" y="715467"/>
                  <a:pt x="6383450" y="712913"/>
                  <a:pt x="6368938" y="717341"/>
                </a:cubicBezTo>
                <a:cubicBezTo>
                  <a:pt x="6377914" y="692119"/>
                  <a:pt x="6315316" y="744281"/>
                  <a:pt x="6295102" y="729508"/>
                </a:cubicBezTo>
                <a:cubicBezTo>
                  <a:pt x="6300358" y="744473"/>
                  <a:pt x="6240070" y="776254"/>
                  <a:pt x="6202084" y="767091"/>
                </a:cubicBezTo>
                <a:cubicBezTo>
                  <a:pt x="6152826" y="774744"/>
                  <a:pt x="6122010" y="790367"/>
                  <a:pt x="6067157" y="790339"/>
                </a:cubicBezTo>
                <a:cubicBezTo>
                  <a:pt x="6066310" y="792484"/>
                  <a:pt x="6064283" y="794403"/>
                  <a:pt x="6061443" y="796151"/>
                </a:cubicBezTo>
                <a:lnTo>
                  <a:pt x="6051406" y="800684"/>
                </a:lnTo>
                <a:lnTo>
                  <a:pt x="6049097" y="800636"/>
                </a:lnTo>
                <a:cubicBezTo>
                  <a:pt x="6040408" y="801393"/>
                  <a:pt x="6036299" y="802645"/>
                  <a:pt x="6034222" y="804110"/>
                </a:cubicBezTo>
                <a:lnTo>
                  <a:pt x="6033121" y="806078"/>
                </a:lnTo>
                <a:lnTo>
                  <a:pt x="6023593" y="808842"/>
                </a:lnTo>
                <a:lnTo>
                  <a:pt x="6006639" y="815304"/>
                </a:lnTo>
                <a:lnTo>
                  <a:pt x="6001762" y="815557"/>
                </a:lnTo>
                <a:lnTo>
                  <a:pt x="5973534" y="823815"/>
                </a:lnTo>
                <a:lnTo>
                  <a:pt x="5972336" y="823476"/>
                </a:lnTo>
                <a:cubicBezTo>
                  <a:pt x="5969004" y="822901"/>
                  <a:pt x="5965329" y="822833"/>
                  <a:pt x="5960841" y="823819"/>
                </a:cubicBezTo>
                <a:cubicBezTo>
                  <a:pt x="5955860" y="815655"/>
                  <a:pt x="5953515" y="821882"/>
                  <a:pt x="5940719" y="825514"/>
                </a:cubicBezTo>
                <a:cubicBezTo>
                  <a:pt x="5930130" y="813644"/>
                  <a:pt x="5900943" y="827979"/>
                  <a:pt x="5884298" y="823806"/>
                </a:cubicBezTo>
                <a:cubicBezTo>
                  <a:pt x="5875133" y="826741"/>
                  <a:pt x="5865250" y="829630"/>
                  <a:pt x="5854779" y="832365"/>
                </a:cubicBezTo>
                <a:lnTo>
                  <a:pt x="5848382" y="833844"/>
                </a:lnTo>
                <a:lnTo>
                  <a:pt x="5848066" y="833772"/>
                </a:lnTo>
                <a:cubicBezTo>
                  <a:pt x="5846273" y="833879"/>
                  <a:pt x="5844018" y="834284"/>
                  <a:pt x="5840944" y="835132"/>
                </a:cubicBezTo>
                <a:lnTo>
                  <a:pt x="5836719" y="836539"/>
                </a:lnTo>
                <a:lnTo>
                  <a:pt x="5824311" y="839408"/>
                </a:lnTo>
                <a:lnTo>
                  <a:pt x="5818788" y="839727"/>
                </a:lnTo>
                <a:cubicBezTo>
                  <a:pt x="5797008" y="838594"/>
                  <a:pt x="5786883" y="822081"/>
                  <a:pt x="5763953" y="834282"/>
                </a:cubicBezTo>
                <a:cubicBezTo>
                  <a:pt x="5726813" y="837521"/>
                  <a:pt x="5699446" y="830949"/>
                  <a:pt x="5667748" y="840211"/>
                </a:cubicBezTo>
                <a:cubicBezTo>
                  <a:pt x="5632959" y="843205"/>
                  <a:pt x="5601436" y="842280"/>
                  <a:pt x="5573108" y="847611"/>
                </a:cubicBezTo>
                <a:cubicBezTo>
                  <a:pt x="5560030" y="845832"/>
                  <a:pt x="5549547" y="851598"/>
                  <a:pt x="5539137" y="851033"/>
                </a:cubicBezTo>
                <a:cubicBezTo>
                  <a:pt x="5528728" y="850467"/>
                  <a:pt x="5529256" y="837509"/>
                  <a:pt x="5510651" y="844215"/>
                </a:cubicBezTo>
                <a:cubicBezTo>
                  <a:pt x="5494241" y="833607"/>
                  <a:pt x="5466101" y="839171"/>
                  <a:pt x="5457331" y="839159"/>
                </a:cubicBezTo>
                <a:lnTo>
                  <a:pt x="5410613" y="834358"/>
                </a:lnTo>
                <a:lnTo>
                  <a:pt x="5370040" y="862127"/>
                </a:lnTo>
                <a:cubicBezTo>
                  <a:pt x="5357863" y="856469"/>
                  <a:pt x="5319115" y="868069"/>
                  <a:pt x="5318778" y="855310"/>
                </a:cubicBezTo>
                <a:cubicBezTo>
                  <a:pt x="5303920" y="857760"/>
                  <a:pt x="5296727" y="863736"/>
                  <a:pt x="5298645" y="855171"/>
                </a:cubicBezTo>
                <a:cubicBezTo>
                  <a:pt x="5287819" y="855897"/>
                  <a:pt x="5267444" y="857825"/>
                  <a:pt x="5253828" y="859670"/>
                </a:cubicBezTo>
                <a:lnTo>
                  <a:pt x="5216955" y="866245"/>
                </a:lnTo>
                <a:lnTo>
                  <a:pt x="5214344" y="868102"/>
                </a:lnTo>
                <a:cubicBezTo>
                  <a:pt x="5210778" y="868719"/>
                  <a:pt x="5200859" y="869042"/>
                  <a:pt x="5195561" y="869949"/>
                </a:cubicBezTo>
                <a:lnTo>
                  <a:pt x="5182555" y="873542"/>
                </a:lnTo>
                <a:cubicBezTo>
                  <a:pt x="5178496" y="875023"/>
                  <a:pt x="5175066" y="876746"/>
                  <a:pt x="5172552" y="878801"/>
                </a:cubicBezTo>
                <a:cubicBezTo>
                  <a:pt x="5121406" y="873797"/>
                  <a:pt x="5080096" y="886529"/>
                  <a:pt x="5027993" y="889666"/>
                </a:cubicBezTo>
                <a:cubicBezTo>
                  <a:pt x="4999924" y="877115"/>
                  <a:pt x="4946973" y="919452"/>
                  <a:pt x="4939844" y="934802"/>
                </a:cubicBezTo>
                <a:cubicBezTo>
                  <a:pt x="4895154" y="940701"/>
                  <a:pt x="4844006" y="928240"/>
                  <a:pt x="4792576" y="934820"/>
                </a:cubicBezTo>
                <a:lnTo>
                  <a:pt x="4602423" y="958063"/>
                </a:lnTo>
                <a:cubicBezTo>
                  <a:pt x="4488530" y="967131"/>
                  <a:pt x="4399004" y="969822"/>
                  <a:pt x="4290656" y="969152"/>
                </a:cubicBezTo>
                <a:cubicBezTo>
                  <a:pt x="4182308" y="968482"/>
                  <a:pt x="4046938" y="971167"/>
                  <a:pt x="3952334" y="954043"/>
                </a:cubicBezTo>
                <a:lnTo>
                  <a:pt x="3858560" y="948781"/>
                </a:lnTo>
                <a:lnTo>
                  <a:pt x="3846597" y="948382"/>
                </a:lnTo>
                <a:cubicBezTo>
                  <a:pt x="3807516" y="956616"/>
                  <a:pt x="3767475" y="941640"/>
                  <a:pt x="3736044" y="947759"/>
                </a:cubicBezTo>
                <a:cubicBezTo>
                  <a:pt x="3727323" y="948128"/>
                  <a:pt x="3719828" y="947771"/>
                  <a:pt x="3713136" y="946963"/>
                </a:cubicBezTo>
                <a:lnTo>
                  <a:pt x="3695939" y="943639"/>
                </a:lnTo>
                <a:lnTo>
                  <a:pt x="3694125" y="940567"/>
                </a:lnTo>
                <a:lnTo>
                  <a:pt x="3681925" y="939706"/>
                </a:lnTo>
                <a:lnTo>
                  <a:pt x="3679204" y="938926"/>
                </a:lnTo>
                <a:cubicBezTo>
                  <a:pt x="3668160" y="939028"/>
                  <a:pt x="3634193" y="940875"/>
                  <a:pt x="3615656" y="940320"/>
                </a:cubicBezTo>
                <a:cubicBezTo>
                  <a:pt x="3582626" y="936974"/>
                  <a:pt x="3593904" y="949140"/>
                  <a:pt x="3567983" y="935596"/>
                </a:cubicBezTo>
                <a:cubicBezTo>
                  <a:pt x="3504185" y="939048"/>
                  <a:pt x="3482818" y="922224"/>
                  <a:pt x="3422423" y="932129"/>
                </a:cubicBezTo>
                <a:cubicBezTo>
                  <a:pt x="3369166" y="933413"/>
                  <a:pt x="3329486" y="910108"/>
                  <a:pt x="3310925" y="911072"/>
                </a:cubicBezTo>
                <a:cubicBezTo>
                  <a:pt x="3261363" y="909787"/>
                  <a:pt x="3198415" y="933574"/>
                  <a:pt x="3139421" y="934151"/>
                </a:cubicBezTo>
                <a:cubicBezTo>
                  <a:pt x="3088799" y="931012"/>
                  <a:pt x="3038941" y="938464"/>
                  <a:pt x="2996922" y="927537"/>
                </a:cubicBezTo>
                <a:cubicBezTo>
                  <a:pt x="2992673" y="929234"/>
                  <a:pt x="2987900" y="930498"/>
                  <a:pt x="2982785" y="931453"/>
                </a:cubicBezTo>
                <a:lnTo>
                  <a:pt x="2967478" y="933397"/>
                </a:lnTo>
                <a:lnTo>
                  <a:pt x="2948552" y="932961"/>
                </a:lnTo>
                <a:lnTo>
                  <a:pt x="2944404" y="934452"/>
                </a:lnTo>
                <a:lnTo>
                  <a:pt x="2908608" y="937205"/>
                </a:lnTo>
                <a:lnTo>
                  <a:pt x="2904443" y="936455"/>
                </a:lnTo>
                <a:lnTo>
                  <a:pt x="2868935" y="938022"/>
                </a:lnTo>
                <a:lnTo>
                  <a:pt x="2868586" y="937487"/>
                </a:lnTo>
                <a:cubicBezTo>
                  <a:pt x="2866994" y="936327"/>
                  <a:pt x="2864292" y="935538"/>
                  <a:pt x="2859191" y="935503"/>
                </a:cubicBezTo>
                <a:cubicBezTo>
                  <a:pt x="2869075" y="927418"/>
                  <a:pt x="2856828" y="932364"/>
                  <a:pt x="2840915" y="932977"/>
                </a:cubicBezTo>
                <a:lnTo>
                  <a:pt x="2763509" y="921850"/>
                </a:lnTo>
                <a:lnTo>
                  <a:pt x="2756121" y="921864"/>
                </a:lnTo>
                <a:cubicBezTo>
                  <a:pt x="2756081" y="921822"/>
                  <a:pt x="2756039" y="921781"/>
                  <a:pt x="2755998" y="921739"/>
                </a:cubicBezTo>
                <a:cubicBezTo>
                  <a:pt x="2754445" y="921476"/>
                  <a:pt x="2752036" y="921380"/>
                  <a:pt x="2748255" y="921505"/>
                </a:cubicBezTo>
                <a:lnTo>
                  <a:pt x="2694601" y="915575"/>
                </a:lnTo>
                <a:cubicBezTo>
                  <a:pt x="2671223" y="919874"/>
                  <a:pt x="2666972" y="913376"/>
                  <a:pt x="2635357" y="910976"/>
                </a:cubicBezTo>
                <a:cubicBezTo>
                  <a:pt x="2621906" y="915051"/>
                  <a:pt x="2611315" y="913542"/>
                  <a:pt x="2601047" y="910263"/>
                </a:cubicBezTo>
                <a:cubicBezTo>
                  <a:pt x="2570084" y="912074"/>
                  <a:pt x="2542135" y="907435"/>
                  <a:pt x="2507482" y="906211"/>
                </a:cubicBezTo>
                <a:cubicBezTo>
                  <a:pt x="2469706" y="911437"/>
                  <a:pt x="2450920" y="901812"/>
                  <a:pt x="2413884" y="900545"/>
                </a:cubicBezTo>
                <a:cubicBezTo>
                  <a:pt x="2381338" y="909664"/>
                  <a:pt x="2387753" y="892438"/>
                  <a:pt x="2368912" y="888755"/>
                </a:cubicBezTo>
                <a:lnTo>
                  <a:pt x="2349490" y="889719"/>
                </a:lnTo>
                <a:lnTo>
                  <a:pt x="2344290" y="890584"/>
                </a:lnTo>
                <a:cubicBezTo>
                  <a:pt x="2340673" y="891041"/>
                  <a:pt x="2338228" y="891167"/>
                  <a:pt x="2336488" y="891058"/>
                </a:cubicBezTo>
                <a:lnTo>
                  <a:pt x="2329015" y="891627"/>
                </a:lnTo>
                <a:cubicBezTo>
                  <a:pt x="2316843" y="893039"/>
                  <a:pt x="2305064" y="894669"/>
                  <a:pt x="2293898" y="896431"/>
                </a:cubicBezTo>
                <a:cubicBezTo>
                  <a:pt x="2282637" y="890404"/>
                  <a:pt x="2242346" y="900851"/>
                  <a:pt x="2243927" y="888076"/>
                </a:cubicBezTo>
                <a:cubicBezTo>
                  <a:pt x="2228778" y="890081"/>
                  <a:pt x="2220725" y="895845"/>
                  <a:pt x="2223920" y="887331"/>
                </a:cubicBezTo>
                <a:cubicBezTo>
                  <a:pt x="2218877" y="887756"/>
                  <a:pt x="2215583" y="887254"/>
                  <a:pt x="2213081" y="886302"/>
                </a:cubicBezTo>
                <a:lnTo>
                  <a:pt x="2212307" y="885829"/>
                </a:lnTo>
                <a:lnTo>
                  <a:pt x="2152321" y="894418"/>
                </a:lnTo>
                <a:lnTo>
                  <a:pt x="2140985" y="895968"/>
                </a:lnTo>
                <a:lnTo>
                  <a:pt x="2121210" y="899354"/>
                </a:lnTo>
                <a:lnTo>
                  <a:pt x="2119146" y="899033"/>
                </a:lnTo>
                <a:lnTo>
                  <a:pt x="2105666" y="902240"/>
                </a:lnTo>
                <a:cubicBezTo>
                  <a:pt x="2101407" y="903601"/>
                  <a:pt x="2097735" y="905221"/>
                  <a:pt x="2094924" y="907203"/>
                </a:cubicBezTo>
                <a:cubicBezTo>
                  <a:pt x="2044793" y="900664"/>
                  <a:pt x="2001785" y="912168"/>
                  <a:pt x="1949478" y="913748"/>
                </a:cubicBezTo>
                <a:cubicBezTo>
                  <a:pt x="1891937" y="919585"/>
                  <a:pt x="1810334" y="935486"/>
                  <a:pt x="1749684" y="942223"/>
                </a:cubicBezTo>
                <a:lnTo>
                  <a:pt x="1585576" y="954170"/>
                </a:lnTo>
                <a:cubicBezTo>
                  <a:pt x="1549165" y="943719"/>
                  <a:pt x="1511425" y="950847"/>
                  <a:pt x="1476250" y="950653"/>
                </a:cubicBezTo>
                <a:cubicBezTo>
                  <a:pt x="1488515" y="961596"/>
                  <a:pt x="1432660" y="946795"/>
                  <a:pt x="1433927" y="959926"/>
                </a:cubicBezTo>
                <a:cubicBezTo>
                  <a:pt x="1427485" y="959475"/>
                  <a:pt x="1421205" y="958623"/>
                  <a:pt x="1414893" y="957671"/>
                </a:cubicBezTo>
                <a:lnTo>
                  <a:pt x="1411585" y="957179"/>
                </a:lnTo>
                <a:lnTo>
                  <a:pt x="1398896" y="957460"/>
                </a:lnTo>
                <a:lnTo>
                  <a:pt x="1394632" y="954725"/>
                </a:lnTo>
                <a:lnTo>
                  <a:pt x="1375043" y="953132"/>
                </a:lnTo>
                <a:cubicBezTo>
                  <a:pt x="1367813" y="952970"/>
                  <a:pt x="1360155" y="953305"/>
                  <a:pt x="1351876" y="954436"/>
                </a:cubicBezTo>
                <a:cubicBezTo>
                  <a:pt x="1325912" y="963028"/>
                  <a:pt x="1274459" y="952492"/>
                  <a:pt x="1242676" y="963767"/>
                </a:cubicBezTo>
                <a:cubicBezTo>
                  <a:pt x="1230276" y="966918"/>
                  <a:pt x="1216715" y="977098"/>
                  <a:pt x="1205993" y="974080"/>
                </a:cubicBezTo>
                <a:cubicBezTo>
                  <a:pt x="1174251" y="974112"/>
                  <a:pt x="1086982" y="964420"/>
                  <a:pt x="1052221" y="963954"/>
                </a:cubicBezTo>
                <a:cubicBezTo>
                  <a:pt x="1038515" y="970622"/>
                  <a:pt x="1009522" y="962342"/>
                  <a:pt x="968270" y="964761"/>
                </a:cubicBezTo>
                <a:cubicBezTo>
                  <a:pt x="943437" y="973698"/>
                  <a:pt x="900136" y="991017"/>
                  <a:pt x="874493" y="998122"/>
                </a:cubicBezTo>
                <a:cubicBezTo>
                  <a:pt x="848849" y="1005226"/>
                  <a:pt x="853424" y="1009427"/>
                  <a:pt x="814411" y="1007391"/>
                </a:cubicBezTo>
                <a:cubicBezTo>
                  <a:pt x="765926" y="1022821"/>
                  <a:pt x="732885" y="1009859"/>
                  <a:pt x="688604" y="1015631"/>
                </a:cubicBezTo>
                <a:cubicBezTo>
                  <a:pt x="638045" y="1020877"/>
                  <a:pt x="677999" y="1011556"/>
                  <a:pt x="618171" y="1027260"/>
                </a:cubicBezTo>
                <a:cubicBezTo>
                  <a:pt x="609680" y="1023165"/>
                  <a:pt x="583253" y="1020277"/>
                  <a:pt x="570379" y="1023487"/>
                </a:cubicBezTo>
                <a:cubicBezTo>
                  <a:pt x="543992" y="1022523"/>
                  <a:pt x="505183" y="1001686"/>
                  <a:pt x="482519" y="1002108"/>
                </a:cubicBezTo>
                <a:cubicBezTo>
                  <a:pt x="464011" y="1002285"/>
                  <a:pt x="495211" y="1007995"/>
                  <a:pt x="475319" y="1009922"/>
                </a:cubicBezTo>
                <a:cubicBezTo>
                  <a:pt x="450818" y="1011135"/>
                  <a:pt x="454804" y="1022539"/>
                  <a:pt x="431104" y="1009317"/>
                </a:cubicBezTo>
                <a:cubicBezTo>
                  <a:pt x="406857" y="1014651"/>
                  <a:pt x="399686" y="1008456"/>
                  <a:pt x="363782" y="1007585"/>
                </a:cubicBezTo>
                <a:cubicBezTo>
                  <a:pt x="350440" y="1012231"/>
                  <a:pt x="338145" y="1011245"/>
                  <a:pt x="325533" y="1008502"/>
                </a:cubicBezTo>
                <a:cubicBezTo>
                  <a:pt x="291944" y="1011745"/>
                  <a:pt x="259251" y="1008497"/>
                  <a:pt x="220429" y="1008927"/>
                </a:cubicBezTo>
                <a:cubicBezTo>
                  <a:pt x="180594" y="1015852"/>
                  <a:pt x="156150" y="1007265"/>
                  <a:pt x="114676" y="1007765"/>
                </a:cubicBezTo>
                <a:cubicBezTo>
                  <a:pt x="85718" y="1006195"/>
                  <a:pt x="43316" y="1001491"/>
                  <a:pt x="13470" y="998544"/>
                </a:cubicBezTo>
                <a:lnTo>
                  <a:pt x="0" y="997355"/>
                </a:lnTo>
                <a:close/>
              </a:path>
            </a:pathLst>
          </a:custGeom>
          <a:solidFill>
            <a:srgbClr val="82766A">
              <a:alpha val="15000"/>
            </a:srgbClr>
          </a:solidFill>
          <a:ln w="12700" cap="flat" cmpd="sng" algn="ctr">
            <a:noFill/>
            <a:prstDash val="solid"/>
            <a:miter lim="800000"/>
          </a:ln>
          <a:effectLst/>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Tree>
    <p:extLst>
      <p:ext uri="{BB962C8B-B14F-4D97-AF65-F5344CB8AC3E}">
        <p14:creationId xmlns:p14="http://schemas.microsoft.com/office/powerpoint/2010/main" val="3879787371"/>
      </p:ext>
    </p:extLst>
  </p:cSld>
  <p:clrMapOvr>
    <a:masterClrMapping/>
  </p:clrMapOvr>
</p:sld>
</file>

<file path=ppt/slides/slide7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352BEC0E-22F8-46D0-9632-375DB541B06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31CD35-6854-8617-A2B6-E2749157FC03}"/>
              </a:ext>
            </a:extLst>
          </p:cNvPr>
          <p:cNvSpPr>
            <a:spLocks noGrp="1"/>
          </p:cNvSpPr>
          <p:nvPr>
            <p:ph type="title"/>
          </p:nvPr>
        </p:nvSpPr>
        <p:spPr>
          <a:xfrm>
            <a:off x="640080" y="329184"/>
            <a:ext cx="6894576" cy="1783080"/>
          </a:xfrm>
        </p:spPr>
        <p:txBody>
          <a:bodyPr anchor="b">
            <a:normAutofit/>
          </a:bodyPr>
          <a:lstStyle/>
          <a:p>
            <a:r>
              <a:rPr lang="en-US" sz="5400"/>
              <a:t>What Is A Firewall</a:t>
            </a:r>
          </a:p>
        </p:txBody>
      </p:sp>
      <p:sp>
        <p:nvSpPr>
          <p:cNvPr id="18" name="sketch line">
            <a:extLst>
              <a:ext uri="{FF2B5EF4-FFF2-40B4-BE49-F238E27FC236}">
                <a16:creationId xmlns:a16="http://schemas.microsoft.com/office/drawing/2014/main" id="{3FCFB1DE-0B7E-48CC-BA90-B2AB0889F9D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758952" y="2395728"/>
            <a:ext cx="4243589" cy="18288"/>
          </a:xfrm>
          <a:custGeom>
            <a:avLst/>
            <a:gdLst>
              <a:gd name="csX0" fmla="*/ 0 w 4243589"/>
              <a:gd name="csY0" fmla="*/ 0 h 18288"/>
              <a:gd name="csX1" fmla="*/ 478919 w 4243589"/>
              <a:gd name="csY1" fmla="*/ 0 h 18288"/>
              <a:gd name="csX2" fmla="*/ 957839 w 4243589"/>
              <a:gd name="csY2" fmla="*/ 0 h 18288"/>
              <a:gd name="csX3" fmla="*/ 1521630 w 4243589"/>
              <a:gd name="csY3" fmla="*/ 0 h 18288"/>
              <a:gd name="csX4" fmla="*/ 2212729 w 4243589"/>
              <a:gd name="csY4" fmla="*/ 0 h 18288"/>
              <a:gd name="csX5" fmla="*/ 2734084 w 4243589"/>
              <a:gd name="csY5" fmla="*/ 0 h 18288"/>
              <a:gd name="csX6" fmla="*/ 3255439 w 4243589"/>
              <a:gd name="csY6" fmla="*/ 0 h 18288"/>
              <a:gd name="csX7" fmla="*/ 4243589 w 4243589"/>
              <a:gd name="csY7" fmla="*/ 0 h 18288"/>
              <a:gd name="csX8" fmla="*/ 4243589 w 4243589"/>
              <a:gd name="csY8" fmla="*/ 18288 h 18288"/>
              <a:gd name="csX9" fmla="*/ 3594926 w 4243589"/>
              <a:gd name="csY9" fmla="*/ 18288 h 18288"/>
              <a:gd name="csX10" fmla="*/ 3073571 w 4243589"/>
              <a:gd name="csY10" fmla="*/ 18288 h 18288"/>
              <a:gd name="csX11" fmla="*/ 2552216 w 4243589"/>
              <a:gd name="csY11" fmla="*/ 18288 h 18288"/>
              <a:gd name="csX12" fmla="*/ 1903553 w 4243589"/>
              <a:gd name="csY12" fmla="*/ 18288 h 18288"/>
              <a:gd name="csX13" fmla="*/ 1212454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213395" y="-21006"/>
                  <a:pt x="307421" y="-18116"/>
                  <a:pt x="478919" y="0"/>
                </a:cubicBezTo>
                <a:cubicBezTo>
                  <a:pt x="650417" y="18116"/>
                  <a:pt x="831092" y="-21237"/>
                  <a:pt x="957839" y="0"/>
                </a:cubicBezTo>
                <a:cubicBezTo>
                  <a:pt x="1084586" y="21237"/>
                  <a:pt x="1301682" y="25124"/>
                  <a:pt x="1521630" y="0"/>
                </a:cubicBezTo>
                <a:cubicBezTo>
                  <a:pt x="1741578" y="-25124"/>
                  <a:pt x="1970269" y="-29139"/>
                  <a:pt x="2212729" y="0"/>
                </a:cubicBezTo>
                <a:cubicBezTo>
                  <a:pt x="2455189" y="29139"/>
                  <a:pt x="2558847" y="-4796"/>
                  <a:pt x="2734084" y="0"/>
                </a:cubicBezTo>
                <a:cubicBezTo>
                  <a:pt x="2909321" y="4796"/>
                  <a:pt x="3097217" y="-13409"/>
                  <a:pt x="3255439" y="0"/>
                </a:cubicBezTo>
                <a:cubicBezTo>
                  <a:pt x="3413662" y="13409"/>
                  <a:pt x="3979999" y="-10121"/>
                  <a:pt x="4243589" y="0"/>
                </a:cubicBezTo>
                <a:cubicBezTo>
                  <a:pt x="4244484" y="8974"/>
                  <a:pt x="4243043" y="9359"/>
                  <a:pt x="4243589" y="18288"/>
                </a:cubicBezTo>
                <a:cubicBezTo>
                  <a:pt x="4058777" y="31246"/>
                  <a:pt x="3910348" y="3158"/>
                  <a:pt x="3594926" y="18288"/>
                </a:cubicBezTo>
                <a:cubicBezTo>
                  <a:pt x="3279504" y="33418"/>
                  <a:pt x="3319955" y="-3977"/>
                  <a:pt x="3073571" y="18288"/>
                </a:cubicBezTo>
                <a:cubicBezTo>
                  <a:pt x="2827187" y="40553"/>
                  <a:pt x="2767387" y="1863"/>
                  <a:pt x="2552216" y="18288"/>
                </a:cubicBezTo>
                <a:cubicBezTo>
                  <a:pt x="2337046" y="34713"/>
                  <a:pt x="2181871" y="19527"/>
                  <a:pt x="1903553" y="18288"/>
                </a:cubicBezTo>
                <a:cubicBezTo>
                  <a:pt x="1625235" y="17049"/>
                  <a:pt x="1557672" y="24174"/>
                  <a:pt x="1212454" y="18288"/>
                </a:cubicBezTo>
                <a:cubicBezTo>
                  <a:pt x="867236" y="12402"/>
                  <a:pt x="874382" y="15627"/>
                  <a:pt x="733535" y="18288"/>
                </a:cubicBezTo>
                <a:cubicBezTo>
                  <a:pt x="592688" y="20949"/>
                  <a:pt x="183477" y="14753"/>
                  <a:pt x="0" y="18288"/>
                </a:cubicBezTo>
                <a:cubicBezTo>
                  <a:pt x="-229" y="14222"/>
                  <a:pt x="509" y="5816"/>
                  <a:pt x="0" y="0"/>
                </a:cubicBezTo>
                <a:close/>
              </a:path>
              <a:path w="4243589" h="18288" stroke="0" extrusionOk="0">
                <a:moveTo>
                  <a:pt x="0" y="0"/>
                </a:moveTo>
                <a:cubicBezTo>
                  <a:pt x="143690" y="16630"/>
                  <a:pt x="266667" y="14847"/>
                  <a:pt x="521355" y="0"/>
                </a:cubicBezTo>
                <a:cubicBezTo>
                  <a:pt x="776043" y="-14847"/>
                  <a:pt x="814491" y="-17363"/>
                  <a:pt x="1000275" y="0"/>
                </a:cubicBezTo>
                <a:cubicBezTo>
                  <a:pt x="1186059" y="17363"/>
                  <a:pt x="1352504" y="-23507"/>
                  <a:pt x="1521630" y="0"/>
                </a:cubicBezTo>
                <a:cubicBezTo>
                  <a:pt x="1690756" y="23507"/>
                  <a:pt x="1889525" y="5871"/>
                  <a:pt x="2127857" y="0"/>
                </a:cubicBezTo>
                <a:cubicBezTo>
                  <a:pt x="2366189" y="-5871"/>
                  <a:pt x="2620628" y="-27997"/>
                  <a:pt x="2776520" y="0"/>
                </a:cubicBezTo>
                <a:cubicBezTo>
                  <a:pt x="2932412" y="27997"/>
                  <a:pt x="3131683" y="-25073"/>
                  <a:pt x="3467618" y="0"/>
                </a:cubicBezTo>
                <a:cubicBezTo>
                  <a:pt x="3803553" y="25073"/>
                  <a:pt x="4017371" y="3071"/>
                  <a:pt x="4243589" y="0"/>
                </a:cubicBezTo>
                <a:cubicBezTo>
                  <a:pt x="4243134" y="6162"/>
                  <a:pt x="4243492" y="11775"/>
                  <a:pt x="4243589" y="18288"/>
                </a:cubicBezTo>
                <a:cubicBezTo>
                  <a:pt x="4017834" y="-5779"/>
                  <a:pt x="3834586" y="13376"/>
                  <a:pt x="3594926" y="18288"/>
                </a:cubicBezTo>
                <a:cubicBezTo>
                  <a:pt x="3355266" y="23200"/>
                  <a:pt x="3204179" y="2869"/>
                  <a:pt x="2903827" y="18288"/>
                </a:cubicBezTo>
                <a:cubicBezTo>
                  <a:pt x="2603475" y="33707"/>
                  <a:pt x="2526187" y="46187"/>
                  <a:pt x="2212729" y="18288"/>
                </a:cubicBezTo>
                <a:cubicBezTo>
                  <a:pt x="1899271" y="-9611"/>
                  <a:pt x="1966289" y="29692"/>
                  <a:pt x="1733809" y="18288"/>
                </a:cubicBezTo>
                <a:cubicBezTo>
                  <a:pt x="1501329" y="6884"/>
                  <a:pt x="1343612" y="12492"/>
                  <a:pt x="1085146" y="18288"/>
                </a:cubicBezTo>
                <a:cubicBezTo>
                  <a:pt x="826680" y="24084"/>
                  <a:pt x="778184" y="35607"/>
                  <a:pt x="521355" y="18288"/>
                </a:cubicBezTo>
                <a:cubicBezTo>
                  <a:pt x="264526" y="969"/>
                  <a:pt x="120277" y="4268"/>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ED33D14E-FACB-4EB1-BC78-E1B2FB443B2A}"/>
              </a:ext>
            </a:extLst>
          </p:cNvPr>
          <p:cNvSpPr>
            <a:spLocks noGrp="1"/>
          </p:cNvSpPr>
          <p:nvPr>
            <p:ph idx="1"/>
          </p:nvPr>
        </p:nvSpPr>
        <p:spPr>
          <a:xfrm>
            <a:off x="640080" y="2706624"/>
            <a:ext cx="6118062" cy="3483864"/>
          </a:xfrm>
        </p:spPr>
        <p:txBody>
          <a:bodyPr vert="horz" lIns="91440" tIns="45720" rIns="91440" bIns="45720" rtlCol="0">
            <a:normAutofit/>
          </a:bodyPr>
          <a:lstStyle/>
          <a:p>
            <a:r>
              <a:rPr lang="en-US" sz="2200"/>
              <a:t>The bouncer at a party's front door</a:t>
            </a:r>
          </a:p>
          <a:p>
            <a:r>
              <a:rPr lang="en-US" sz="2200"/>
              <a:t>Boundary of two networks, LANs or WANs in any combo</a:t>
            </a:r>
          </a:p>
          <a:p>
            <a:r>
              <a:rPr lang="en-US" sz="2200"/>
              <a:t>Rules guide what's allowed; ports, subnets, etc.</a:t>
            </a:r>
          </a:p>
          <a:p>
            <a:r>
              <a:rPr lang="en-US" sz="2200"/>
              <a:t>Without one, devices on your network are exposed to</a:t>
            </a:r>
          </a:p>
          <a:p>
            <a:pPr marL="0" indent="0">
              <a:buNone/>
            </a:pPr>
            <a:r>
              <a:rPr lang="en-US" sz="2200"/>
              <a:t>     anything on the internet trying to reach it</a:t>
            </a:r>
          </a:p>
          <a:p>
            <a:endParaRPr lang="en-US" sz="2200"/>
          </a:p>
        </p:txBody>
      </p:sp>
      <p:pic>
        <p:nvPicPr>
          <p:cNvPr id="6" name="Picture 5">
            <a:extLst>
              <a:ext uri="{FF2B5EF4-FFF2-40B4-BE49-F238E27FC236}">
                <a16:creationId xmlns:a16="http://schemas.microsoft.com/office/drawing/2014/main" id="{3041BCE7-027A-C4C6-372C-0D96AB14D404}"/>
              </a:ext>
            </a:extLst>
          </p:cNvPr>
          <p:cNvPicPr>
            <a:picLocks noChangeAspect="1"/>
          </p:cNvPicPr>
          <p:nvPr/>
        </p:nvPicPr>
        <p:blipFill>
          <a:blip r:embed="rId4"/>
          <a:stretch>
            <a:fillRect/>
          </a:stretch>
        </p:blipFill>
        <p:spPr>
          <a:xfrm>
            <a:off x="6755677" y="1221812"/>
            <a:ext cx="5098427" cy="4692711"/>
          </a:xfrm>
          <a:prstGeom prst="rect">
            <a:avLst/>
          </a:prstGeom>
        </p:spPr>
      </p:pic>
      <p:pic>
        <p:nvPicPr>
          <p:cNvPr id="5" name="Picture 4" descr="A blue and yellow logo&#10;&#10;AI-generated content may be incorrect.">
            <a:extLst>
              <a:ext uri="{FF2B5EF4-FFF2-40B4-BE49-F238E27FC236}">
                <a16:creationId xmlns:a16="http://schemas.microsoft.com/office/drawing/2014/main" id="{DFFE7DDC-018A-0DAF-5C5E-76A33DED01C1}"/>
              </a:ext>
            </a:extLst>
          </p:cNvPr>
          <p:cNvPicPr>
            <a:picLocks noChangeAspect="1"/>
          </p:cNvPicPr>
          <p:nvPr/>
        </p:nvPicPr>
        <p:blipFill>
          <a:blip r:embed="rId5"/>
          <a:srcRect r="-291" b="980"/>
          <a:stretch>
            <a:fillRect/>
          </a:stretch>
        </p:blipFill>
        <p:spPr>
          <a:xfrm>
            <a:off x="-2903" y="6049016"/>
            <a:ext cx="2791243" cy="805654"/>
          </a:xfrm>
          <a:prstGeom prst="rect">
            <a:avLst/>
          </a:prstGeom>
        </p:spPr>
      </p:pic>
      <p:sp>
        <p:nvSpPr>
          <p:cNvPr id="7" name="TextBox 6">
            <a:extLst>
              <a:ext uri="{FF2B5EF4-FFF2-40B4-BE49-F238E27FC236}">
                <a16:creationId xmlns:a16="http://schemas.microsoft.com/office/drawing/2014/main" id="{D8E9195E-E1F1-A319-F8A8-37392464523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spcAft>
                <a:spcPts val="600"/>
              </a:spcAft>
            </a:pPr>
            <a:r>
              <a:rPr lang="en-US" sz="2000" b="1" u="sng"/>
              <a:t>Lesson 1</a:t>
            </a:r>
          </a:p>
        </p:txBody>
      </p:sp>
    </p:spTree>
    <p:extLst>
      <p:ext uri="{BB962C8B-B14F-4D97-AF65-F5344CB8AC3E}">
        <p14:creationId xmlns:p14="http://schemas.microsoft.com/office/powerpoint/2010/main" val="852707806"/>
      </p:ext>
    </p:extLst>
  </p:cSld>
  <p:clrMapOvr>
    <a:masterClrMapping/>
  </p:clrMapOvr>
  <p:extLst>
    <p:ext uri="{6950BFC3-D8DA-4A85-94F7-54DA5524770B}">
      <p188:commentRel xmlns:p188="http://schemas.microsoft.com/office/powerpoint/2018/8/main" r:id="rId3"/>
    </p:ext>
  </p:extLst>
</p:sld>
</file>

<file path=ppt/slides/slide7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76906711-0AFB-47DD-A4B6-4E94B38B8C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A91F649-894C-41F6-A21D-3D1AC558E93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B729B461-C399-0B47-8D9E-B2EA87E55247}"/>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kern="1200">
                <a:solidFill>
                  <a:srgbClr val="FFFFFF"/>
                </a:solidFill>
                <a:latin typeface="+mj-lt"/>
                <a:ea typeface="+mj-ea"/>
                <a:cs typeface="+mj-cs"/>
              </a:rPr>
              <a:t>Showing Rule Changes </a:t>
            </a:r>
          </a:p>
        </p:txBody>
      </p:sp>
      <p:sp>
        <p:nvSpPr>
          <p:cNvPr id="3" name="Content Placeholder 2">
            <a:extLst>
              <a:ext uri="{FF2B5EF4-FFF2-40B4-BE49-F238E27FC236}">
                <a16:creationId xmlns:a16="http://schemas.microsoft.com/office/drawing/2014/main" id="{F44AD8F2-BC5D-0A98-AA53-FE9118E76544}"/>
              </a:ext>
            </a:extLst>
          </p:cNvPr>
          <p:cNvSpPr>
            <a:spLocks noGrp="1"/>
          </p:cNvSpPr>
          <p:nvPr>
            <p:ph type="body" idx="1"/>
          </p:nvPr>
        </p:nvSpPr>
        <p:spPr>
          <a:xfrm>
            <a:off x="2895601" y="1900826"/>
            <a:ext cx="6396204" cy="662542"/>
          </a:xfrm>
        </p:spPr>
        <p:txBody>
          <a:bodyPr vert="horz" lIns="91440" tIns="45720" rIns="91440" bIns="45720" rtlCol="0" anchor="ctr">
            <a:normAutofit/>
          </a:bodyPr>
          <a:lstStyle/>
          <a:p>
            <a:pPr algn="ctr"/>
            <a:r>
              <a:rPr lang="en-US" kern="1200">
                <a:solidFill>
                  <a:srgbClr val="FFFFFF"/>
                </a:solidFill>
                <a:latin typeface="+mn-lt"/>
                <a:ea typeface="+mn-ea"/>
                <a:cs typeface="+mn-cs"/>
              </a:rPr>
              <a:t>Editing my completed </a:t>
            </a:r>
            <a:r>
              <a:rPr lang="en-US" kern="1200" err="1">
                <a:solidFill>
                  <a:srgbClr val="FFFFFF"/>
                </a:solidFill>
                <a:latin typeface="+mn-lt"/>
                <a:ea typeface="+mn-ea"/>
                <a:cs typeface="+mn-cs"/>
              </a:rPr>
              <a:t>OPNsense</a:t>
            </a:r>
            <a:r>
              <a:rPr lang="en-US" kern="1200">
                <a:solidFill>
                  <a:srgbClr val="FFFFFF"/>
                </a:solidFill>
                <a:latin typeface="+mn-lt"/>
                <a:ea typeface="+mn-ea"/>
                <a:cs typeface="+mn-cs"/>
              </a:rPr>
              <a:t> VMs</a:t>
            </a:r>
          </a:p>
        </p:txBody>
      </p:sp>
      <p:sp>
        <p:nvSpPr>
          <p:cNvPr id="14" name="sketch line">
            <a:extLst>
              <a:ext uri="{FF2B5EF4-FFF2-40B4-BE49-F238E27FC236}">
                <a16:creationId xmlns:a16="http://schemas.microsoft.com/office/drawing/2014/main" id="{56037404-66BD-46B5-9323-1B531319671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D3CF8D01-45F3-E6CD-ACB7-75133663C434}"/>
              </a:ext>
            </a:extLst>
          </p:cNvPr>
          <p:cNvPicPr>
            <a:picLocks noChangeAspect="1"/>
          </p:cNvPicPr>
          <p:nvPr/>
        </p:nvPicPr>
        <p:blipFill>
          <a:blip r:embed="rId4"/>
          <a:stretch>
            <a:fillRect/>
          </a:stretch>
        </p:blipFill>
        <p:spPr>
          <a:xfrm>
            <a:off x="1035177" y="3096973"/>
            <a:ext cx="10118598" cy="2959690"/>
          </a:xfrm>
          <a:prstGeom prst="rect">
            <a:avLst/>
          </a:prstGeom>
        </p:spPr>
      </p:pic>
      <p:sp>
        <p:nvSpPr>
          <p:cNvPr id="6" name="TextBox 5">
            <a:extLst>
              <a:ext uri="{FF2B5EF4-FFF2-40B4-BE49-F238E27FC236}">
                <a16:creationId xmlns:a16="http://schemas.microsoft.com/office/drawing/2014/main" id="{64D992DA-E8DB-9C4E-2467-10328D333079}"/>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2342032098"/>
      </p:ext>
    </p:extLst>
  </p:cSld>
  <p:clrMapOvr>
    <a:masterClrMapping/>
  </p:clrMapOvr>
  <p:extLst>
    <p:ext uri="{6950BFC3-D8DA-4A85-94F7-54DA5524770B}">
      <p188:commentRel xmlns:p188="http://schemas.microsoft.com/office/powerpoint/2018/8/main" r:id="rId3"/>
    </p:ext>
  </p:extLst>
</p:sld>
</file>

<file path=ppt/slides/slide7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A8B43E5-14FB-4CDE-67DF-3722B218C60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3591AA69-EB29-056A-9B90-4E442A3BB43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7C9418F5-9B57-4444-B9B2-154A48C26E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30B5B361-CBD7-5601-24C0-93F875059DC0}"/>
              </a:ext>
            </a:extLst>
          </p:cNvPr>
          <p:cNvSpPr>
            <a:spLocks noGrp="1"/>
          </p:cNvSpPr>
          <p:nvPr>
            <p:ph type="title"/>
          </p:nvPr>
        </p:nvSpPr>
        <p:spPr>
          <a:xfrm>
            <a:off x="638881" y="390525"/>
            <a:ext cx="10909640" cy="1510301"/>
          </a:xfrm>
        </p:spPr>
        <p:txBody>
          <a:bodyPr vert="horz" lIns="91440" tIns="45720" rIns="91440" bIns="45720" rtlCol="0" anchor="ctr">
            <a:normAutofit/>
          </a:bodyPr>
          <a:lstStyle/>
          <a:p>
            <a:pPr algn="ctr"/>
            <a:r>
              <a:rPr lang="en-US" sz="6600">
                <a:solidFill>
                  <a:srgbClr val="FFFFFF"/>
                </a:solidFill>
              </a:rPr>
              <a:t>Logging In</a:t>
            </a:r>
            <a:endParaRPr lang="en-US"/>
          </a:p>
        </p:txBody>
      </p:sp>
      <p:sp>
        <p:nvSpPr>
          <p:cNvPr id="3" name="Content Placeholder 2">
            <a:extLst>
              <a:ext uri="{FF2B5EF4-FFF2-40B4-BE49-F238E27FC236}">
                <a16:creationId xmlns:a16="http://schemas.microsoft.com/office/drawing/2014/main" id="{F0A85E93-1389-DDE9-A932-294558C96E51}"/>
              </a:ext>
            </a:extLst>
          </p:cNvPr>
          <p:cNvSpPr>
            <a:spLocks noGrp="1"/>
          </p:cNvSpPr>
          <p:nvPr>
            <p:ph type="body" idx="1"/>
          </p:nvPr>
        </p:nvSpPr>
        <p:spPr>
          <a:xfrm>
            <a:off x="2895601" y="1900826"/>
            <a:ext cx="6396204" cy="662542"/>
          </a:xfrm>
        </p:spPr>
        <p:txBody>
          <a:bodyPr vert="horz" lIns="91440" tIns="45720" rIns="91440" bIns="45720" rtlCol="0" anchor="ctr">
            <a:normAutofit/>
          </a:bodyPr>
          <a:lstStyle/>
          <a:p>
            <a:pPr algn="ctr"/>
            <a:r>
              <a:rPr lang="en-US">
                <a:solidFill>
                  <a:srgbClr val="FFFFFF"/>
                </a:solidFill>
              </a:rPr>
              <a:t>Your own </a:t>
            </a:r>
            <a:r>
              <a:rPr lang="en-US" err="1">
                <a:solidFill>
                  <a:srgbClr val="FFFFFF"/>
                </a:solidFill>
              </a:rPr>
              <a:t>OPNsense</a:t>
            </a:r>
            <a:r>
              <a:rPr lang="en-US">
                <a:solidFill>
                  <a:srgbClr val="FFFFFF"/>
                </a:solidFill>
              </a:rPr>
              <a:t> firewall VMs</a:t>
            </a:r>
            <a:endParaRPr lang="en-US">
              <a:ea typeface="+mn-ea"/>
              <a:cs typeface="+mn-cs"/>
            </a:endParaRPr>
          </a:p>
        </p:txBody>
      </p:sp>
      <p:sp>
        <p:nvSpPr>
          <p:cNvPr id="14" name="sketch line">
            <a:extLst>
              <a:ext uri="{FF2B5EF4-FFF2-40B4-BE49-F238E27FC236}">
                <a16:creationId xmlns:a16="http://schemas.microsoft.com/office/drawing/2014/main" id="{70FC4C93-16DF-1905-B9CE-B5EA7D8812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59B0750E-B0FE-9667-42C2-0B0C003EA3F8}"/>
              </a:ext>
            </a:extLst>
          </p:cNvPr>
          <p:cNvPicPr>
            <a:picLocks noChangeAspect="1"/>
          </p:cNvPicPr>
          <p:nvPr/>
        </p:nvPicPr>
        <p:blipFill>
          <a:blip r:embed="rId3"/>
          <a:stretch>
            <a:fillRect/>
          </a:stretch>
        </p:blipFill>
        <p:spPr>
          <a:xfrm>
            <a:off x="1035177" y="3096973"/>
            <a:ext cx="10118598" cy="2959690"/>
          </a:xfrm>
          <a:prstGeom prst="rect">
            <a:avLst/>
          </a:prstGeom>
        </p:spPr>
      </p:pic>
      <p:sp>
        <p:nvSpPr>
          <p:cNvPr id="6" name="TextBox 5">
            <a:extLst>
              <a:ext uri="{FF2B5EF4-FFF2-40B4-BE49-F238E27FC236}">
                <a16:creationId xmlns:a16="http://schemas.microsoft.com/office/drawing/2014/main" id="{2088CBB9-2177-3481-4644-70BD399AB959}"/>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404926047"/>
      </p:ext>
    </p:extLst>
  </p:cSld>
  <p:clrMapOvr>
    <a:masterClrMapping/>
  </p:clrMapOvr>
</p:sld>
</file>

<file path=ppt/slides/slide7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4CCE00C-AA9A-40D9-59E2-CA0F3A100E2C}"/>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E67D6A69-71E5-5C54-257D-395328FEBD29}"/>
              </a:ext>
            </a:extLst>
          </p:cNvPr>
          <p:cNvSpPr>
            <a:spLocks noGrp="1"/>
          </p:cNvSpPr>
          <p:nvPr>
            <p:ph type="body" idx="1"/>
          </p:nvPr>
        </p:nvSpPr>
        <p:spPr>
          <a:xfrm>
            <a:off x="-24493" y="4865234"/>
            <a:ext cx="11386457" cy="1463902"/>
          </a:xfrm>
        </p:spPr>
        <p:txBody>
          <a:bodyPr vert="horz" lIns="91440" tIns="45720" rIns="91440" bIns="45720" rtlCol="0" anchor="t">
            <a:normAutofit lnSpcReduction="10000"/>
          </a:bodyPr>
          <a:lstStyle/>
          <a:p>
            <a:r>
              <a:rPr lang="en-US" sz="3600" b="1">
                <a:solidFill>
                  <a:schemeClr val="tx1"/>
                </a:solidFill>
              </a:rPr>
              <a:t>Your </a:t>
            </a:r>
            <a:r>
              <a:rPr lang="en-US" sz="3600" b="1" err="1">
                <a:solidFill>
                  <a:schemeClr val="tx1"/>
                </a:solidFill>
              </a:rPr>
              <a:t>OPNsense</a:t>
            </a:r>
            <a:r>
              <a:rPr lang="en-US" sz="3600" b="1">
                <a:solidFill>
                  <a:schemeClr val="tx1"/>
                </a:solidFill>
              </a:rPr>
              <a:t> VM will manage only your VLAN, and thus only your VM. Start up your </a:t>
            </a:r>
            <a:r>
              <a:rPr lang="en-US" sz="3600" b="1" err="1">
                <a:solidFill>
                  <a:schemeClr val="tx1"/>
                </a:solidFill>
              </a:rPr>
              <a:t>OPNsense</a:t>
            </a:r>
            <a:r>
              <a:rPr lang="en-US" sz="3600" b="1">
                <a:solidFill>
                  <a:schemeClr val="tx1"/>
                </a:solidFill>
              </a:rPr>
              <a:t> VM and open its console. </a:t>
            </a:r>
          </a:p>
        </p:txBody>
      </p:sp>
      <p:graphicFrame>
        <p:nvGraphicFramePr>
          <p:cNvPr id="6" name="Table 5">
            <a:extLst>
              <a:ext uri="{FF2B5EF4-FFF2-40B4-BE49-F238E27FC236}">
                <a16:creationId xmlns:a16="http://schemas.microsoft.com/office/drawing/2014/main" id="{A5BCFF58-62C2-71CC-593C-4BC2FD41356B}"/>
              </a:ext>
            </a:extLst>
          </p:cNvPr>
          <p:cNvGraphicFramePr>
            <a:graphicFrameLocks noGrp="1"/>
          </p:cNvGraphicFramePr>
          <p:nvPr>
            <p:extLst>
              <p:ext uri="{D42A27DB-BD31-4B8C-83A1-F6EECF244321}">
                <p14:modId xmlns:p14="http://schemas.microsoft.com/office/powerpoint/2010/main" val="651454139"/>
              </p:ext>
            </p:extLst>
          </p:nvPr>
        </p:nvGraphicFramePr>
        <p:xfrm>
          <a:off x="-27577" y="1898033"/>
          <a:ext cx="8168640" cy="296672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246302470"/>
                    </a:ext>
                  </a:extLst>
                </a:gridCol>
                <a:gridCol w="4084320">
                  <a:extLst>
                    <a:ext uri="{9D8B030D-6E8A-4147-A177-3AD203B41FA5}">
                      <a16:colId xmlns:a16="http://schemas.microsoft.com/office/drawing/2014/main" val="706118701"/>
                    </a:ext>
                  </a:extLst>
                </a:gridCol>
              </a:tblGrid>
              <a:tr h="370840">
                <a:tc>
                  <a:txBody>
                    <a:bodyPr/>
                    <a:lstStyle/>
                    <a:p>
                      <a:endParaRPr lang="en-US"/>
                    </a:p>
                  </a:txBody>
                  <a:tcPr/>
                </a:tc>
                <a:tc>
                  <a:txBody>
                    <a:bodyPr/>
                    <a:lstStyle/>
                    <a:p>
                      <a:endParaRPr lang="en-US"/>
                    </a:p>
                  </a:txBody>
                  <a:tcPr/>
                </a:tc>
                <a:extLst>
                  <a:ext uri="{0D108BD9-81ED-4DB2-BD59-A6C34878D82A}">
                    <a16:rowId xmlns:a16="http://schemas.microsoft.com/office/drawing/2014/main" val="1989211458"/>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TBD</a:t>
                      </a:r>
                      <a:endParaRPr lang="en-US"/>
                    </a:p>
                  </a:txBody>
                  <a:tcPr/>
                </a:tc>
                <a:tc>
                  <a:txBody>
                    <a:bodyPr/>
                    <a:lstStyle/>
                    <a:p>
                      <a:r>
                        <a:rPr lang="en-US"/>
                        <a:t>132</a:t>
                      </a:r>
                    </a:p>
                  </a:txBody>
                  <a:tcPr/>
                </a:tc>
                <a:extLst>
                  <a:ext uri="{0D108BD9-81ED-4DB2-BD59-A6C34878D82A}">
                    <a16:rowId xmlns:a16="http://schemas.microsoft.com/office/drawing/2014/main" val="2056085489"/>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TBD</a:t>
                      </a:r>
                      <a:endParaRPr lang="en-US"/>
                    </a:p>
                  </a:txBody>
                  <a:tcPr/>
                </a:tc>
                <a:tc>
                  <a:txBody>
                    <a:bodyPr/>
                    <a:lstStyle/>
                    <a:p>
                      <a:r>
                        <a:rPr lang="en-US"/>
                        <a:t>140</a:t>
                      </a:r>
                    </a:p>
                  </a:txBody>
                  <a:tcPr/>
                </a:tc>
                <a:extLst>
                  <a:ext uri="{0D108BD9-81ED-4DB2-BD59-A6C34878D82A}">
                    <a16:rowId xmlns:a16="http://schemas.microsoft.com/office/drawing/2014/main" val="4046780729"/>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TBD</a:t>
                      </a:r>
                      <a:endParaRPr lang="en-US"/>
                    </a:p>
                  </a:txBody>
                  <a:tcPr/>
                </a:tc>
                <a:tc>
                  <a:txBody>
                    <a:bodyPr/>
                    <a:lstStyle/>
                    <a:p>
                      <a:r>
                        <a:rPr lang="en-US"/>
                        <a:t>141</a:t>
                      </a:r>
                    </a:p>
                  </a:txBody>
                  <a:tcPr/>
                </a:tc>
                <a:extLst>
                  <a:ext uri="{0D108BD9-81ED-4DB2-BD59-A6C34878D82A}">
                    <a16:rowId xmlns:a16="http://schemas.microsoft.com/office/drawing/2014/main" val="3125374924"/>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TBD</a:t>
                      </a:r>
                      <a:endParaRPr lang="en-US"/>
                    </a:p>
                  </a:txBody>
                  <a:tcPr/>
                </a:tc>
                <a:tc>
                  <a:txBody>
                    <a:bodyPr/>
                    <a:lstStyle/>
                    <a:p>
                      <a:r>
                        <a:rPr lang="en-US"/>
                        <a:t>142</a:t>
                      </a:r>
                    </a:p>
                  </a:txBody>
                  <a:tcPr/>
                </a:tc>
                <a:extLst>
                  <a:ext uri="{0D108BD9-81ED-4DB2-BD59-A6C34878D82A}">
                    <a16:rowId xmlns:a16="http://schemas.microsoft.com/office/drawing/2014/main" val="3261268162"/>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TBD</a:t>
                      </a:r>
                      <a:endParaRPr lang="en-US"/>
                    </a:p>
                  </a:txBody>
                  <a:tcPr/>
                </a:tc>
                <a:tc>
                  <a:txBody>
                    <a:bodyPr/>
                    <a:lstStyle/>
                    <a:p>
                      <a:r>
                        <a:rPr lang="en-US"/>
                        <a:t>150</a:t>
                      </a:r>
                    </a:p>
                  </a:txBody>
                  <a:tcPr/>
                </a:tc>
                <a:extLst>
                  <a:ext uri="{0D108BD9-81ED-4DB2-BD59-A6C34878D82A}">
                    <a16:rowId xmlns:a16="http://schemas.microsoft.com/office/drawing/2014/main" val="1339171364"/>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TBD</a:t>
                      </a:r>
                      <a:endParaRPr lang="en-US"/>
                    </a:p>
                  </a:txBody>
                  <a:tcPr/>
                </a:tc>
                <a:tc>
                  <a:txBody>
                    <a:bodyPr/>
                    <a:lstStyle/>
                    <a:p>
                      <a:r>
                        <a:rPr lang="en-US"/>
                        <a:t>151</a:t>
                      </a:r>
                    </a:p>
                  </a:txBody>
                  <a:tcPr/>
                </a:tc>
                <a:extLst>
                  <a:ext uri="{0D108BD9-81ED-4DB2-BD59-A6C34878D82A}">
                    <a16:rowId xmlns:a16="http://schemas.microsoft.com/office/drawing/2014/main" val="3605752031"/>
                  </a:ext>
                </a:extLst>
              </a:tr>
              <a:tr h="370840">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TBD</a:t>
                      </a:r>
                      <a:endParaRPr lang="en-US"/>
                    </a:p>
                  </a:txBody>
                  <a:tcPr/>
                </a:tc>
                <a:tc>
                  <a:txBody>
                    <a:bodyPr/>
                    <a:lstStyle/>
                    <a:p>
                      <a:r>
                        <a:rPr lang="en-US"/>
                        <a:t>152</a:t>
                      </a:r>
                    </a:p>
                  </a:txBody>
                  <a:tcPr/>
                </a:tc>
                <a:extLst>
                  <a:ext uri="{0D108BD9-81ED-4DB2-BD59-A6C34878D82A}">
                    <a16:rowId xmlns:a16="http://schemas.microsoft.com/office/drawing/2014/main" val="1354636698"/>
                  </a:ext>
                </a:extLst>
              </a:tr>
            </a:tbl>
          </a:graphicData>
        </a:graphic>
      </p:graphicFrame>
      <p:graphicFrame>
        <p:nvGraphicFramePr>
          <p:cNvPr id="8" name="Table 7">
            <a:extLst>
              <a:ext uri="{FF2B5EF4-FFF2-40B4-BE49-F238E27FC236}">
                <a16:creationId xmlns:a16="http://schemas.microsoft.com/office/drawing/2014/main" id="{4E70BD00-2E93-26A0-1B41-AAC2F1ECA4C5}"/>
              </a:ext>
            </a:extLst>
          </p:cNvPr>
          <p:cNvGraphicFramePr>
            <a:graphicFrameLocks noGrp="1"/>
          </p:cNvGraphicFramePr>
          <p:nvPr>
            <p:extLst>
              <p:ext uri="{D42A27DB-BD31-4B8C-83A1-F6EECF244321}">
                <p14:modId xmlns:p14="http://schemas.microsoft.com/office/powerpoint/2010/main" val="708707679"/>
              </p:ext>
            </p:extLst>
          </p:nvPr>
        </p:nvGraphicFramePr>
        <p:xfrm>
          <a:off x="-27577" y="32947"/>
          <a:ext cx="8168640" cy="222504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2328387232"/>
                    </a:ext>
                  </a:extLst>
                </a:gridCol>
                <a:gridCol w="4084320">
                  <a:extLst>
                    <a:ext uri="{9D8B030D-6E8A-4147-A177-3AD203B41FA5}">
                      <a16:colId xmlns:a16="http://schemas.microsoft.com/office/drawing/2014/main" val="669837372"/>
                    </a:ext>
                  </a:extLst>
                </a:gridCol>
              </a:tblGrid>
              <a:tr h="370840">
                <a:tc>
                  <a:txBody>
                    <a:bodyPr/>
                    <a:lstStyle/>
                    <a:p>
                      <a:r>
                        <a:rPr lang="en-US" err="1"/>
                        <a:t>OPNsense</a:t>
                      </a:r>
                      <a:r>
                        <a:rPr lang="en-US"/>
                        <a:t> VM IP</a:t>
                      </a:r>
                    </a:p>
                  </a:txBody>
                  <a:tcPr/>
                </a:tc>
                <a:tc>
                  <a:txBody>
                    <a:bodyPr/>
                    <a:lstStyle/>
                    <a:p>
                      <a:pPr lvl="0">
                        <a:buNone/>
                      </a:pPr>
                      <a:r>
                        <a:rPr lang="en-US"/>
                        <a:t>Your VM ID</a:t>
                      </a:r>
                    </a:p>
                  </a:txBody>
                  <a:tcPr/>
                </a:tc>
                <a:extLst>
                  <a:ext uri="{0D108BD9-81ED-4DB2-BD59-A6C34878D82A}">
                    <a16:rowId xmlns:a16="http://schemas.microsoft.com/office/drawing/2014/main" val="1158065527"/>
                  </a:ext>
                </a:extLst>
              </a:tr>
              <a:tr h="370840">
                <a:tc>
                  <a:txBody>
                    <a:bodyPr/>
                    <a:lstStyle/>
                    <a:p>
                      <a:pPr lvl="0">
                        <a:buNone/>
                      </a:pPr>
                      <a:r>
                        <a:rPr lang="en-US" sz="1800" b="0" i="0" u="none" strike="noStrike" noProof="0">
                          <a:solidFill>
                            <a:srgbClr val="000000"/>
                          </a:solidFill>
                          <a:latin typeface="Aptos"/>
                        </a:rPr>
                        <a:t>TBD</a:t>
                      </a:r>
                    </a:p>
                  </a:txBody>
                  <a:tcPr/>
                </a:tc>
                <a:tc>
                  <a:txBody>
                    <a:bodyPr/>
                    <a:lstStyle/>
                    <a:p>
                      <a:r>
                        <a:rPr lang="en-US"/>
                        <a:t>120</a:t>
                      </a:r>
                    </a:p>
                  </a:txBody>
                  <a:tcPr/>
                </a:tc>
                <a:extLst>
                  <a:ext uri="{0D108BD9-81ED-4DB2-BD59-A6C34878D82A}">
                    <a16:rowId xmlns:a16="http://schemas.microsoft.com/office/drawing/2014/main" val="3872719047"/>
                  </a:ext>
                </a:extLst>
              </a:tr>
              <a:tr h="370840">
                <a:tc>
                  <a:txBody>
                    <a:bodyPr/>
                    <a:lstStyle/>
                    <a:p>
                      <a:pPr lvl="0">
                        <a:buNone/>
                      </a:pPr>
                      <a:r>
                        <a:rPr lang="en-US" sz="1800" b="0" i="0" u="none" strike="noStrike" noProof="0">
                          <a:solidFill>
                            <a:srgbClr val="000000"/>
                          </a:solidFill>
                          <a:latin typeface="Aptos"/>
                        </a:rPr>
                        <a:t>TBD</a:t>
                      </a:r>
                      <a:endParaRPr lang="en-US"/>
                    </a:p>
                  </a:txBody>
                  <a:tcPr/>
                </a:tc>
                <a:tc>
                  <a:txBody>
                    <a:bodyPr/>
                    <a:lstStyle/>
                    <a:p>
                      <a:r>
                        <a:rPr lang="en-US"/>
                        <a:t>121</a:t>
                      </a:r>
                    </a:p>
                  </a:txBody>
                  <a:tcPr/>
                </a:tc>
                <a:extLst>
                  <a:ext uri="{0D108BD9-81ED-4DB2-BD59-A6C34878D82A}">
                    <a16:rowId xmlns:a16="http://schemas.microsoft.com/office/drawing/2014/main" val="1467833407"/>
                  </a:ext>
                </a:extLst>
              </a:tr>
              <a:tr h="370840">
                <a:tc>
                  <a:txBody>
                    <a:bodyPr/>
                    <a:lstStyle/>
                    <a:p>
                      <a:pPr lvl="0">
                        <a:buNone/>
                      </a:pPr>
                      <a:r>
                        <a:rPr lang="en-US" sz="1800" b="0" i="0" u="none" strike="noStrike" noProof="0">
                          <a:solidFill>
                            <a:srgbClr val="000000"/>
                          </a:solidFill>
                          <a:latin typeface="Aptos"/>
                        </a:rPr>
                        <a:t>TBD</a:t>
                      </a:r>
                      <a:endParaRPr lang="en-US"/>
                    </a:p>
                  </a:txBody>
                  <a:tcPr/>
                </a:tc>
                <a:tc>
                  <a:txBody>
                    <a:bodyPr/>
                    <a:lstStyle/>
                    <a:p>
                      <a:r>
                        <a:rPr lang="en-US"/>
                        <a:t>122</a:t>
                      </a:r>
                    </a:p>
                  </a:txBody>
                  <a:tcPr/>
                </a:tc>
                <a:extLst>
                  <a:ext uri="{0D108BD9-81ED-4DB2-BD59-A6C34878D82A}">
                    <a16:rowId xmlns:a16="http://schemas.microsoft.com/office/drawing/2014/main" val="1053998084"/>
                  </a:ext>
                </a:extLst>
              </a:tr>
              <a:tr h="370840">
                <a:tc>
                  <a:txBody>
                    <a:bodyPr/>
                    <a:lstStyle/>
                    <a:p>
                      <a:pPr lvl="0">
                        <a:buNone/>
                      </a:pPr>
                      <a:r>
                        <a:rPr lang="en-US" sz="1800" b="0" i="0" u="none" strike="noStrike" noProof="0">
                          <a:solidFill>
                            <a:srgbClr val="000000"/>
                          </a:solidFill>
                          <a:latin typeface="Aptos"/>
                        </a:rPr>
                        <a:t>TBD</a:t>
                      </a:r>
                      <a:endParaRPr lang="en-US"/>
                    </a:p>
                  </a:txBody>
                  <a:tcPr/>
                </a:tc>
                <a:tc>
                  <a:txBody>
                    <a:bodyPr/>
                    <a:lstStyle/>
                    <a:p>
                      <a:r>
                        <a:rPr lang="en-US"/>
                        <a:t>130</a:t>
                      </a:r>
                    </a:p>
                  </a:txBody>
                  <a:tcPr/>
                </a:tc>
                <a:extLst>
                  <a:ext uri="{0D108BD9-81ED-4DB2-BD59-A6C34878D82A}">
                    <a16:rowId xmlns:a16="http://schemas.microsoft.com/office/drawing/2014/main" val="3940155608"/>
                  </a:ext>
                </a:extLst>
              </a:tr>
              <a:tr h="370840">
                <a:tc>
                  <a:txBody>
                    <a:bodyPr/>
                    <a:lstStyle/>
                    <a:p>
                      <a:pPr lvl="0">
                        <a:buNone/>
                      </a:pPr>
                      <a:r>
                        <a:rPr lang="en-US" sz="1800" b="0" i="0" u="none" strike="noStrike" noProof="0">
                          <a:solidFill>
                            <a:srgbClr val="000000"/>
                          </a:solidFill>
                          <a:latin typeface="Aptos"/>
                        </a:rPr>
                        <a:t>TBD</a:t>
                      </a:r>
                      <a:endParaRPr lang="en-US" sz="1800" b="0" i="0" u="none" strike="noStrike" noProof="0"/>
                    </a:p>
                  </a:txBody>
                  <a:tcPr/>
                </a:tc>
                <a:tc>
                  <a:txBody>
                    <a:bodyPr/>
                    <a:lstStyle/>
                    <a:p>
                      <a:r>
                        <a:rPr lang="en-US"/>
                        <a:t>131</a:t>
                      </a:r>
                    </a:p>
                  </a:txBody>
                  <a:tcPr/>
                </a:tc>
                <a:extLst>
                  <a:ext uri="{0D108BD9-81ED-4DB2-BD59-A6C34878D82A}">
                    <a16:rowId xmlns:a16="http://schemas.microsoft.com/office/drawing/2014/main" val="2286345971"/>
                  </a:ext>
                </a:extLst>
              </a:tr>
            </a:tbl>
          </a:graphicData>
        </a:graphic>
      </p:graphicFrame>
      <p:pic>
        <p:nvPicPr>
          <p:cNvPr id="9" name="Picture 8" descr="A blue and yellow logo&#10;&#10;AI-generated content may be incorrect.">
            <a:extLst>
              <a:ext uri="{FF2B5EF4-FFF2-40B4-BE49-F238E27FC236}">
                <a16:creationId xmlns:a16="http://schemas.microsoft.com/office/drawing/2014/main" id="{9B43B36E-19A6-669D-8703-92C09F29F440}"/>
              </a:ext>
            </a:extLst>
          </p:cNvPr>
          <p:cNvPicPr>
            <a:picLocks noChangeAspect="1"/>
          </p:cNvPicPr>
          <p:nvPr/>
        </p:nvPicPr>
        <p:blipFill>
          <a:blip r:embed="rId2"/>
          <a:stretch>
            <a:fillRect/>
          </a:stretch>
        </p:blipFill>
        <p:spPr>
          <a:xfrm>
            <a:off x="2721" y="6216421"/>
            <a:ext cx="2178959" cy="644527"/>
          </a:xfrm>
          <a:prstGeom prst="rect">
            <a:avLst/>
          </a:prstGeom>
        </p:spPr>
      </p:pic>
      <p:sp>
        <p:nvSpPr>
          <p:cNvPr id="4" name="TextBox 3">
            <a:extLst>
              <a:ext uri="{FF2B5EF4-FFF2-40B4-BE49-F238E27FC236}">
                <a16:creationId xmlns:a16="http://schemas.microsoft.com/office/drawing/2014/main" id="{71955AC9-24C5-60DD-BD56-98D466C5BA08}"/>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
        <p:nvSpPr>
          <p:cNvPr id="2" name="TextBox 1">
            <a:extLst>
              <a:ext uri="{FF2B5EF4-FFF2-40B4-BE49-F238E27FC236}">
                <a16:creationId xmlns:a16="http://schemas.microsoft.com/office/drawing/2014/main" id="{11A7E12B-4866-A39F-2391-5B81ED692186}"/>
              </a:ext>
            </a:extLst>
          </p:cNvPr>
          <p:cNvSpPr txBox="1"/>
          <p:nvPr/>
        </p:nvSpPr>
        <p:spPr>
          <a:xfrm>
            <a:off x="8149772" y="19079"/>
            <a:ext cx="4042227" cy="427809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3400" u="sng"/>
              <a:t>Everyone has this info</a:t>
            </a:r>
          </a:p>
          <a:p>
            <a:r>
              <a:rPr lang="en-US" sz="3400" u="sng"/>
              <a:t>User: root</a:t>
            </a:r>
          </a:p>
          <a:p>
            <a:r>
              <a:rPr lang="en-US" sz="3400" u="sng"/>
              <a:t>Password: </a:t>
            </a:r>
            <a:r>
              <a:rPr lang="en-US" sz="3400" u="sng" err="1"/>
              <a:t>opnsense</a:t>
            </a:r>
          </a:p>
          <a:p>
            <a:r>
              <a:rPr lang="en-US" sz="3400" b="1" u="sng"/>
              <a:t>Enter the IP into your browser to access web interface</a:t>
            </a:r>
          </a:p>
        </p:txBody>
      </p:sp>
    </p:spTree>
    <p:extLst>
      <p:ext uri="{BB962C8B-B14F-4D97-AF65-F5344CB8AC3E}">
        <p14:creationId xmlns:p14="http://schemas.microsoft.com/office/powerpoint/2010/main" val="2625165783"/>
      </p:ext>
    </p:extLst>
  </p:cSld>
  <p:clrMapOvr>
    <a:masterClrMapping/>
  </p:clrMapOvr>
</p:sld>
</file>

<file path=ppt/slides/slide8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pic>
        <p:nvPicPr>
          <p:cNvPr id="4" name="Picture 3">
            <a:extLst>
              <a:ext uri="{FF2B5EF4-FFF2-40B4-BE49-F238E27FC236}">
                <a16:creationId xmlns:a16="http://schemas.microsoft.com/office/drawing/2014/main" id="{1F07761B-5223-DBA2-49EB-BD042D090898}"/>
              </a:ext>
            </a:extLst>
          </p:cNvPr>
          <p:cNvPicPr>
            <a:picLocks noChangeAspect="1"/>
          </p:cNvPicPr>
          <p:nvPr/>
        </p:nvPicPr>
        <p:blipFill>
          <a:blip r:embed="rId2"/>
          <a:srcRect l="31071" t="45291" r="35000" b="29947"/>
          <a:stretch>
            <a:fillRect/>
          </a:stretch>
        </p:blipFill>
        <p:spPr>
          <a:xfrm>
            <a:off x="0" y="1"/>
            <a:ext cx="12199261" cy="5007435"/>
          </a:xfrm>
          <a:prstGeom prst="rect">
            <a:avLst/>
          </a:prstGeom>
        </p:spPr>
      </p:pic>
      <p:sp>
        <p:nvSpPr>
          <p:cNvPr id="6" name="TextBox 5">
            <a:extLst>
              <a:ext uri="{FF2B5EF4-FFF2-40B4-BE49-F238E27FC236}">
                <a16:creationId xmlns:a16="http://schemas.microsoft.com/office/drawing/2014/main" id="{913BC5EF-F105-C6F2-3786-3A45B39DA079}"/>
              </a:ext>
            </a:extLst>
          </p:cNvPr>
          <p:cNvSpPr txBox="1"/>
          <p:nvPr/>
        </p:nvSpPr>
        <p:spPr>
          <a:xfrm>
            <a:off x="154858" y="5006960"/>
            <a:ext cx="11887200" cy="221599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3000"/>
              <a:t>It should look like this. ADMIN is LAN on .10 subnet, WAN is .9, and your VLAN is configured to a gateway IP</a:t>
            </a:r>
          </a:p>
          <a:p>
            <a:pPr marL="457200" indent="-457200">
              <a:buFont typeface="Arial"/>
              <a:buChar char="•"/>
            </a:pPr>
            <a:r>
              <a:rPr lang="en-US" sz="3000"/>
              <a:t>We need the ADMIN IP since that is the IP we type into the search bar to see the web interface</a:t>
            </a:r>
          </a:p>
          <a:p>
            <a:endParaRPr lang="en-US"/>
          </a:p>
        </p:txBody>
      </p:sp>
      <p:pic>
        <p:nvPicPr>
          <p:cNvPr id="8" name="Picture 7" descr="A blue and yellow logo&#10;&#10;AI-generated content may be incorrect.">
            <a:extLst>
              <a:ext uri="{FF2B5EF4-FFF2-40B4-BE49-F238E27FC236}">
                <a16:creationId xmlns:a16="http://schemas.microsoft.com/office/drawing/2014/main" id="{91100979-E62B-037F-EAF3-E3EC6AE20574}"/>
              </a:ext>
            </a:extLst>
          </p:cNvPr>
          <p:cNvPicPr>
            <a:picLocks noChangeAspect="1"/>
          </p:cNvPicPr>
          <p:nvPr/>
        </p:nvPicPr>
        <p:blipFill>
          <a:blip r:embed="rId3"/>
          <a:stretch>
            <a:fillRect/>
          </a:stretch>
        </p:blipFill>
        <p:spPr>
          <a:xfrm>
            <a:off x="9574892" y="6434135"/>
            <a:ext cx="1344388" cy="426813"/>
          </a:xfrm>
          <a:prstGeom prst="rect">
            <a:avLst/>
          </a:prstGeom>
        </p:spPr>
      </p:pic>
      <p:sp>
        <p:nvSpPr>
          <p:cNvPr id="5" name="TextBox 4">
            <a:extLst>
              <a:ext uri="{FF2B5EF4-FFF2-40B4-BE49-F238E27FC236}">
                <a16:creationId xmlns:a16="http://schemas.microsoft.com/office/drawing/2014/main" id="{63F7CB7E-F4B1-592E-1ED0-CD68EB8FBA03}"/>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1288946157"/>
      </p:ext>
    </p:extLst>
  </p:cSld>
  <p:clrMapOvr>
    <a:masterClrMapping/>
  </p:clrMapOvr>
</p:sld>
</file>

<file path=ppt/slides/slide8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12F78A1-91E6-6AC8-DF6C-3CD4875E855F}"/>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B62F498-D7E9-5D86-3A7F-211A8ABD501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8A5A4289-8EC9-2102-43EF-E70681728E4F}"/>
              </a:ext>
            </a:extLst>
          </p:cNvPr>
          <p:cNvSpPr>
            <a:spLocks noGrp="1"/>
          </p:cNvSpPr>
          <p:nvPr>
            <p:ph type="title"/>
          </p:nvPr>
        </p:nvSpPr>
        <p:spPr>
          <a:xfrm>
            <a:off x="645064" y="525982"/>
            <a:ext cx="4282983" cy="1200361"/>
          </a:xfrm>
        </p:spPr>
        <p:txBody>
          <a:bodyPr anchor="b">
            <a:normAutofit/>
          </a:bodyPr>
          <a:lstStyle/>
          <a:p>
            <a:r>
              <a:rPr lang="en-US" sz="3600"/>
              <a:t>Acess the Web User Interface</a:t>
            </a:r>
          </a:p>
        </p:txBody>
      </p:sp>
      <p:sp>
        <p:nvSpPr>
          <p:cNvPr id="18" name="Rectangle 17">
            <a:extLst>
              <a:ext uri="{FF2B5EF4-FFF2-40B4-BE49-F238E27FC236}">
                <a16:creationId xmlns:a16="http://schemas.microsoft.com/office/drawing/2014/main" id="{1CF1AA3C-EAE4-0BD4-144D-B863ABC2E06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616533" y="1944913"/>
            <a:ext cx="40233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6B11C415-A985-9D6E-1DE2-517B598CD695}"/>
              </a:ext>
            </a:extLst>
          </p:cNvPr>
          <p:cNvSpPr>
            <a:spLocks noGrp="1"/>
          </p:cNvSpPr>
          <p:nvPr>
            <p:ph idx="1"/>
          </p:nvPr>
        </p:nvSpPr>
        <p:spPr>
          <a:xfrm>
            <a:off x="645066" y="2031101"/>
            <a:ext cx="4282984" cy="3511943"/>
          </a:xfrm>
        </p:spPr>
        <p:txBody>
          <a:bodyPr vert="horz" lIns="91440" tIns="45720" rIns="91440" bIns="45720" rtlCol="0" anchor="ctr">
            <a:normAutofit/>
          </a:bodyPr>
          <a:lstStyle/>
          <a:p>
            <a:r>
              <a:rPr lang="en-US" sz="1800" b="1"/>
              <a:t>This will be different for everyone's </a:t>
            </a:r>
            <a:r>
              <a:rPr lang="en-US" sz="1800" b="1" err="1"/>
              <a:t>OPNsense</a:t>
            </a:r>
            <a:r>
              <a:rPr lang="en-US" sz="1800" b="1"/>
              <a:t> VM's!! </a:t>
            </a:r>
            <a:r>
              <a:rPr lang="en-US" sz="1800" b="1" err="1"/>
              <a:t>Inser</a:t>
            </a:r>
            <a:r>
              <a:rPr lang="en-US" sz="1800" b="1"/>
              <a:t>t your own</a:t>
            </a:r>
          </a:p>
          <a:p>
            <a:r>
              <a:rPr lang="en-US" sz="1800"/>
              <a:t>Type </a:t>
            </a:r>
            <a:r>
              <a:rPr lang="en-US" sz="1800" b="1"/>
              <a:t>your vtnet1 LAN IP</a:t>
            </a:r>
            <a:r>
              <a:rPr lang="en-US" sz="1800"/>
              <a:t> into the search bar (not the one in the picture)</a:t>
            </a:r>
          </a:p>
          <a:p>
            <a:r>
              <a:rPr lang="en-US" sz="1800"/>
              <a:t>User: root</a:t>
            </a:r>
          </a:p>
          <a:p>
            <a:r>
              <a:rPr lang="en-US" sz="1800"/>
              <a:t>Password: </a:t>
            </a:r>
            <a:r>
              <a:rPr lang="en-US" sz="1800" err="1"/>
              <a:t>opnsense</a:t>
            </a:r>
            <a:endParaRPr lang="en-US" sz="1800"/>
          </a:p>
          <a:p>
            <a:endParaRPr lang="en-US" sz="1800"/>
          </a:p>
        </p:txBody>
      </p:sp>
      <p:sp>
        <p:nvSpPr>
          <p:cNvPr id="19" name="Rectangle 18">
            <a:extLst>
              <a:ext uri="{FF2B5EF4-FFF2-40B4-BE49-F238E27FC236}">
                <a16:creationId xmlns:a16="http://schemas.microsoft.com/office/drawing/2014/main" id="{B58EEE5A-2B15-107A-0F1D-3C9EC50EEA9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225843" y="6053360"/>
            <a:ext cx="740664" cy="154124"/>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Rectangle 14">
            <a:extLst>
              <a:ext uri="{FF2B5EF4-FFF2-40B4-BE49-F238E27FC236}">
                <a16:creationId xmlns:a16="http://schemas.microsoft.com/office/drawing/2014/main" id="{81A0710F-13EB-DB4B-7D5E-C394A11EC22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5904923" y="215201"/>
            <a:ext cx="740664" cy="11833491"/>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7" name="Rectangle 16">
            <a:extLst>
              <a:ext uri="{FF2B5EF4-FFF2-40B4-BE49-F238E27FC236}">
                <a16:creationId xmlns:a16="http://schemas.microsoft.com/office/drawing/2014/main" id="{46B25BA7-7184-A771-ECB8-FE516041955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696793" y="354959"/>
            <a:ext cx="6184973" cy="5915212"/>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FBCFE39-D8B2-881C-F093-DC4CF3422E29}"/>
              </a:ext>
            </a:extLst>
          </p:cNvPr>
          <p:cNvPicPr>
            <a:picLocks noChangeAspect="1"/>
          </p:cNvPicPr>
          <p:nvPr/>
        </p:nvPicPr>
        <p:blipFill>
          <a:blip r:embed="rId2"/>
          <a:srcRect l="21250" t="1799" r="67440" b="89630"/>
          <a:stretch>
            <a:fillRect/>
          </a:stretch>
        </p:blipFill>
        <p:spPr>
          <a:xfrm>
            <a:off x="5835338" y="2033186"/>
            <a:ext cx="5896532" cy="2486186"/>
          </a:xfrm>
          <a:prstGeom prst="rect">
            <a:avLst/>
          </a:prstGeom>
        </p:spPr>
      </p:pic>
      <p:pic>
        <p:nvPicPr>
          <p:cNvPr id="6" name="Picture 5" descr="A blue and yellow logo&#10;&#10;AI-generated content may be incorrect.">
            <a:extLst>
              <a:ext uri="{FF2B5EF4-FFF2-40B4-BE49-F238E27FC236}">
                <a16:creationId xmlns:a16="http://schemas.microsoft.com/office/drawing/2014/main" id="{C064B1FF-2897-0A31-DFFD-70756EC47A45}"/>
              </a:ext>
            </a:extLst>
          </p:cNvPr>
          <p:cNvPicPr>
            <a:picLocks noChangeAspect="1"/>
          </p:cNvPicPr>
          <p:nvPr/>
        </p:nvPicPr>
        <p:blipFill>
          <a:blip r:embed="rId3"/>
          <a:stretch>
            <a:fillRect/>
          </a:stretch>
        </p:blipFill>
        <p:spPr>
          <a:xfrm>
            <a:off x="2721" y="5033508"/>
            <a:ext cx="2498272" cy="738869"/>
          </a:xfrm>
          <a:prstGeom prst="rect">
            <a:avLst/>
          </a:prstGeom>
        </p:spPr>
      </p:pic>
      <p:sp>
        <p:nvSpPr>
          <p:cNvPr id="7" name="TextBox 6">
            <a:extLst>
              <a:ext uri="{FF2B5EF4-FFF2-40B4-BE49-F238E27FC236}">
                <a16:creationId xmlns:a16="http://schemas.microsoft.com/office/drawing/2014/main" id="{314DD885-783F-EF8F-0BFA-279DDDCCC8F9}"/>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3634306010"/>
      </p:ext>
    </p:extLst>
  </p:cSld>
  <p:clrMapOvr>
    <a:masterClrMapping/>
  </p:clrMapOvr>
</p:sld>
</file>

<file path=ppt/slides/slide8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C6571767-19B5-E68E-566A-E3232502AA41}"/>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F54B317-ADAF-829F-1C70-F2AAE688283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Freeform: Shape 10">
            <a:extLst>
              <a:ext uri="{FF2B5EF4-FFF2-40B4-BE49-F238E27FC236}">
                <a16:creationId xmlns:a16="http://schemas.microsoft.com/office/drawing/2014/main" id="{4B323DBF-A81D-1BC4-DE55-AFF637A862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219825"/>
          </a:xfrm>
          <a:custGeom>
            <a:avLst/>
            <a:gdLst>
              <a:gd name="connsiteX0" fmla="*/ 6789701 w 12192000"/>
              <a:gd name="connsiteY0" fmla="*/ 6151588 h 6219825"/>
              <a:gd name="connsiteX1" fmla="*/ 6788702 w 12192000"/>
              <a:gd name="connsiteY1" fmla="*/ 6151666 h 6219825"/>
              <a:gd name="connsiteX2" fmla="*/ 6788476 w 12192000"/>
              <a:gd name="connsiteY2" fmla="*/ 6152200 h 6219825"/>
              <a:gd name="connsiteX3" fmla="*/ 9834 w 12192000"/>
              <a:gd name="connsiteY3" fmla="*/ 0 h 6219825"/>
              <a:gd name="connsiteX4" fmla="*/ 12357 w 12192000"/>
              <a:gd name="connsiteY4" fmla="*/ 1 h 6219825"/>
              <a:gd name="connsiteX5" fmla="*/ 12192000 w 12192000"/>
              <a:gd name="connsiteY5" fmla="*/ 1 h 6219825"/>
              <a:gd name="connsiteX6" fmla="*/ 12192000 w 12192000"/>
              <a:gd name="connsiteY6" fmla="*/ 5105401 h 6219825"/>
              <a:gd name="connsiteX7" fmla="*/ 12191716 w 12192000"/>
              <a:gd name="connsiteY7" fmla="*/ 5105401 h 6219825"/>
              <a:gd name="connsiteX8" fmla="*/ 12192000 w 12192000"/>
              <a:gd name="connsiteY8" fmla="*/ 5256977 h 6219825"/>
              <a:gd name="connsiteX9" fmla="*/ 12061096 w 12192000"/>
              <a:gd name="connsiteY9" fmla="*/ 5296034 h 6219825"/>
              <a:gd name="connsiteX10" fmla="*/ 11676800 w 12192000"/>
              <a:gd name="connsiteY10" fmla="*/ 5399652 h 6219825"/>
              <a:gd name="connsiteX11" fmla="*/ 10425355 w 12192000"/>
              <a:gd name="connsiteY11" fmla="*/ 5683310 h 6219825"/>
              <a:gd name="connsiteX12" fmla="*/ 9424022 w 12192000"/>
              <a:gd name="connsiteY12" fmla="*/ 5858546 h 6219825"/>
              <a:gd name="connsiteX13" fmla="*/ 8458419 w 12192000"/>
              <a:gd name="connsiteY13" fmla="*/ 5992303 h 6219825"/>
              <a:gd name="connsiteX14" fmla="*/ 7715970 w 12192000"/>
              <a:gd name="connsiteY14" fmla="*/ 6072283 h 6219825"/>
              <a:gd name="connsiteX15" fmla="*/ 6951716 w 12192000"/>
              <a:gd name="connsiteY15" fmla="*/ 6138091 h 6219825"/>
              <a:gd name="connsiteX16" fmla="*/ 6936303 w 12192000"/>
              <a:gd name="connsiteY16" fmla="*/ 6140163 h 6219825"/>
              <a:gd name="connsiteX17" fmla="*/ 6790448 w 12192000"/>
              <a:gd name="connsiteY17" fmla="*/ 6151529 h 6219825"/>
              <a:gd name="connsiteX18" fmla="*/ 6799941 w 12192000"/>
              <a:gd name="connsiteY18" fmla="*/ 6153349 h 6219825"/>
              <a:gd name="connsiteX19" fmla="*/ 6835432 w 12192000"/>
              <a:gd name="connsiteY19" fmla="*/ 6151642 h 6219825"/>
              <a:gd name="connsiteX20" fmla="*/ 6884003 w 12192000"/>
              <a:gd name="connsiteY20" fmla="*/ 6148662 h 6219825"/>
              <a:gd name="connsiteX21" fmla="*/ 7578771 w 12192000"/>
              <a:gd name="connsiteY21" fmla="*/ 6116122 h 6219825"/>
              <a:gd name="connsiteX22" fmla="*/ 8623845 w 12192000"/>
              <a:gd name="connsiteY22" fmla="*/ 6029188 h 6219825"/>
              <a:gd name="connsiteX23" fmla="*/ 9479970 w 12192000"/>
              <a:gd name="connsiteY23" fmla="*/ 5925239 h 6219825"/>
              <a:gd name="connsiteX24" fmla="*/ 10629308 w 12192000"/>
              <a:gd name="connsiteY24" fmla="*/ 5731000 h 6219825"/>
              <a:gd name="connsiteX25" fmla="*/ 11998498 w 12192000"/>
              <a:gd name="connsiteY25" fmla="*/ 5404869 h 6219825"/>
              <a:gd name="connsiteX26" fmla="*/ 12192000 w 12192000"/>
              <a:gd name="connsiteY26" fmla="*/ 5347846 h 6219825"/>
              <a:gd name="connsiteX27" fmla="*/ 12192000 w 12192000"/>
              <a:gd name="connsiteY27" fmla="*/ 5402606 h 6219825"/>
              <a:gd name="connsiteX28" fmla="*/ 11829257 w 12192000"/>
              <a:gd name="connsiteY28" fmla="*/ 5507950 h 6219825"/>
              <a:gd name="connsiteX29" fmla="*/ 10939183 w 12192000"/>
              <a:gd name="connsiteY29" fmla="*/ 5722555 h 6219825"/>
              <a:gd name="connsiteX30" fmla="*/ 9985530 w 12192000"/>
              <a:gd name="connsiteY30" fmla="*/ 5902635 h 6219825"/>
              <a:gd name="connsiteX31" fmla="*/ 9186882 w 12192000"/>
              <a:gd name="connsiteY31" fmla="*/ 6018631 h 6219825"/>
              <a:gd name="connsiteX32" fmla="*/ 8578198 w 12192000"/>
              <a:gd name="connsiteY32" fmla="*/ 6088179 h 6219825"/>
              <a:gd name="connsiteX33" fmla="*/ 7864358 w 12192000"/>
              <a:gd name="connsiteY33" fmla="*/ 6149656 h 6219825"/>
              <a:gd name="connsiteX34" fmla="*/ 6935502 w 12192000"/>
              <a:gd name="connsiteY34" fmla="*/ 6201071 h 6219825"/>
              <a:gd name="connsiteX35" fmla="*/ 6477750 w 12192000"/>
              <a:gd name="connsiteY35" fmla="*/ 6214980 h 6219825"/>
              <a:gd name="connsiteX36" fmla="*/ 6362294 w 12192000"/>
              <a:gd name="connsiteY36" fmla="*/ 6219825 h 6219825"/>
              <a:gd name="connsiteX37" fmla="*/ 6057129 w 12192000"/>
              <a:gd name="connsiteY37" fmla="*/ 6219825 h 6219825"/>
              <a:gd name="connsiteX38" fmla="*/ 5977784 w 12192000"/>
              <a:gd name="connsiteY38" fmla="*/ 6215229 h 6219825"/>
              <a:gd name="connsiteX39" fmla="*/ 5265087 w 12192000"/>
              <a:gd name="connsiteY39" fmla="*/ 6178965 h 6219825"/>
              <a:gd name="connsiteX40" fmla="*/ 4346277 w 12192000"/>
              <a:gd name="connsiteY40" fmla="*/ 6116869 h 6219825"/>
              <a:gd name="connsiteX41" fmla="*/ 3373045 w 12192000"/>
              <a:gd name="connsiteY41" fmla="*/ 6018259 h 6219825"/>
              <a:gd name="connsiteX42" fmla="*/ 2362173 w 12192000"/>
              <a:gd name="connsiteY42" fmla="*/ 5899282 h 6219825"/>
              <a:gd name="connsiteX43" fmla="*/ 1233178 w 12192000"/>
              <a:gd name="connsiteY43" fmla="*/ 5726033 h 6219825"/>
              <a:gd name="connsiteX44" fmla="*/ 68500 w 12192000"/>
              <a:gd name="connsiteY44" fmla="*/ 5486226 h 6219825"/>
              <a:gd name="connsiteX45" fmla="*/ 0 w 12192000"/>
              <a:gd name="connsiteY45" fmla="*/ 5468863 h 6219825"/>
              <a:gd name="connsiteX46" fmla="*/ 0 w 12192000"/>
              <a:gd name="connsiteY46" fmla="*/ 5412351 h 6219825"/>
              <a:gd name="connsiteX47" fmla="*/ 72441 w 12192000"/>
              <a:gd name="connsiteY47" fmla="*/ 5431135 h 6219825"/>
              <a:gd name="connsiteX48" fmla="*/ 600716 w 12192000"/>
              <a:gd name="connsiteY48" fmla="*/ 5549555 h 6219825"/>
              <a:gd name="connsiteX49" fmla="*/ 1769512 w 12192000"/>
              <a:gd name="connsiteY49" fmla="*/ 5759811 h 6219825"/>
              <a:gd name="connsiteX50" fmla="*/ 2613554 w 12192000"/>
              <a:gd name="connsiteY50" fmla="*/ 5876802 h 6219825"/>
              <a:gd name="connsiteX51" fmla="*/ 2581134 w 12192000"/>
              <a:gd name="connsiteY51" fmla="*/ 5866867 h 6219825"/>
              <a:gd name="connsiteX52" fmla="*/ 1112635 w 12192000"/>
              <a:gd name="connsiteY52" fmla="*/ 5534031 h 6219825"/>
              <a:gd name="connsiteX53" fmla="*/ 420412 w 12192000"/>
              <a:gd name="connsiteY53" fmla="*/ 5334514 h 6219825"/>
              <a:gd name="connsiteX54" fmla="*/ 0 w 12192000"/>
              <a:gd name="connsiteY54" fmla="*/ 5195539 h 6219825"/>
              <a:gd name="connsiteX55" fmla="*/ 60 w 12192000"/>
              <a:gd name="connsiteY55" fmla="*/ 5105401 h 6219825"/>
              <a:gd name="connsiteX56" fmla="*/ 0 w 12192000"/>
              <a:gd name="connsiteY56" fmla="*/ 5105401 h 6219825"/>
              <a:gd name="connsiteX57" fmla="*/ 0 w 12192000"/>
              <a:gd name="connsiteY57" fmla="*/ 1 h 6219825"/>
              <a:gd name="connsiteX58" fmla="*/ 9834 w 12192000"/>
              <a:gd name="connsiteY58" fmla="*/ 1 h 62198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12192000" h="6219825">
                <a:moveTo>
                  <a:pt x="6789701" y="6151588"/>
                </a:moveTo>
                <a:lnTo>
                  <a:pt x="6788702" y="6151666"/>
                </a:lnTo>
                <a:cubicBezTo>
                  <a:pt x="6788627" y="6151844"/>
                  <a:pt x="6788551" y="6152022"/>
                  <a:pt x="6788476" y="6152200"/>
                </a:cubicBezTo>
                <a:close/>
                <a:moveTo>
                  <a:pt x="9834" y="0"/>
                </a:moveTo>
                <a:lnTo>
                  <a:pt x="12357" y="1"/>
                </a:lnTo>
                <a:lnTo>
                  <a:pt x="12192000" y="1"/>
                </a:lnTo>
                <a:lnTo>
                  <a:pt x="12192000" y="5105401"/>
                </a:lnTo>
                <a:lnTo>
                  <a:pt x="12191716" y="5105401"/>
                </a:lnTo>
                <a:lnTo>
                  <a:pt x="12192000" y="5256977"/>
                </a:lnTo>
                <a:lnTo>
                  <a:pt x="12061096" y="5296034"/>
                </a:lnTo>
                <a:cubicBezTo>
                  <a:pt x="11933500" y="5332263"/>
                  <a:pt x="11805390" y="5366806"/>
                  <a:pt x="11676800" y="5399652"/>
                </a:cubicBezTo>
                <a:cubicBezTo>
                  <a:pt x="11262789" y="5507204"/>
                  <a:pt x="10845343" y="5600846"/>
                  <a:pt x="10425355" y="5683310"/>
                </a:cubicBezTo>
                <a:cubicBezTo>
                  <a:pt x="10092810" y="5748549"/>
                  <a:pt x="9759033" y="5806970"/>
                  <a:pt x="9424022" y="5858546"/>
                </a:cubicBezTo>
                <a:cubicBezTo>
                  <a:pt x="9102997" y="5908224"/>
                  <a:pt x="8781133" y="5952809"/>
                  <a:pt x="8458419" y="5992303"/>
                </a:cubicBezTo>
                <a:cubicBezTo>
                  <a:pt x="8211360" y="6022481"/>
                  <a:pt x="7963792" y="6048065"/>
                  <a:pt x="7715970" y="6072283"/>
                </a:cubicBezTo>
                <a:lnTo>
                  <a:pt x="6951716" y="6138091"/>
                </a:lnTo>
                <a:lnTo>
                  <a:pt x="6936303" y="6140163"/>
                </a:lnTo>
                <a:lnTo>
                  <a:pt x="6790448" y="6151529"/>
                </a:lnTo>
                <a:lnTo>
                  <a:pt x="6799941" y="6153349"/>
                </a:lnTo>
                <a:cubicBezTo>
                  <a:pt x="6811623" y="6153816"/>
                  <a:pt x="6823734" y="6151642"/>
                  <a:pt x="6835432" y="6151642"/>
                </a:cubicBezTo>
                <a:cubicBezTo>
                  <a:pt x="6851580" y="6151642"/>
                  <a:pt x="6867729" y="6149034"/>
                  <a:pt x="6884003" y="6148662"/>
                </a:cubicBezTo>
                <a:cubicBezTo>
                  <a:pt x="7115805" y="6143198"/>
                  <a:pt x="7347351" y="6131026"/>
                  <a:pt x="7578771" y="6116122"/>
                </a:cubicBezTo>
                <a:cubicBezTo>
                  <a:pt x="7927552" y="6093644"/>
                  <a:pt x="8276080" y="6065453"/>
                  <a:pt x="8623845" y="6029188"/>
                </a:cubicBezTo>
                <a:cubicBezTo>
                  <a:pt x="8909939" y="5999878"/>
                  <a:pt x="9195310" y="5965228"/>
                  <a:pt x="9479970" y="5925239"/>
                </a:cubicBezTo>
                <a:cubicBezTo>
                  <a:pt x="9864901" y="5870842"/>
                  <a:pt x="10248014" y="5806101"/>
                  <a:pt x="10629308" y="5731000"/>
                </a:cubicBezTo>
                <a:cubicBezTo>
                  <a:pt x="11090114" y="5639842"/>
                  <a:pt x="11546975" y="5532291"/>
                  <a:pt x="11998498" y="5404869"/>
                </a:cubicBezTo>
                <a:lnTo>
                  <a:pt x="12192000" y="5347846"/>
                </a:lnTo>
                <a:lnTo>
                  <a:pt x="12192000" y="5402606"/>
                </a:lnTo>
                <a:lnTo>
                  <a:pt x="11829257" y="5507950"/>
                </a:lnTo>
                <a:cubicBezTo>
                  <a:pt x="11534769" y="5587680"/>
                  <a:pt x="11238120" y="5658596"/>
                  <a:pt x="10939183" y="5722555"/>
                </a:cubicBezTo>
                <a:cubicBezTo>
                  <a:pt x="10622824" y="5790365"/>
                  <a:pt x="10304941" y="5850387"/>
                  <a:pt x="9985530" y="5902635"/>
                </a:cubicBezTo>
                <a:cubicBezTo>
                  <a:pt x="9720036" y="5946102"/>
                  <a:pt x="9453814" y="5984764"/>
                  <a:pt x="9186882" y="6018631"/>
                </a:cubicBezTo>
                <a:cubicBezTo>
                  <a:pt x="8984197" y="6044216"/>
                  <a:pt x="8781514" y="6068309"/>
                  <a:pt x="8578198" y="6088179"/>
                </a:cubicBezTo>
                <a:lnTo>
                  <a:pt x="7864358" y="6149656"/>
                </a:lnTo>
                <a:cubicBezTo>
                  <a:pt x="7554994" y="6172009"/>
                  <a:pt x="7245502" y="6189895"/>
                  <a:pt x="6935502" y="6201071"/>
                </a:cubicBezTo>
                <a:lnTo>
                  <a:pt x="6477750" y="6214980"/>
                </a:lnTo>
                <a:cubicBezTo>
                  <a:pt x="6439195" y="6212895"/>
                  <a:pt x="6400529" y="6214521"/>
                  <a:pt x="6362294" y="6219825"/>
                </a:cubicBezTo>
                <a:lnTo>
                  <a:pt x="6057129" y="6219825"/>
                </a:lnTo>
                <a:lnTo>
                  <a:pt x="5977784" y="6215229"/>
                </a:lnTo>
                <a:lnTo>
                  <a:pt x="5265087" y="6178965"/>
                </a:lnTo>
                <a:cubicBezTo>
                  <a:pt x="4958267" y="6166544"/>
                  <a:pt x="4651826" y="6146055"/>
                  <a:pt x="4346277" y="6116869"/>
                </a:cubicBezTo>
                <a:lnTo>
                  <a:pt x="3373045" y="6018259"/>
                </a:lnTo>
                <a:cubicBezTo>
                  <a:pt x="3035412" y="5983982"/>
                  <a:pt x="2698456" y="5944327"/>
                  <a:pt x="2362173" y="5899282"/>
                </a:cubicBezTo>
                <a:cubicBezTo>
                  <a:pt x="1984692" y="5849108"/>
                  <a:pt x="1608364" y="5791358"/>
                  <a:pt x="1233178" y="5726033"/>
                </a:cubicBezTo>
                <a:cubicBezTo>
                  <a:pt x="842181" y="5657291"/>
                  <a:pt x="453758" y="5578770"/>
                  <a:pt x="68500" y="5486226"/>
                </a:cubicBezTo>
                <a:lnTo>
                  <a:pt x="0" y="5468863"/>
                </a:lnTo>
                <a:lnTo>
                  <a:pt x="0" y="5412351"/>
                </a:lnTo>
                <a:lnTo>
                  <a:pt x="72441" y="5431135"/>
                </a:lnTo>
                <a:cubicBezTo>
                  <a:pt x="247961" y="5473331"/>
                  <a:pt x="424164" y="5512608"/>
                  <a:pt x="600716" y="5549555"/>
                </a:cubicBezTo>
                <a:cubicBezTo>
                  <a:pt x="988279" y="5630403"/>
                  <a:pt x="1378133" y="5699330"/>
                  <a:pt x="1769512" y="5759811"/>
                </a:cubicBezTo>
                <a:cubicBezTo>
                  <a:pt x="2052426" y="5803406"/>
                  <a:pt x="2335725" y="5843519"/>
                  <a:pt x="2613554" y="5876802"/>
                </a:cubicBezTo>
                <a:cubicBezTo>
                  <a:pt x="2605544" y="5879410"/>
                  <a:pt x="2594611" y="5869350"/>
                  <a:pt x="2581134" y="5866867"/>
                </a:cubicBezTo>
                <a:cubicBezTo>
                  <a:pt x="2087178" y="5774877"/>
                  <a:pt x="1597684" y="5663937"/>
                  <a:pt x="1112635" y="5534031"/>
                </a:cubicBezTo>
                <a:cubicBezTo>
                  <a:pt x="880453" y="5471934"/>
                  <a:pt x="649713" y="5405428"/>
                  <a:pt x="420412" y="5334514"/>
                </a:cubicBezTo>
                <a:lnTo>
                  <a:pt x="0" y="5195539"/>
                </a:lnTo>
                <a:lnTo>
                  <a:pt x="60" y="5105401"/>
                </a:lnTo>
                <a:lnTo>
                  <a:pt x="0" y="5105401"/>
                </a:lnTo>
                <a:lnTo>
                  <a:pt x="0" y="1"/>
                </a:lnTo>
                <a:lnTo>
                  <a:pt x="9834" y="1"/>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pic>
        <p:nvPicPr>
          <p:cNvPr id="4" name="Content Placeholder 3">
            <a:extLst>
              <a:ext uri="{FF2B5EF4-FFF2-40B4-BE49-F238E27FC236}">
                <a16:creationId xmlns:a16="http://schemas.microsoft.com/office/drawing/2014/main" id="{A3BE6DA8-8C33-CCFA-0FBE-0ABFD2653ACC}"/>
              </a:ext>
            </a:extLst>
          </p:cNvPr>
          <p:cNvPicPr>
            <a:picLocks noGrp="1" noChangeAspect="1"/>
          </p:cNvPicPr>
          <p:nvPr>
            <p:ph idx="1"/>
          </p:nvPr>
        </p:nvPicPr>
        <p:blipFill>
          <a:blip r:embed="rId2"/>
          <a:srcRect l="-1640" t="10098" r="1626" b="19915"/>
          <a:stretch>
            <a:fillRect/>
          </a:stretch>
        </p:blipFill>
        <p:spPr>
          <a:xfrm>
            <a:off x="-214085" y="25931"/>
            <a:ext cx="12406085" cy="5220452"/>
          </a:xfrm>
          <a:prstGeom prst="rect">
            <a:avLst/>
          </a:prstGeom>
        </p:spPr>
      </p:pic>
      <p:pic>
        <p:nvPicPr>
          <p:cNvPr id="6" name="Picture 5" descr="A blue and yellow logo&#10;&#10;AI-generated content may be incorrect.">
            <a:extLst>
              <a:ext uri="{FF2B5EF4-FFF2-40B4-BE49-F238E27FC236}">
                <a16:creationId xmlns:a16="http://schemas.microsoft.com/office/drawing/2014/main" id="{FBA35AD5-77CC-AC70-10FD-7BE2A9240C3A}"/>
              </a:ext>
            </a:extLst>
          </p:cNvPr>
          <p:cNvPicPr>
            <a:picLocks noChangeAspect="1"/>
          </p:cNvPicPr>
          <p:nvPr/>
        </p:nvPicPr>
        <p:blipFill>
          <a:blip r:embed="rId3"/>
          <a:stretch>
            <a:fillRect/>
          </a:stretch>
        </p:blipFill>
        <p:spPr>
          <a:xfrm>
            <a:off x="2721" y="6122079"/>
            <a:ext cx="2498272" cy="738869"/>
          </a:xfrm>
          <a:prstGeom prst="rect">
            <a:avLst/>
          </a:prstGeom>
        </p:spPr>
      </p:pic>
      <p:sp>
        <p:nvSpPr>
          <p:cNvPr id="3" name="TextBox 2">
            <a:extLst>
              <a:ext uri="{FF2B5EF4-FFF2-40B4-BE49-F238E27FC236}">
                <a16:creationId xmlns:a16="http://schemas.microsoft.com/office/drawing/2014/main" id="{006BCF80-9E74-17E2-3C99-A033C9A8CA8D}"/>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748949957"/>
      </p:ext>
    </p:extLst>
  </p:cSld>
  <p:clrMapOvr>
    <a:masterClrMapping/>
  </p:clrMapOvr>
</p:sld>
</file>

<file path=ppt/slides/slide8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30DE02-2E72-34BC-1F31-AF9AE86DCF60}"/>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A36E4111-B041-23C1-30D3-BB043571F1B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E32BD94E-15A1-D794-85C6-42D427FEC65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7279E219-24F2-2309-465C-41E2A04F6E3D}"/>
              </a:ext>
            </a:extLst>
          </p:cNvPr>
          <p:cNvSpPr>
            <a:spLocks noGrp="1"/>
          </p:cNvSpPr>
          <p:nvPr>
            <p:ph type="ctrTitle"/>
          </p:nvPr>
        </p:nvSpPr>
        <p:spPr>
          <a:xfrm>
            <a:off x="638881" y="390525"/>
            <a:ext cx="10909640" cy="1510301"/>
          </a:xfrm>
        </p:spPr>
        <p:txBody>
          <a:bodyPr anchor="ctr">
            <a:normAutofit/>
          </a:bodyPr>
          <a:lstStyle/>
          <a:p>
            <a:r>
              <a:rPr lang="en-US" sz="6600">
                <a:solidFill>
                  <a:srgbClr val="FFFFFF"/>
                </a:solidFill>
              </a:rPr>
              <a:t>10 Minute Break</a:t>
            </a:r>
          </a:p>
        </p:txBody>
      </p:sp>
      <p:sp>
        <p:nvSpPr>
          <p:cNvPr id="14" name="sketch line">
            <a:extLst>
              <a:ext uri="{FF2B5EF4-FFF2-40B4-BE49-F238E27FC236}">
                <a16:creationId xmlns:a16="http://schemas.microsoft.com/office/drawing/2014/main" id="{44F83751-E493-BC9C-532F-67186B41B1E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6C0A41AE-0EB6-D7F8-7071-B8C2D409D122}"/>
              </a:ext>
            </a:extLst>
          </p:cNvPr>
          <p:cNvPicPr>
            <a:picLocks noChangeAspect="1"/>
          </p:cNvPicPr>
          <p:nvPr/>
        </p:nvPicPr>
        <p:blipFill>
          <a:blip r:embed="rId2"/>
          <a:stretch>
            <a:fillRect/>
          </a:stretch>
        </p:blipFill>
        <p:spPr>
          <a:xfrm>
            <a:off x="1035177" y="3096973"/>
            <a:ext cx="10118598" cy="2959690"/>
          </a:xfrm>
          <a:prstGeom prst="rect">
            <a:avLst/>
          </a:prstGeom>
        </p:spPr>
      </p:pic>
    </p:spTree>
    <p:extLst>
      <p:ext uri="{BB962C8B-B14F-4D97-AF65-F5344CB8AC3E}">
        <p14:creationId xmlns:p14="http://schemas.microsoft.com/office/powerpoint/2010/main" val="4220962189"/>
      </p:ext>
    </p:extLst>
  </p:cSld>
  <p:clrMapOvr>
    <a:masterClrMapping/>
  </p:clrMapOvr>
</p:sld>
</file>

<file path=ppt/slides/slide8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96C11B3-D9D7-5CB4-9109-771BB5142976}"/>
            </a:ext>
          </a:extLst>
        </p:cNvPr>
        <p:cNvGrpSpPr/>
        <p:nvPr/>
      </p:nvGrpSpPr>
      <p:grpSpPr>
        <a:xfrm>
          <a:off x="0" y="0"/>
          <a:ext cx="0" cy="0"/>
          <a:chOff x="0" y="0"/>
          <a:chExt cx="0" cy="0"/>
        </a:xfrm>
      </p:grpSpPr>
      <p:sp>
        <p:nvSpPr>
          <p:cNvPr id="21" name="Flowchart: Document 20">
            <a:extLst>
              <a:ext uri="{FF2B5EF4-FFF2-40B4-BE49-F238E27FC236}">
                <a16:creationId xmlns:a16="http://schemas.microsoft.com/office/drawing/2014/main" id="{D12DDE76-C203-4047-9998-63900085B5E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38175" y="0"/>
            <a:ext cx="3248025" cy="3400426"/>
          </a:xfrm>
          <a:prstGeom prst="flowChartDocument">
            <a:avLst/>
          </a:prstGeom>
          <a:solidFill>
            <a:schemeClr val="accent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EF1D834-9A3F-9ACB-626D-F8D3E40CB635}"/>
              </a:ext>
            </a:extLst>
          </p:cNvPr>
          <p:cNvSpPr>
            <a:spLocks noGrp="1"/>
          </p:cNvSpPr>
          <p:nvPr>
            <p:ph type="title"/>
          </p:nvPr>
        </p:nvSpPr>
        <p:spPr>
          <a:xfrm>
            <a:off x="838200" y="171162"/>
            <a:ext cx="2840182" cy="2371148"/>
          </a:xfrm>
        </p:spPr>
        <p:txBody>
          <a:bodyPr vert="horz" lIns="91440" tIns="45720" rIns="91440" bIns="45720" rtlCol="0" anchor="ctr">
            <a:normAutofit/>
          </a:bodyPr>
          <a:lstStyle/>
          <a:p>
            <a:r>
              <a:rPr lang="en-US" sz="3200" kern="1200">
                <a:solidFill>
                  <a:srgbClr val="FFFFFF"/>
                </a:solidFill>
                <a:latin typeface="+mj-lt"/>
                <a:ea typeface="+mj-ea"/>
                <a:cs typeface="+mj-cs"/>
              </a:rPr>
              <a:t>Configuring Services</a:t>
            </a:r>
          </a:p>
        </p:txBody>
      </p:sp>
      <p:pic>
        <p:nvPicPr>
          <p:cNvPr id="7" name="Picture 6" descr="A blue and yellow logo&#10;&#10;AI-generated content may be incorrect.">
            <a:extLst>
              <a:ext uri="{FF2B5EF4-FFF2-40B4-BE49-F238E27FC236}">
                <a16:creationId xmlns:a16="http://schemas.microsoft.com/office/drawing/2014/main" id="{8C07021F-1068-062F-A527-C48B5501B537}"/>
              </a:ext>
            </a:extLst>
          </p:cNvPr>
          <p:cNvPicPr>
            <a:picLocks noChangeAspect="1"/>
          </p:cNvPicPr>
          <p:nvPr/>
        </p:nvPicPr>
        <p:blipFill>
          <a:blip r:embed="rId3"/>
          <a:stretch>
            <a:fillRect/>
          </a:stretch>
        </p:blipFill>
        <p:spPr>
          <a:xfrm>
            <a:off x="2721" y="6122079"/>
            <a:ext cx="2498272" cy="738869"/>
          </a:xfrm>
          <a:prstGeom prst="rect">
            <a:avLst/>
          </a:prstGeom>
        </p:spPr>
      </p:pic>
      <p:sp>
        <p:nvSpPr>
          <p:cNvPr id="3" name="TextBox 2">
            <a:extLst>
              <a:ext uri="{FF2B5EF4-FFF2-40B4-BE49-F238E27FC236}">
                <a16:creationId xmlns:a16="http://schemas.microsoft.com/office/drawing/2014/main" id="{3CC3B983-EB5D-5185-07F8-3A11A83F0B62}"/>
              </a:ext>
            </a:extLst>
          </p:cNvPr>
          <p:cNvSpPr txBox="1"/>
          <p:nvPr/>
        </p:nvSpPr>
        <p:spPr>
          <a:xfrm>
            <a:off x="664263" y="3834580"/>
            <a:ext cx="3693885" cy="169277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600" b="1"/>
              <a:t>This is what our </a:t>
            </a:r>
            <a:r>
              <a:rPr lang="en-US" sz="2600" b="1" err="1"/>
              <a:t>OPNsense</a:t>
            </a:r>
            <a:r>
              <a:rPr lang="en-US" sz="2600" b="1"/>
              <a:t> firewall will be distributing service-wise to your host(s)</a:t>
            </a:r>
          </a:p>
        </p:txBody>
      </p:sp>
      <p:pic>
        <p:nvPicPr>
          <p:cNvPr id="6" name="Picture 5">
            <a:extLst>
              <a:ext uri="{FF2B5EF4-FFF2-40B4-BE49-F238E27FC236}">
                <a16:creationId xmlns:a16="http://schemas.microsoft.com/office/drawing/2014/main" id="{02BD1956-0CB3-0B0B-7EB7-5997E805807D}"/>
              </a:ext>
            </a:extLst>
          </p:cNvPr>
          <p:cNvPicPr>
            <a:picLocks noChangeAspect="1"/>
          </p:cNvPicPr>
          <p:nvPr/>
        </p:nvPicPr>
        <p:blipFill>
          <a:blip r:embed="rId4"/>
          <a:stretch>
            <a:fillRect/>
          </a:stretch>
        </p:blipFill>
        <p:spPr>
          <a:xfrm>
            <a:off x="4354996" y="0"/>
            <a:ext cx="4599609" cy="6858000"/>
          </a:xfrm>
          <a:prstGeom prst="rect">
            <a:avLst/>
          </a:prstGeom>
        </p:spPr>
      </p:pic>
      <p:sp>
        <p:nvSpPr>
          <p:cNvPr id="9" name="TextBox 8">
            <a:extLst>
              <a:ext uri="{FF2B5EF4-FFF2-40B4-BE49-F238E27FC236}">
                <a16:creationId xmlns:a16="http://schemas.microsoft.com/office/drawing/2014/main" id="{CE2A213E-5268-B3EC-49ED-95E20AB9857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1427745025"/>
      </p:ext>
    </p:extLst>
  </p:cSld>
  <p:clrMapOvr>
    <a:masterClrMapping/>
  </p:clrMapOvr>
</p:sld>
</file>

<file path=ppt/slides/slide8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85B2E004-26F2-DFE8-8999-47E1E3C9906D}"/>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9FE22FDB-C04E-D9ED-1361-8C45A14CB3E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7A8C7341-664E-1A84-2CAE-84DD1111B4E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548F403-5DC5-6F7B-364D-92966803576E}"/>
              </a:ext>
            </a:extLst>
          </p:cNvPr>
          <p:cNvSpPr>
            <a:spLocks noGrp="1"/>
          </p:cNvSpPr>
          <p:nvPr>
            <p:ph type="ctrTitle"/>
          </p:nvPr>
        </p:nvSpPr>
        <p:spPr>
          <a:xfrm>
            <a:off x="638881" y="390525"/>
            <a:ext cx="10909640" cy="1510301"/>
          </a:xfrm>
        </p:spPr>
        <p:txBody>
          <a:bodyPr anchor="ctr">
            <a:normAutofit/>
          </a:bodyPr>
          <a:lstStyle/>
          <a:p>
            <a:r>
              <a:rPr lang="en-US" sz="6600">
                <a:solidFill>
                  <a:srgbClr val="FFFFFF"/>
                </a:solidFill>
              </a:rPr>
              <a:t>DHCP/DNS Config</a:t>
            </a:r>
            <a:endParaRPr lang="en-US"/>
          </a:p>
        </p:txBody>
      </p:sp>
      <p:sp>
        <p:nvSpPr>
          <p:cNvPr id="14" name="sketch line">
            <a:extLst>
              <a:ext uri="{FF2B5EF4-FFF2-40B4-BE49-F238E27FC236}">
                <a16:creationId xmlns:a16="http://schemas.microsoft.com/office/drawing/2014/main" id="{5C9339DE-02F6-D073-3C0A-31C14E6E033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8E76813E-34D3-2C95-3545-FC696AD03ABA}"/>
              </a:ext>
            </a:extLst>
          </p:cNvPr>
          <p:cNvPicPr>
            <a:picLocks noChangeAspect="1"/>
          </p:cNvPicPr>
          <p:nvPr/>
        </p:nvPicPr>
        <p:blipFill>
          <a:blip r:embed="rId2"/>
          <a:stretch>
            <a:fillRect/>
          </a:stretch>
        </p:blipFill>
        <p:spPr>
          <a:xfrm>
            <a:off x="1035177" y="3096973"/>
            <a:ext cx="10118598" cy="2959690"/>
          </a:xfrm>
          <a:prstGeom prst="rect">
            <a:avLst/>
          </a:prstGeom>
        </p:spPr>
      </p:pic>
      <p:sp>
        <p:nvSpPr>
          <p:cNvPr id="4" name="TextBox 3">
            <a:extLst>
              <a:ext uri="{FF2B5EF4-FFF2-40B4-BE49-F238E27FC236}">
                <a16:creationId xmlns:a16="http://schemas.microsoft.com/office/drawing/2014/main" id="{ADE6A262-98D8-6D83-F302-3FB37136DF86}"/>
              </a:ext>
            </a:extLst>
          </p:cNvPr>
          <p:cNvSpPr txBox="1"/>
          <p:nvPr/>
        </p:nvSpPr>
        <p:spPr>
          <a:xfrm>
            <a:off x="11050873" y="6470445"/>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3260302082"/>
      </p:ext>
    </p:extLst>
  </p:cSld>
  <p:clrMapOvr>
    <a:masterClrMapping/>
  </p:clrMapOvr>
</p:sld>
</file>

<file path=ppt/slides/slide8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BC0168F-0785-F95D-2225-D73668E06E66}"/>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0B9EE3F3-89B7-43C3-8651-C4C96830993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C798549-B427-0C8D-45F4-3ED50111714A}"/>
              </a:ext>
            </a:extLst>
          </p:cNvPr>
          <p:cNvSpPr>
            <a:spLocks noGrp="1"/>
          </p:cNvSpPr>
          <p:nvPr>
            <p:ph type="title"/>
          </p:nvPr>
        </p:nvSpPr>
        <p:spPr>
          <a:xfrm>
            <a:off x="411480" y="991443"/>
            <a:ext cx="4443154" cy="1087819"/>
          </a:xfrm>
        </p:spPr>
        <p:txBody>
          <a:bodyPr anchor="b">
            <a:normAutofit/>
          </a:bodyPr>
          <a:lstStyle/>
          <a:p>
            <a:r>
              <a:rPr lang="en-US" sz="3400"/>
              <a:t>Example</a:t>
            </a:r>
          </a:p>
        </p:txBody>
      </p:sp>
      <p:sp>
        <p:nvSpPr>
          <p:cNvPr id="11" name="Rectangle 10">
            <a:extLst>
              <a:ext uri="{FF2B5EF4-FFF2-40B4-BE49-F238E27FC236}">
                <a16:creationId xmlns:a16="http://schemas.microsoft.com/office/drawing/2014/main" id="{33AE4636-AEEC-45D6-84D4-7AC2DA48ECF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649223" y="387939"/>
            <a:ext cx="73152" cy="54864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13" name="Rectangle 12">
            <a:extLst>
              <a:ext uri="{FF2B5EF4-FFF2-40B4-BE49-F238E27FC236}">
                <a16:creationId xmlns:a16="http://schemas.microsoft.com/office/drawing/2014/main" id="{8D9CE0F4-2EB2-4F1F-8AAC-DB3571D9FE1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11480" y="2285541"/>
            <a:ext cx="438912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solidFill>
                <a:prstClr val="white"/>
              </a:solidFill>
              <a:latin typeface="Calibri" panose="020F0502020204030204"/>
            </a:endParaRPr>
          </a:p>
        </p:txBody>
      </p:sp>
      <p:sp>
        <p:nvSpPr>
          <p:cNvPr id="3" name="Content Placeholder 2">
            <a:extLst>
              <a:ext uri="{FF2B5EF4-FFF2-40B4-BE49-F238E27FC236}">
                <a16:creationId xmlns:a16="http://schemas.microsoft.com/office/drawing/2014/main" id="{F64861CF-86B3-201D-B208-F30DB57CC6F8}"/>
              </a:ext>
            </a:extLst>
          </p:cNvPr>
          <p:cNvSpPr>
            <a:spLocks noGrp="1"/>
          </p:cNvSpPr>
          <p:nvPr>
            <p:ph idx="1"/>
          </p:nvPr>
        </p:nvSpPr>
        <p:spPr>
          <a:xfrm>
            <a:off x="411480" y="2684095"/>
            <a:ext cx="4443154" cy="3492868"/>
          </a:xfrm>
        </p:spPr>
        <p:txBody>
          <a:bodyPr vert="horz" lIns="91440" tIns="45720" rIns="91440" bIns="45720" rtlCol="0" anchor="t">
            <a:noAutofit/>
          </a:bodyPr>
          <a:lstStyle/>
          <a:p>
            <a:r>
              <a:rPr lang="en-US"/>
              <a:t>Type cat/</a:t>
            </a:r>
            <a:r>
              <a:rPr lang="en-US" err="1"/>
              <a:t>etc</a:t>
            </a:r>
            <a:r>
              <a:rPr lang="en-US"/>
              <a:t>/</a:t>
            </a:r>
            <a:r>
              <a:rPr lang="en-US" err="1"/>
              <a:t>resolv.conf</a:t>
            </a:r>
            <a:endParaRPr lang="en-US"/>
          </a:p>
          <a:p>
            <a:r>
              <a:rPr lang="en-US">
                <a:latin typeface="Aptos"/>
              </a:rPr>
              <a:t>Internal</a:t>
            </a:r>
            <a:r>
              <a:rPr lang="en-US">
                <a:ea typeface="+mn-lt"/>
                <a:cs typeface="+mn-lt"/>
              </a:rPr>
              <a:t> is a </a:t>
            </a:r>
            <a:r>
              <a:rPr lang="en-US" b="1">
                <a:ea typeface="+mn-lt"/>
                <a:cs typeface="+mn-lt"/>
              </a:rPr>
              <a:t>local domain name</a:t>
            </a:r>
            <a:endParaRPr lang="en-US">
              <a:ea typeface="+mn-lt"/>
              <a:cs typeface="+mn-lt"/>
            </a:endParaRPr>
          </a:p>
          <a:p>
            <a:r>
              <a:rPr lang="en-US">
                <a:ea typeface="+mn-lt"/>
                <a:cs typeface="+mn-lt"/>
              </a:rPr>
              <a:t>Common placeholder for devices inside a private network</a:t>
            </a:r>
          </a:p>
          <a:p>
            <a:r>
              <a:rPr lang="en-US"/>
              <a:t>We will change it for organizational purposes</a:t>
            </a:r>
          </a:p>
        </p:txBody>
      </p:sp>
      <p:pic>
        <p:nvPicPr>
          <p:cNvPr id="4" name="Picture 3">
            <a:extLst>
              <a:ext uri="{FF2B5EF4-FFF2-40B4-BE49-F238E27FC236}">
                <a16:creationId xmlns:a16="http://schemas.microsoft.com/office/drawing/2014/main" id="{3246FE7D-B14D-CDB7-17A3-E1B905EBEF9F}"/>
              </a:ext>
            </a:extLst>
          </p:cNvPr>
          <p:cNvPicPr>
            <a:picLocks noChangeAspect="1"/>
          </p:cNvPicPr>
          <p:nvPr/>
        </p:nvPicPr>
        <p:blipFill>
          <a:blip r:embed="rId2"/>
          <a:srcRect l="16580" t="63189" r="58245" b="27574"/>
          <a:stretch>
            <a:fillRect/>
          </a:stretch>
        </p:blipFill>
        <p:spPr>
          <a:xfrm>
            <a:off x="4801453" y="2481076"/>
            <a:ext cx="9408007" cy="1945187"/>
          </a:xfrm>
          <a:prstGeom prst="rect">
            <a:avLst/>
          </a:prstGeom>
        </p:spPr>
      </p:pic>
      <p:pic>
        <p:nvPicPr>
          <p:cNvPr id="6" name="Picture 5" descr="A blue and yellow logo&#10;&#10;AI-generated content may be incorrect.">
            <a:extLst>
              <a:ext uri="{FF2B5EF4-FFF2-40B4-BE49-F238E27FC236}">
                <a16:creationId xmlns:a16="http://schemas.microsoft.com/office/drawing/2014/main" id="{D0D8B4E0-044C-A951-67C2-51395746FAD3}"/>
              </a:ext>
            </a:extLst>
          </p:cNvPr>
          <p:cNvPicPr>
            <a:picLocks noChangeAspect="1"/>
          </p:cNvPicPr>
          <p:nvPr/>
        </p:nvPicPr>
        <p:blipFill>
          <a:blip r:embed="rId3"/>
          <a:stretch>
            <a:fillRect/>
          </a:stretch>
        </p:blipFill>
        <p:spPr>
          <a:xfrm>
            <a:off x="2721" y="6122079"/>
            <a:ext cx="2498272" cy="738869"/>
          </a:xfrm>
          <a:prstGeom prst="rect">
            <a:avLst/>
          </a:prstGeom>
        </p:spPr>
      </p:pic>
      <p:sp>
        <p:nvSpPr>
          <p:cNvPr id="7" name="TextBox 6">
            <a:extLst>
              <a:ext uri="{FF2B5EF4-FFF2-40B4-BE49-F238E27FC236}">
                <a16:creationId xmlns:a16="http://schemas.microsoft.com/office/drawing/2014/main" id="{2459100D-869B-8621-9098-B3623F96CA7E}"/>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2069701029"/>
      </p:ext>
    </p:extLst>
  </p:cSld>
  <p:clrMapOvr>
    <a:masterClrMapping/>
  </p:clrMapOvr>
</p:sld>
</file>

<file path=ppt/slides/slide8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531B7E3E-B2E1-9B27-A9AC-12C0F2C9985A}"/>
              </a:ext>
            </a:extLst>
          </p:cNvPr>
          <p:cNvSpPr>
            <a:spLocks noGrp="1"/>
          </p:cNvSpPr>
          <p:nvPr>
            <p:ph type="title"/>
          </p:nvPr>
        </p:nvSpPr>
        <p:spPr/>
        <p:txBody>
          <a:bodyPr/>
          <a:lstStyle/>
          <a:p>
            <a:r>
              <a:rPr lang="en-US"/>
              <a:t>DHCP</a:t>
            </a:r>
          </a:p>
        </p:txBody>
      </p:sp>
      <p:graphicFrame>
        <p:nvGraphicFramePr>
          <p:cNvPr id="10" name="Content Placeholder 2">
            <a:extLst>
              <a:ext uri="{FF2B5EF4-FFF2-40B4-BE49-F238E27FC236}">
                <a16:creationId xmlns:a16="http://schemas.microsoft.com/office/drawing/2014/main" id="{6E06663D-78D1-85C8-EE1C-3CE5BAFF85FD}"/>
              </a:ext>
            </a:extLst>
          </p:cNvPr>
          <p:cNvGraphicFramePr>
            <a:graphicFrameLocks noGrp="1"/>
          </p:cNvGraphicFramePr>
          <p:nvPr>
            <p:ph idx="1"/>
          </p:nvPr>
        </p:nvGraphicFramePr>
        <p:xfrm>
          <a:off x="838200" y="1825625"/>
          <a:ext cx="5820229" cy="4322310"/>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pic>
        <p:nvPicPr>
          <p:cNvPr id="5" name="Picture 4" descr="A blue and yellow logo&#10;&#10;AI-generated content may be incorrect.">
            <a:extLst>
              <a:ext uri="{FF2B5EF4-FFF2-40B4-BE49-F238E27FC236}">
                <a16:creationId xmlns:a16="http://schemas.microsoft.com/office/drawing/2014/main" id="{99265D08-CD34-6336-37B5-D8C544560F85}"/>
              </a:ext>
            </a:extLst>
          </p:cNvPr>
          <p:cNvPicPr>
            <a:picLocks noChangeAspect="1"/>
          </p:cNvPicPr>
          <p:nvPr/>
        </p:nvPicPr>
        <p:blipFill>
          <a:blip r:embed="rId8"/>
          <a:stretch>
            <a:fillRect/>
          </a:stretch>
        </p:blipFill>
        <p:spPr>
          <a:xfrm>
            <a:off x="2721" y="6122079"/>
            <a:ext cx="2498272" cy="738869"/>
          </a:xfrm>
          <a:prstGeom prst="rect">
            <a:avLst/>
          </a:prstGeom>
        </p:spPr>
      </p:pic>
      <p:pic>
        <p:nvPicPr>
          <p:cNvPr id="7" name="Picture 6" descr="A diagram of a device&#10;&#10;AI-generated content may be incorrect.">
            <a:extLst>
              <a:ext uri="{FF2B5EF4-FFF2-40B4-BE49-F238E27FC236}">
                <a16:creationId xmlns:a16="http://schemas.microsoft.com/office/drawing/2014/main" id="{F1CD5D72-7F37-1276-7C5D-C61E0F473624}"/>
              </a:ext>
            </a:extLst>
          </p:cNvPr>
          <p:cNvPicPr>
            <a:picLocks noChangeAspect="1"/>
          </p:cNvPicPr>
          <p:nvPr/>
        </p:nvPicPr>
        <p:blipFill>
          <a:blip r:embed="rId9"/>
          <a:stretch>
            <a:fillRect/>
          </a:stretch>
        </p:blipFill>
        <p:spPr>
          <a:xfrm>
            <a:off x="6495625" y="-2228"/>
            <a:ext cx="5697604" cy="4620430"/>
          </a:xfrm>
          <a:prstGeom prst="rect">
            <a:avLst/>
          </a:prstGeom>
        </p:spPr>
      </p:pic>
      <p:sp>
        <p:nvSpPr>
          <p:cNvPr id="8" name="TextBox 7">
            <a:extLst>
              <a:ext uri="{FF2B5EF4-FFF2-40B4-BE49-F238E27FC236}">
                <a16:creationId xmlns:a16="http://schemas.microsoft.com/office/drawing/2014/main" id="{AF4D3592-0D0C-A996-4D78-C46F22F4C1F1}"/>
              </a:ext>
            </a:extLst>
          </p:cNvPr>
          <p:cNvSpPr txBox="1"/>
          <p:nvPr/>
        </p:nvSpPr>
        <p:spPr>
          <a:xfrm>
            <a:off x="9765515" y="363182"/>
            <a:ext cx="2743200" cy="36576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Firewall DHCP Service</a:t>
            </a:r>
          </a:p>
        </p:txBody>
      </p:sp>
      <p:sp>
        <p:nvSpPr>
          <p:cNvPr id="18" name="TextBox 17">
            <a:extLst>
              <a:ext uri="{FF2B5EF4-FFF2-40B4-BE49-F238E27FC236}">
                <a16:creationId xmlns:a16="http://schemas.microsoft.com/office/drawing/2014/main" id="{3C9DD1B5-DB75-0A31-A7CA-B84BFF7F2BE9}"/>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2219215641"/>
      </p:ext>
    </p:extLst>
  </p:cSld>
  <p:clrMapOvr>
    <a:masterClrMapping/>
  </p:clrMapOvr>
</p:sld>
</file>

<file path=ppt/slides/slide8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BA49487-3FDB-4FB7-9D50-2B4F9454DA9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1C938212-FA12-4FF1-87C8-ACDE99D06F6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21890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ACB70A85-BAD1-7E09-E073-263A778B00EF}"/>
              </a:ext>
            </a:extLst>
          </p:cNvPr>
          <p:cNvSpPr>
            <a:spLocks noGrp="1"/>
          </p:cNvSpPr>
          <p:nvPr>
            <p:ph type="title"/>
          </p:nvPr>
        </p:nvSpPr>
        <p:spPr>
          <a:xfrm>
            <a:off x="838200" y="4440602"/>
            <a:ext cx="3300663" cy="1645920"/>
          </a:xfrm>
        </p:spPr>
        <p:txBody>
          <a:bodyPr vert="horz" lIns="91440" tIns="45720" rIns="91440" bIns="45720" rtlCol="0" anchor="ctr">
            <a:normAutofit/>
          </a:bodyPr>
          <a:lstStyle/>
          <a:p>
            <a:r>
              <a:rPr lang="en-US" sz="2800"/>
              <a:t>Setting DHCP/DNS</a:t>
            </a:r>
          </a:p>
        </p:txBody>
      </p:sp>
      <p:pic>
        <p:nvPicPr>
          <p:cNvPr id="11" name="Picture 10">
            <a:extLst>
              <a:ext uri="{FF2B5EF4-FFF2-40B4-BE49-F238E27FC236}">
                <a16:creationId xmlns:a16="http://schemas.microsoft.com/office/drawing/2014/main" id="{1AE93324-A766-45A4-68FD-8A0FB34B20F4}"/>
              </a:ext>
            </a:extLst>
          </p:cNvPr>
          <p:cNvPicPr>
            <a:picLocks noChangeAspect="1"/>
          </p:cNvPicPr>
          <p:nvPr/>
        </p:nvPicPr>
        <p:blipFill>
          <a:blip r:embed="rId2"/>
          <a:srcRect l="16786" t="16831" r="41012" b="16811"/>
          <a:stretch>
            <a:fillRect/>
          </a:stretch>
        </p:blipFill>
        <p:spPr>
          <a:xfrm>
            <a:off x="2872" y="600561"/>
            <a:ext cx="3584448" cy="3170332"/>
          </a:xfrm>
          <a:prstGeom prst="rect">
            <a:avLst/>
          </a:prstGeom>
        </p:spPr>
      </p:pic>
      <p:pic>
        <p:nvPicPr>
          <p:cNvPr id="4" name="Picture 3" descr="A blue and yellow logo&#10;&#10;AI-generated content may be incorrect.">
            <a:extLst>
              <a:ext uri="{FF2B5EF4-FFF2-40B4-BE49-F238E27FC236}">
                <a16:creationId xmlns:a16="http://schemas.microsoft.com/office/drawing/2014/main" id="{AA9CC876-5EEF-9A98-F47F-751B1CDE344E}"/>
              </a:ext>
            </a:extLst>
          </p:cNvPr>
          <p:cNvPicPr>
            <a:picLocks noChangeAspect="1"/>
          </p:cNvPicPr>
          <p:nvPr/>
        </p:nvPicPr>
        <p:blipFill>
          <a:blip r:embed="rId3"/>
          <a:stretch>
            <a:fillRect/>
          </a:stretch>
        </p:blipFill>
        <p:spPr>
          <a:xfrm>
            <a:off x="8137415" y="1661189"/>
            <a:ext cx="3584448" cy="1048451"/>
          </a:xfrm>
          <a:prstGeom prst="rect">
            <a:avLst/>
          </a:prstGeom>
        </p:spPr>
      </p:pic>
      <p:sp>
        <p:nvSpPr>
          <p:cNvPr id="20" name="Rectangle 19">
            <a:extLst>
              <a:ext uri="{FF2B5EF4-FFF2-40B4-BE49-F238E27FC236}">
                <a16:creationId xmlns:a16="http://schemas.microsoft.com/office/drawing/2014/main" id="{369F152D-E540-4B48-BA11-2ADF043C61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91151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0C059F7E-04C4-4C46-9B3E-E5CE267E347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2098" y="525441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7B6E572E-40BE-E1DA-4435-55A4667BE64E}"/>
              </a:ext>
            </a:extLst>
          </p:cNvPr>
          <p:cNvSpPr txBox="1"/>
          <p:nvPr/>
        </p:nvSpPr>
        <p:spPr>
          <a:xfrm>
            <a:off x="4578824" y="3794716"/>
            <a:ext cx="6860184" cy="3082834"/>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rmAutofit/>
          </a:bodyPr>
          <a:lstStyle/>
          <a:p>
            <a:pPr>
              <a:buFont typeface="Arial" panose="020B0604020202020204" pitchFamily="34" charset="0"/>
              <a:buChar char="•"/>
            </a:pPr>
            <a:r>
              <a:rPr lang="en-US" sz="2600"/>
              <a:t>Go to Services &gt; </a:t>
            </a:r>
            <a:r>
              <a:rPr lang="en-US" sz="2600" err="1"/>
              <a:t>Dnsmasq</a:t>
            </a:r>
            <a:r>
              <a:rPr lang="en-US" sz="2600"/>
              <a:t> &gt; general</a:t>
            </a:r>
          </a:p>
          <a:p>
            <a:pPr>
              <a:buFont typeface="Arial" panose="020B0604020202020204" pitchFamily="34" charset="0"/>
              <a:buChar char="•"/>
            </a:pPr>
            <a:r>
              <a:rPr lang="en-US" sz="2600" b="1"/>
              <a:t>What should we change?</a:t>
            </a:r>
          </a:p>
          <a:p>
            <a:pPr marL="285750" indent="-228600">
              <a:lnSpc>
                <a:spcPct val="90000"/>
              </a:lnSpc>
              <a:spcAft>
                <a:spcPts val="600"/>
              </a:spcAft>
              <a:buFont typeface="Arial" panose="020B0604020202020204" pitchFamily="34" charset="0"/>
              <a:buChar char="•"/>
            </a:pPr>
            <a:endParaRPr lang="en-US" sz="1500"/>
          </a:p>
        </p:txBody>
      </p:sp>
      <p:sp>
        <p:nvSpPr>
          <p:cNvPr id="12" name="Arrow: Right 11">
            <a:extLst>
              <a:ext uri="{FF2B5EF4-FFF2-40B4-BE49-F238E27FC236}">
                <a16:creationId xmlns:a16="http://schemas.microsoft.com/office/drawing/2014/main" id="{EECFB61C-C972-7C8C-96F4-3D3BB8BC1E85}"/>
              </a:ext>
            </a:extLst>
          </p:cNvPr>
          <p:cNvSpPr/>
          <p:nvPr/>
        </p:nvSpPr>
        <p:spPr>
          <a:xfrm>
            <a:off x="3594264" y="2057070"/>
            <a:ext cx="731665" cy="2596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AD739624-E5E9-9A78-D53E-46F0AB8BDD3B}"/>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2218552109"/>
      </p:ext>
    </p:extLst>
  </p:cSld>
  <p:clrMapOvr>
    <a:masterClrMapping/>
  </p:clrMapOvr>
</p:sld>
</file>

<file path=ppt/slides/slide8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E7A2757-88A0-8E50-C250-5D23CD55D494}"/>
            </a:ext>
          </a:extLst>
        </p:cNvPr>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5128A79F-122F-68C4-C8C7-1C74FAF2D98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useBgFill="1">
        <p:nvSpPr>
          <p:cNvPr id="18" name="Rectangle 17">
            <a:extLst>
              <a:ext uri="{FF2B5EF4-FFF2-40B4-BE49-F238E27FC236}">
                <a16:creationId xmlns:a16="http://schemas.microsoft.com/office/drawing/2014/main" id="{29D312DA-3655-B689-14C7-F6BF9A292E2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54416" y="4218905"/>
            <a:ext cx="11167447" cy="2089317"/>
          </a:xfrm>
          <a:prstGeom prst="rect">
            <a:avLst/>
          </a:prstGeom>
          <a:ln w="12700">
            <a:solidFill>
              <a:srgbClr val="DEDEDE"/>
            </a:solidFill>
          </a:ln>
          <a:effectLst>
            <a:outerShdw blurRad="50800" dist="38100" dir="2700000" algn="tl" rotWithShape="0">
              <a:schemeClr val="bg2">
                <a:lumMod val="85000"/>
                <a:alpha val="50000"/>
              </a:scheme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 name="Title 1">
            <a:extLst>
              <a:ext uri="{FF2B5EF4-FFF2-40B4-BE49-F238E27FC236}">
                <a16:creationId xmlns:a16="http://schemas.microsoft.com/office/drawing/2014/main" id="{D549199F-2477-B9AB-72D2-11A05551EC2D}"/>
              </a:ext>
            </a:extLst>
          </p:cNvPr>
          <p:cNvSpPr>
            <a:spLocks noGrp="1"/>
          </p:cNvSpPr>
          <p:nvPr>
            <p:ph type="title"/>
          </p:nvPr>
        </p:nvSpPr>
        <p:spPr>
          <a:xfrm>
            <a:off x="838200" y="4440602"/>
            <a:ext cx="3300663" cy="1645920"/>
          </a:xfrm>
        </p:spPr>
        <p:txBody>
          <a:bodyPr vert="horz" lIns="91440" tIns="45720" rIns="91440" bIns="45720" rtlCol="0" anchor="ctr">
            <a:normAutofit/>
          </a:bodyPr>
          <a:lstStyle/>
          <a:p>
            <a:r>
              <a:rPr lang="en-US" sz="2800"/>
              <a:t>Setting DHCP/DNS</a:t>
            </a:r>
          </a:p>
        </p:txBody>
      </p:sp>
      <p:pic>
        <p:nvPicPr>
          <p:cNvPr id="11" name="Picture 10">
            <a:extLst>
              <a:ext uri="{FF2B5EF4-FFF2-40B4-BE49-F238E27FC236}">
                <a16:creationId xmlns:a16="http://schemas.microsoft.com/office/drawing/2014/main" id="{FE788710-ED41-D49F-2B3E-43B2BCB5AA28}"/>
              </a:ext>
            </a:extLst>
          </p:cNvPr>
          <p:cNvPicPr>
            <a:picLocks noChangeAspect="1"/>
          </p:cNvPicPr>
          <p:nvPr/>
        </p:nvPicPr>
        <p:blipFill>
          <a:blip r:embed="rId2"/>
          <a:srcRect l="16786" t="16831" r="41012" b="16811"/>
          <a:stretch>
            <a:fillRect/>
          </a:stretch>
        </p:blipFill>
        <p:spPr>
          <a:xfrm>
            <a:off x="2872" y="600561"/>
            <a:ext cx="3584448" cy="3170332"/>
          </a:xfrm>
          <a:prstGeom prst="rect">
            <a:avLst/>
          </a:prstGeom>
        </p:spPr>
      </p:pic>
      <p:pic>
        <p:nvPicPr>
          <p:cNvPr id="4" name="Picture 3" descr="A blue and yellow logo&#10;&#10;AI-generated content may be incorrect.">
            <a:extLst>
              <a:ext uri="{FF2B5EF4-FFF2-40B4-BE49-F238E27FC236}">
                <a16:creationId xmlns:a16="http://schemas.microsoft.com/office/drawing/2014/main" id="{9B51C769-959D-9A5F-00E9-3E857FD8D7C6}"/>
              </a:ext>
            </a:extLst>
          </p:cNvPr>
          <p:cNvPicPr>
            <a:picLocks noChangeAspect="1"/>
          </p:cNvPicPr>
          <p:nvPr/>
        </p:nvPicPr>
        <p:blipFill>
          <a:blip r:embed="rId3"/>
          <a:stretch>
            <a:fillRect/>
          </a:stretch>
        </p:blipFill>
        <p:spPr>
          <a:xfrm>
            <a:off x="8137415" y="1661189"/>
            <a:ext cx="3584448" cy="1048451"/>
          </a:xfrm>
          <a:prstGeom prst="rect">
            <a:avLst/>
          </a:prstGeom>
        </p:spPr>
      </p:pic>
      <p:sp>
        <p:nvSpPr>
          <p:cNvPr id="20" name="Rectangle 19">
            <a:extLst>
              <a:ext uri="{FF2B5EF4-FFF2-40B4-BE49-F238E27FC236}">
                <a16:creationId xmlns:a16="http://schemas.microsoft.com/office/drawing/2014/main" id="{05B96E62-C1A8-EE04-1200-EAFCE944C4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90408" y="4911519"/>
            <a:ext cx="128016" cy="704088"/>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22" name="Rectangle 21">
            <a:extLst>
              <a:ext uri="{FF2B5EF4-FFF2-40B4-BE49-F238E27FC236}">
                <a16:creationId xmlns:a16="http://schemas.microsoft.com/office/drawing/2014/main" id="{91280253-9C44-743D-194D-2EFD01BBA9D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3612098" y="5254418"/>
            <a:ext cx="1463040" cy="18288"/>
          </a:xfrm>
          <a:prstGeom prst="rect">
            <a:avLst/>
          </a:prstGeom>
          <a:solidFill>
            <a:srgbClr val="D5D5D5"/>
          </a:solidFill>
          <a:ln w="3175">
            <a:noFill/>
          </a:ln>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prstClr val="white"/>
              </a:solidFill>
              <a:effectLst/>
              <a:uLnTx/>
              <a:uFillTx/>
              <a:latin typeface="Calibri" panose="020F0502020204030204"/>
              <a:ea typeface="+mn-ea"/>
              <a:cs typeface="+mn-cs"/>
            </a:endParaRPr>
          </a:p>
        </p:txBody>
      </p:sp>
      <p:sp>
        <p:nvSpPr>
          <p:cNvPr id="6" name="TextBox 5">
            <a:extLst>
              <a:ext uri="{FF2B5EF4-FFF2-40B4-BE49-F238E27FC236}">
                <a16:creationId xmlns:a16="http://schemas.microsoft.com/office/drawing/2014/main" id="{4F0D6089-A4B9-5180-3E34-8D53FE732ECA}"/>
              </a:ext>
            </a:extLst>
          </p:cNvPr>
          <p:cNvSpPr txBox="1"/>
          <p:nvPr/>
        </p:nvSpPr>
        <p:spPr>
          <a:xfrm>
            <a:off x="4295796" y="3562487"/>
            <a:ext cx="7614926" cy="3068320"/>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Autofit/>
          </a:bodyPr>
          <a:lstStyle/>
          <a:p>
            <a:endParaRPr lang="en-US" sz="2000"/>
          </a:p>
          <a:p>
            <a:pPr>
              <a:buFont typeface="Arial" panose="020B0604020202020204" pitchFamily="34" charset="0"/>
              <a:buChar char="•"/>
            </a:pPr>
            <a:r>
              <a:rPr lang="en-US" sz="2000"/>
              <a:t> Change the ADMIN  interface to your VLAN gateway </a:t>
            </a:r>
          </a:p>
          <a:p>
            <a:pPr>
              <a:buFont typeface="Arial" panose="020B0604020202020204" pitchFamily="34" charset="0"/>
              <a:buChar char="•"/>
            </a:pPr>
            <a:r>
              <a:rPr lang="en-US" sz="2000"/>
              <a:t>Helps organize devices under a common network domain. </a:t>
            </a:r>
          </a:p>
          <a:p>
            <a:pPr>
              <a:buFont typeface="Arial" panose="020B0604020202020204" pitchFamily="34" charset="0"/>
              <a:buChar char="•"/>
            </a:pPr>
            <a:r>
              <a:rPr lang="en-US" sz="2000"/>
              <a:t>Makes it easier to resolve hostnames without typing the full domain. </a:t>
            </a:r>
          </a:p>
          <a:p>
            <a:pPr>
              <a:buFont typeface="Arial" panose="020B0604020202020204" pitchFamily="34" charset="0"/>
              <a:buChar char="•"/>
            </a:pPr>
            <a:r>
              <a:rPr lang="en-US" sz="2000"/>
              <a:t>Does </a:t>
            </a:r>
            <a:r>
              <a:rPr lang="en-US" sz="2000" b="1"/>
              <a:t>not</a:t>
            </a:r>
            <a:r>
              <a:rPr lang="en-US" sz="2000"/>
              <a:t> change IP addresses, routing, or Internet connectivity.</a:t>
            </a:r>
          </a:p>
        </p:txBody>
      </p:sp>
      <p:sp>
        <p:nvSpPr>
          <p:cNvPr id="12" name="Arrow: Right 11">
            <a:extLst>
              <a:ext uri="{FF2B5EF4-FFF2-40B4-BE49-F238E27FC236}">
                <a16:creationId xmlns:a16="http://schemas.microsoft.com/office/drawing/2014/main" id="{5C370312-0CB4-3D43-DA13-806FD8A56BF8}"/>
              </a:ext>
            </a:extLst>
          </p:cNvPr>
          <p:cNvSpPr/>
          <p:nvPr/>
        </p:nvSpPr>
        <p:spPr>
          <a:xfrm>
            <a:off x="3594264" y="2057070"/>
            <a:ext cx="731665" cy="259660"/>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8" name="Content Placeholder 7">
            <a:extLst>
              <a:ext uri="{FF2B5EF4-FFF2-40B4-BE49-F238E27FC236}">
                <a16:creationId xmlns:a16="http://schemas.microsoft.com/office/drawing/2014/main" id="{4B083DE7-C53A-7BE8-055C-F105BE832C64}"/>
              </a:ext>
            </a:extLst>
          </p:cNvPr>
          <p:cNvPicPr>
            <a:picLocks noGrp="1" noChangeAspect="1"/>
          </p:cNvPicPr>
          <p:nvPr>
            <p:ph idx="1"/>
          </p:nvPr>
        </p:nvPicPr>
        <p:blipFill>
          <a:blip r:embed="rId4"/>
          <a:srcRect l="17737" t="12406" r="39524" b="2286"/>
          <a:stretch>
            <a:fillRect/>
          </a:stretch>
        </p:blipFill>
        <p:spPr>
          <a:xfrm>
            <a:off x="4557407" y="164491"/>
            <a:ext cx="3331108" cy="3781568"/>
          </a:xfrm>
          <a:prstGeom prst="rect">
            <a:avLst/>
          </a:prstGeom>
        </p:spPr>
      </p:pic>
      <p:sp>
        <p:nvSpPr>
          <p:cNvPr id="5" name="TextBox 4">
            <a:extLst>
              <a:ext uri="{FF2B5EF4-FFF2-40B4-BE49-F238E27FC236}">
                <a16:creationId xmlns:a16="http://schemas.microsoft.com/office/drawing/2014/main" id="{EAFC73BA-CDAD-9C6B-E4B2-3295BD4014B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1796811313"/>
      </p:ext>
    </p:extLst>
  </p:cSld>
  <p:clrMapOvr>
    <a:masterClrMapping/>
  </p:clrMapOvr>
</p:sld>
</file>

<file path=ppt/slides/slide9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 name="Content Placeholder 3">
            <a:extLst>
              <a:ext uri="{FF2B5EF4-FFF2-40B4-BE49-F238E27FC236}">
                <a16:creationId xmlns:a16="http://schemas.microsoft.com/office/drawing/2014/main" id="{D0B805AA-D301-548F-3C6A-A0CA964320A1}"/>
              </a:ext>
            </a:extLst>
          </p:cNvPr>
          <p:cNvPicPr>
            <a:picLocks noGrp="1" noChangeAspect="1"/>
          </p:cNvPicPr>
          <p:nvPr>
            <p:ph idx="1"/>
          </p:nvPr>
        </p:nvPicPr>
        <p:blipFill>
          <a:blip r:embed="rId2"/>
          <a:srcRect t="4661" b="7717"/>
          <a:stretch>
            <a:fillRect/>
          </a:stretch>
        </p:blipFill>
        <p:spPr>
          <a:xfrm>
            <a:off x="0" y="794"/>
            <a:ext cx="12199257" cy="6023537"/>
          </a:xfrm>
          <a:prstGeom prst="rect">
            <a:avLst/>
          </a:prstGeom>
        </p:spPr>
      </p:pic>
      <p:pic>
        <p:nvPicPr>
          <p:cNvPr id="6" name="Picture 5" descr="A blue and yellow logo&#10;&#10;AI-generated content may be incorrect.">
            <a:extLst>
              <a:ext uri="{FF2B5EF4-FFF2-40B4-BE49-F238E27FC236}">
                <a16:creationId xmlns:a16="http://schemas.microsoft.com/office/drawing/2014/main" id="{BDB5094D-5EE7-D2EB-5109-27E739A8E178}"/>
              </a:ext>
            </a:extLst>
          </p:cNvPr>
          <p:cNvPicPr>
            <a:picLocks noChangeAspect="1"/>
          </p:cNvPicPr>
          <p:nvPr/>
        </p:nvPicPr>
        <p:blipFill>
          <a:blip r:embed="rId3"/>
          <a:stretch>
            <a:fillRect/>
          </a:stretch>
        </p:blipFill>
        <p:spPr>
          <a:xfrm>
            <a:off x="2721" y="6122079"/>
            <a:ext cx="2498272" cy="738869"/>
          </a:xfrm>
          <a:prstGeom prst="rect">
            <a:avLst/>
          </a:prstGeom>
        </p:spPr>
      </p:pic>
      <p:sp>
        <p:nvSpPr>
          <p:cNvPr id="3" name="TextBox 2">
            <a:extLst>
              <a:ext uri="{FF2B5EF4-FFF2-40B4-BE49-F238E27FC236}">
                <a16:creationId xmlns:a16="http://schemas.microsoft.com/office/drawing/2014/main" id="{EE22C998-2C4F-F141-74E7-FCAB18007E32}"/>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1807986675"/>
      </p:ext>
    </p:extLst>
  </p:cSld>
  <p:clrMapOvr>
    <a:masterClrMapping/>
  </p:clrMapOvr>
</p:sld>
</file>

<file path=ppt/slides/slide9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A51A0227-072A-4F5F-928C-E2C3E5CCD10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0E2AD62-0867-4CD7-29F3-C118466FAB74}"/>
              </a:ext>
            </a:extLst>
          </p:cNvPr>
          <p:cNvSpPr>
            <a:spLocks noGrp="1"/>
          </p:cNvSpPr>
          <p:nvPr>
            <p:ph type="title"/>
          </p:nvPr>
        </p:nvSpPr>
        <p:spPr>
          <a:xfrm>
            <a:off x="630936" y="4440365"/>
            <a:ext cx="4245864" cy="1722691"/>
          </a:xfrm>
        </p:spPr>
        <p:txBody>
          <a:bodyPr anchor="ctr">
            <a:normAutofit/>
          </a:bodyPr>
          <a:lstStyle/>
          <a:p>
            <a:r>
              <a:rPr lang="en-US" sz="5400"/>
              <a:t>Client Ranges</a:t>
            </a:r>
          </a:p>
        </p:txBody>
      </p:sp>
      <p:sp>
        <p:nvSpPr>
          <p:cNvPr id="24" name="sketchy line">
            <a:extLst>
              <a:ext uri="{FF2B5EF4-FFF2-40B4-BE49-F238E27FC236}">
                <a16:creationId xmlns:a16="http://schemas.microsoft.com/office/drawing/2014/main" id="{35D99776-4B38-47DF-A302-11AD9AF87A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37304" y="529256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B9366F2-85DE-ABF5-7EB9-D8B6F26F212C}"/>
              </a:ext>
            </a:extLst>
          </p:cNvPr>
          <p:cNvSpPr>
            <a:spLocks noGrp="1"/>
          </p:cNvSpPr>
          <p:nvPr>
            <p:ph idx="1"/>
          </p:nvPr>
        </p:nvSpPr>
        <p:spPr>
          <a:xfrm>
            <a:off x="5333999" y="4440365"/>
            <a:ext cx="6214871" cy="1722691"/>
          </a:xfrm>
        </p:spPr>
        <p:txBody>
          <a:bodyPr vert="horz" lIns="91440" tIns="45720" rIns="91440" bIns="45720" rtlCol="0" anchor="ctr">
            <a:normAutofit/>
          </a:bodyPr>
          <a:lstStyle/>
          <a:p>
            <a:r>
              <a:rPr lang="en-US" sz="2200"/>
              <a:t>Services &gt; </a:t>
            </a:r>
            <a:r>
              <a:rPr lang="en-US" sz="2200" err="1"/>
              <a:t>Dnsmasq</a:t>
            </a:r>
            <a:r>
              <a:rPr lang="en-US" sz="2200"/>
              <a:t> &gt; ranges</a:t>
            </a:r>
          </a:p>
          <a:p>
            <a:r>
              <a:rPr lang="en-US" sz="2200"/>
              <a:t>Click the + in the bottom right</a:t>
            </a:r>
          </a:p>
          <a:p>
            <a:r>
              <a:rPr lang="en-US" sz="2200" b="1"/>
              <a:t>What should we change?</a:t>
            </a:r>
          </a:p>
          <a:p>
            <a:endParaRPr lang="en-US" sz="2200"/>
          </a:p>
        </p:txBody>
      </p:sp>
      <p:sp>
        <p:nvSpPr>
          <p:cNvPr id="9" name="Arrow: Right 8">
            <a:extLst>
              <a:ext uri="{FF2B5EF4-FFF2-40B4-BE49-F238E27FC236}">
                <a16:creationId xmlns:a16="http://schemas.microsoft.com/office/drawing/2014/main" id="{25F37644-CAD4-612E-DA8D-667C91C7C1D0}"/>
              </a:ext>
            </a:extLst>
          </p:cNvPr>
          <p:cNvSpPr/>
          <p:nvPr/>
        </p:nvSpPr>
        <p:spPr>
          <a:xfrm>
            <a:off x="5938575" y="2041769"/>
            <a:ext cx="9276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8C2A558D-AE7B-35C5-638A-39592440B788}"/>
              </a:ext>
            </a:extLst>
          </p:cNvPr>
          <p:cNvPicPr>
            <a:picLocks noChangeAspect="1"/>
          </p:cNvPicPr>
          <p:nvPr/>
        </p:nvPicPr>
        <p:blipFill>
          <a:blip r:embed="rId2"/>
          <a:srcRect l="59350" t="18795" r="9485" b="29879"/>
          <a:stretch>
            <a:fillRect/>
          </a:stretch>
        </p:blipFill>
        <p:spPr>
          <a:xfrm>
            <a:off x="1093849" y="566783"/>
            <a:ext cx="4239081" cy="3927031"/>
          </a:xfrm>
          <a:prstGeom prst="rect">
            <a:avLst/>
          </a:prstGeom>
        </p:spPr>
      </p:pic>
      <p:pic>
        <p:nvPicPr>
          <p:cNvPr id="6" name="Picture 5" descr="A blue and yellow logo&#10;&#10;AI-generated content may be incorrect.">
            <a:extLst>
              <a:ext uri="{FF2B5EF4-FFF2-40B4-BE49-F238E27FC236}">
                <a16:creationId xmlns:a16="http://schemas.microsoft.com/office/drawing/2014/main" id="{DF25B235-7E69-8B42-1467-B49C6BF4DFB8}"/>
              </a:ext>
            </a:extLst>
          </p:cNvPr>
          <p:cNvPicPr>
            <a:picLocks noChangeAspect="1"/>
          </p:cNvPicPr>
          <p:nvPr/>
        </p:nvPicPr>
        <p:blipFill>
          <a:blip r:embed="rId3"/>
          <a:stretch>
            <a:fillRect/>
          </a:stretch>
        </p:blipFill>
        <p:spPr>
          <a:xfrm>
            <a:off x="2721" y="6122079"/>
            <a:ext cx="2498272" cy="738869"/>
          </a:xfrm>
          <a:prstGeom prst="rect">
            <a:avLst/>
          </a:prstGeom>
        </p:spPr>
      </p:pic>
      <p:sp>
        <p:nvSpPr>
          <p:cNvPr id="7" name="TextBox 6">
            <a:extLst>
              <a:ext uri="{FF2B5EF4-FFF2-40B4-BE49-F238E27FC236}">
                <a16:creationId xmlns:a16="http://schemas.microsoft.com/office/drawing/2014/main" id="{E18033B7-66E4-3EA9-BD61-726E70393514}"/>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1644240938"/>
      </p:ext>
    </p:extLst>
  </p:cSld>
  <p:clrMapOvr>
    <a:masterClrMapping/>
  </p:clrMapOvr>
</p:sld>
</file>

<file path=ppt/slides/slide9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EF740D43-CDDC-A855-C361-9E8B89F370A2}"/>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12087FF4-3E78-78B0-4E06-833E5D335B7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75211E8-1513-EEB8-FF1B-F0FCF78C769D}"/>
              </a:ext>
            </a:extLst>
          </p:cNvPr>
          <p:cNvSpPr>
            <a:spLocks noGrp="1"/>
          </p:cNvSpPr>
          <p:nvPr>
            <p:ph type="title"/>
          </p:nvPr>
        </p:nvSpPr>
        <p:spPr>
          <a:xfrm>
            <a:off x="630936" y="4440365"/>
            <a:ext cx="4245864" cy="1722691"/>
          </a:xfrm>
        </p:spPr>
        <p:txBody>
          <a:bodyPr anchor="ctr">
            <a:normAutofit/>
          </a:bodyPr>
          <a:lstStyle/>
          <a:p>
            <a:r>
              <a:rPr lang="en-US" sz="5400"/>
              <a:t>Client Ranges</a:t>
            </a:r>
          </a:p>
        </p:txBody>
      </p:sp>
      <p:pic>
        <p:nvPicPr>
          <p:cNvPr id="8" name="Picture 7">
            <a:extLst>
              <a:ext uri="{FF2B5EF4-FFF2-40B4-BE49-F238E27FC236}">
                <a16:creationId xmlns:a16="http://schemas.microsoft.com/office/drawing/2014/main" id="{488BF7CC-6E53-339A-A751-9710B25D6B98}"/>
              </a:ext>
            </a:extLst>
          </p:cNvPr>
          <p:cNvPicPr>
            <a:picLocks noChangeAspect="1"/>
          </p:cNvPicPr>
          <p:nvPr/>
        </p:nvPicPr>
        <p:blipFill>
          <a:blip r:embed="rId3"/>
          <a:srcRect l="26560" t="19028" r="26633" b="30232"/>
          <a:stretch>
            <a:fillRect/>
          </a:stretch>
        </p:blipFill>
        <p:spPr>
          <a:xfrm>
            <a:off x="1290610" y="651780"/>
            <a:ext cx="5471160" cy="3336120"/>
          </a:xfrm>
          <a:prstGeom prst="rect">
            <a:avLst/>
          </a:prstGeom>
        </p:spPr>
      </p:pic>
      <p:sp>
        <p:nvSpPr>
          <p:cNvPr id="24" name="sketchy line">
            <a:extLst>
              <a:ext uri="{FF2B5EF4-FFF2-40B4-BE49-F238E27FC236}">
                <a16:creationId xmlns:a16="http://schemas.microsoft.com/office/drawing/2014/main" id="{51819598-AEB4-1744-A7B0-03134336EBC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37304" y="529256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141CE6E5-4BCC-AA8C-9E22-0A5BC53A6333}"/>
              </a:ext>
            </a:extLst>
          </p:cNvPr>
          <p:cNvSpPr>
            <a:spLocks noGrp="1"/>
          </p:cNvSpPr>
          <p:nvPr>
            <p:ph idx="1"/>
          </p:nvPr>
        </p:nvSpPr>
        <p:spPr>
          <a:xfrm>
            <a:off x="5333999" y="4440365"/>
            <a:ext cx="6214871" cy="1722691"/>
          </a:xfrm>
        </p:spPr>
        <p:txBody>
          <a:bodyPr vert="horz" lIns="91440" tIns="45720" rIns="91440" bIns="45720" rtlCol="0" anchor="ctr">
            <a:normAutofit/>
          </a:bodyPr>
          <a:lstStyle/>
          <a:p>
            <a:r>
              <a:rPr lang="en-US" sz="2200"/>
              <a:t>Services &gt; </a:t>
            </a:r>
            <a:r>
              <a:rPr lang="en-US" sz="2200" err="1"/>
              <a:t>Dnsmasq</a:t>
            </a:r>
            <a:r>
              <a:rPr lang="en-US" sz="2200"/>
              <a:t> &gt; ranges</a:t>
            </a:r>
          </a:p>
          <a:p>
            <a:r>
              <a:rPr lang="en-US" sz="2200"/>
              <a:t>Click the + in the bottom right</a:t>
            </a:r>
          </a:p>
          <a:p>
            <a:r>
              <a:rPr lang="en-US" sz="2200" b="1"/>
              <a:t>Edit each of the 3 VLANs in your group</a:t>
            </a:r>
          </a:p>
          <a:p>
            <a:endParaRPr lang="en-US" sz="2200"/>
          </a:p>
        </p:txBody>
      </p:sp>
      <p:sp>
        <p:nvSpPr>
          <p:cNvPr id="9" name="Arrow: Right 8">
            <a:extLst>
              <a:ext uri="{FF2B5EF4-FFF2-40B4-BE49-F238E27FC236}">
                <a16:creationId xmlns:a16="http://schemas.microsoft.com/office/drawing/2014/main" id="{5B6B5EF2-576D-58BB-D692-B3FFB0A33755}"/>
              </a:ext>
            </a:extLst>
          </p:cNvPr>
          <p:cNvSpPr/>
          <p:nvPr/>
        </p:nvSpPr>
        <p:spPr>
          <a:xfrm>
            <a:off x="169146" y="1831312"/>
            <a:ext cx="9276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a:extLst>
              <a:ext uri="{FF2B5EF4-FFF2-40B4-BE49-F238E27FC236}">
                <a16:creationId xmlns:a16="http://schemas.microsoft.com/office/drawing/2014/main" id="{E7FEDCF0-C9B4-59AD-DE77-A75A7134FA05}"/>
              </a:ext>
            </a:extLst>
          </p:cNvPr>
          <p:cNvPicPr>
            <a:picLocks noChangeAspect="1"/>
          </p:cNvPicPr>
          <p:nvPr/>
        </p:nvPicPr>
        <p:blipFill>
          <a:blip r:embed="rId4"/>
          <a:stretch>
            <a:fillRect/>
          </a:stretch>
        </p:blipFill>
        <p:spPr>
          <a:xfrm>
            <a:off x="0" y="0"/>
            <a:ext cx="12192000" cy="6858000"/>
          </a:xfrm>
          <a:prstGeom prst="rect">
            <a:avLst/>
          </a:prstGeom>
        </p:spPr>
      </p:pic>
      <p:sp>
        <p:nvSpPr>
          <p:cNvPr id="6" name="TextBox 5">
            <a:extLst>
              <a:ext uri="{FF2B5EF4-FFF2-40B4-BE49-F238E27FC236}">
                <a16:creationId xmlns:a16="http://schemas.microsoft.com/office/drawing/2014/main" id="{ED98CCEA-2C24-2419-05D1-43920B6A212D}"/>
              </a:ext>
            </a:extLst>
          </p:cNvPr>
          <p:cNvSpPr txBox="1"/>
          <p:nvPr/>
        </p:nvSpPr>
        <p:spPr>
          <a:xfrm>
            <a:off x="11050873" y="6296274"/>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1981512206"/>
      </p:ext>
    </p:extLst>
  </p:cSld>
  <p:clrMapOvr>
    <a:masterClrMapping/>
  </p:clrMapOvr>
</p:sld>
</file>

<file path=ppt/slides/slide9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A74D6B2-C033-91D1-C58A-A0B8718100D9}"/>
            </a:ext>
          </a:extLst>
        </p:cNvPr>
        <p:cNvGrpSpPr/>
        <p:nvPr/>
      </p:nvGrpSpPr>
      <p:grpSpPr>
        <a:xfrm>
          <a:off x="0" y="0"/>
          <a:ext cx="0" cy="0"/>
          <a:chOff x="0" y="0"/>
          <a:chExt cx="0" cy="0"/>
        </a:xfrm>
      </p:grpSpPr>
      <p:sp useBgFill="1">
        <p:nvSpPr>
          <p:cNvPr id="22" name="Rectangle 21">
            <a:extLst>
              <a:ext uri="{FF2B5EF4-FFF2-40B4-BE49-F238E27FC236}">
                <a16:creationId xmlns:a16="http://schemas.microsoft.com/office/drawing/2014/main" id="{5AB15FF7-C086-C273-E43E-837AE668842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CFE9813-131E-7395-A438-08724588D83A}"/>
              </a:ext>
            </a:extLst>
          </p:cNvPr>
          <p:cNvSpPr>
            <a:spLocks noGrp="1"/>
          </p:cNvSpPr>
          <p:nvPr>
            <p:ph type="title"/>
          </p:nvPr>
        </p:nvSpPr>
        <p:spPr>
          <a:xfrm>
            <a:off x="630936" y="4440365"/>
            <a:ext cx="4245864" cy="1722691"/>
          </a:xfrm>
        </p:spPr>
        <p:txBody>
          <a:bodyPr anchor="ctr">
            <a:normAutofit/>
          </a:bodyPr>
          <a:lstStyle/>
          <a:p>
            <a:r>
              <a:rPr lang="en-US" sz="5400"/>
              <a:t>Client Ranges</a:t>
            </a:r>
          </a:p>
        </p:txBody>
      </p:sp>
      <p:sp>
        <p:nvSpPr>
          <p:cNvPr id="24" name="sketchy line">
            <a:extLst>
              <a:ext uri="{FF2B5EF4-FFF2-40B4-BE49-F238E27FC236}">
                <a16:creationId xmlns:a16="http://schemas.microsoft.com/office/drawing/2014/main" id="{49F0745F-3DDD-461C-3AD0-3A654D6F92F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4337304" y="5292566"/>
            <a:ext cx="1554480" cy="18288"/>
          </a:xfrm>
          <a:custGeom>
            <a:avLst/>
            <a:gdLst>
              <a:gd name="csX0" fmla="*/ 0 w 1554480"/>
              <a:gd name="csY0" fmla="*/ 0 h 18288"/>
              <a:gd name="csX1" fmla="*/ 549250 w 1554480"/>
              <a:gd name="csY1" fmla="*/ 0 h 18288"/>
              <a:gd name="csX2" fmla="*/ 1082954 w 1554480"/>
              <a:gd name="csY2" fmla="*/ 0 h 18288"/>
              <a:gd name="csX3" fmla="*/ 1554480 w 1554480"/>
              <a:gd name="csY3" fmla="*/ 0 h 18288"/>
              <a:gd name="csX4" fmla="*/ 1554480 w 1554480"/>
              <a:gd name="csY4" fmla="*/ 18288 h 18288"/>
              <a:gd name="csX5" fmla="*/ 1067410 w 1554480"/>
              <a:gd name="csY5" fmla="*/ 18288 h 18288"/>
              <a:gd name="csX6" fmla="*/ 549250 w 1554480"/>
              <a:gd name="csY6" fmla="*/ 18288 h 18288"/>
              <a:gd name="csX7" fmla="*/ 0 w 1554480"/>
              <a:gd name="csY7" fmla="*/ 18288 h 18288"/>
              <a:gd name="csX8" fmla="*/ 0 w 1554480"/>
              <a:gd name="csY8"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Lst>
            <a:rect l="l" t="t" r="r" b="b"/>
            <a:pathLst>
              <a:path w="1554480" h="18288" fill="none" extrusionOk="0">
                <a:moveTo>
                  <a:pt x="0" y="0"/>
                </a:moveTo>
                <a:cubicBezTo>
                  <a:pt x="114141" y="-19864"/>
                  <a:pt x="345055" y="-1657"/>
                  <a:pt x="549250" y="0"/>
                </a:cubicBezTo>
                <a:cubicBezTo>
                  <a:pt x="753445" y="1657"/>
                  <a:pt x="862292" y="-5674"/>
                  <a:pt x="1082954" y="0"/>
                </a:cubicBezTo>
                <a:cubicBezTo>
                  <a:pt x="1303616" y="5674"/>
                  <a:pt x="1363530" y="4537"/>
                  <a:pt x="1554480" y="0"/>
                </a:cubicBezTo>
                <a:cubicBezTo>
                  <a:pt x="1554963" y="7176"/>
                  <a:pt x="1553909" y="13682"/>
                  <a:pt x="1554480" y="18288"/>
                </a:cubicBezTo>
                <a:cubicBezTo>
                  <a:pt x="1338847" y="6127"/>
                  <a:pt x="1215066" y="37851"/>
                  <a:pt x="1067410" y="18288"/>
                </a:cubicBezTo>
                <a:cubicBezTo>
                  <a:pt x="919754" y="-1275"/>
                  <a:pt x="800465" y="3080"/>
                  <a:pt x="549250" y="18288"/>
                </a:cubicBezTo>
                <a:cubicBezTo>
                  <a:pt x="298035" y="33496"/>
                  <a:pt x="158868" y="22769"/>
                  <a:pt x="0" y="18288"/>
                </a:cubicBezTo>
                <a:cubicBezTo>
                  <a:pt x="-655" y="13237"/>
                  <a:pt x="709" y="4645"/>
                  <a:pt x="0" y="0"/>
                </a:cubicBezTo>
                <a:close/>
              </a:path>
              <a:path w="1554480" h="18288" stroke="0" extrusionOk="0">
                <a:moveTo>
                  <a:pt x="0" y="0"/>
                </a:moveTo>
                <a:cubicBezTo>
                  <a:pt x="249941" y="-58"/>
                  <a:pt x="367334" y="23448"/>
                  <a:pt x="502615" y="0"/>
                </a:cubicBezTo>
                <a:cubicBezTo>
                  <a:pt x="637897" y="-23448"/>
                  <a:pt x="813653" y="-20418"/>
                  <a:pt x="974141" y="0"/>
                </a:cubicBezTo>
                <a:cubicBezTo>
                  <a:pt x="1134629" y="20418"/>
                  <a:pt x="1268772" y="6288"/>
                  <a:pt x="1554480" y="0"/>
                </a:cubicBezTo>
                <a:cubicBezTo>
                  <a:pt x="1554917" y="7222"/>
                  <a:pt x="1555359" y="13299"/>
                  <a:pt x="1554480" y="18288"/>
                </a:cubicBezTo>
                <a:cubicBezTo>
                  <a:pt x="1336087" y="12172"/>
                  <a:pt x="1310024" y="19759"/>
                  <a:pt x="1067410" y="18288"/>
                </a:cubicBezTo>
                <a:cubicBezTo>
                  <a:pt x="824796" y="16818"/>
                  <a:pt x="787902" y="34647"/>
                  <a:pt x="518160" y="18288"/>
                </a:cubicBezTo>
                <a:cubicBezTo>
                  <a:pt x="248418" y="1930"/>
                  <a:pt x="133160" y="9205"/>
                  <a:pt x="0" y="18288"/>
                </a:cubicBezTo>
                <a:cubicBezTo>
                  <a:pt x="-643" y="9451"/>
                  <a:pt x="-340" y="7114"/>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8DB0528-8F4A-E139-DAC1-594EB6B45AB4}"/>
              </a:ext>
            </a:extLst>
          </p:cNvPr>
          <p:cNvSpPr>
            <a:spLocks noGrp="1"/>
          </p:cNvSpPr>
          <p:nvPr>
            <p:ph idx="1"/>
          </p:nvPr>
        </p:nvSpPr>
        <p:spPr>
          <a:xfrm>
            <a:off x="5333999" y="4440365"/>
            <a:ext cx="6214871" cy="1722691"/>
          </a:xfrm>
        </p:spPr>
        <p:txBody>
          <a:bodyPr vert="horz" lIns="91440" tIns="45720" rIns="91440" bIns="45720" rtlCol="0" anchor="ctr">
            <a:normAutofit/>
          </a:bodyPr>
          <a:lstStyle/>
          <a:p>
            <a:r>
              <a:rPr lang="en-US" sz="2200"/>
              <a:t>Services &gt; </a:t>
            </a:r>
            <a:r>
              <a:rPr lang="en-US" sz="2200" err="1"/>
              <a:t>Dnsmasq</a:t>
            </a:r>
            <a:r>
              <a:rPr lang="en-US" sz="2200"/>
              <a:t> &gt; ranges</a:t>
            </a:r>
          </a:p>
          <a:p>
            <a:r>
              <a:rPr lang="en-US" sz="2200"/>
              <a:t>Click the + in the bottom right</a:t>
            </a:r>
          </a:p>
          <a:p>
            <a:r>
              <a:rPr lang="en-US" sz="2200" b="1"/>
              <a:t>What should we change?</a:t>
            </a:r>
          </a:p>
          <a:p>
            <a:endParaRPr lang="en-US" sz="2200"/>
          </a:p>
        </p:txBody>
      </p:sp>
      <p:sp>
        <p:nvSpPr>
          <p:cNvPr id="9" name="Arrow: Right 8">
            <a:extLst>
              <a:ext uri="{FF2B5EF4-FFF2-40B4-BE49-F238E27FC236}">
                <a16:creationId xmlns:a16="http://schemas.microsoft.com/office/drawing/2014/main" id="{A40A13DF-E34B-74F8-1556-FCF77D723F84}"/>
              </a:ext>
            </a:extLst>
          </p:cNvPr>
          <p:cNvSpPr/>
          <p:nvPr/>
        </p:nvSpPr>
        <p:spPr>
          <a:xfrm>
            <a:off x="5938575" y="2041769"/>
            <a:ext cx="927608" cy="484632"/>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328B691A-EB2E-CC6D-9CB2-C964D4357E02}"/>
              </a:ext>
            </a:extLst>
          </p:cNvPr>
          <p:cNvPicPr>
            <a:picLocks noChangeAspect="1"/>
          </p:cNvPicPr>
          <p:nvPr/>
        </p:nvPicPr>
        <p:blipFill>
          <a:blip r:embed="rId2"/>
          <a:srcRect l="59350" t="18795" r="9485" b="29879"/>
          <a:stretch>
            <a:fillRect/>
          </a:stretch>
        </p:blipFill>
        <p:spPr>
          <a:xfrm>
            <a:off x="1093849" y="566783"/>
            <a:ext cx="4239081" cy="3927031"/>
          </a:xfrm>
          <a:prstGeom prst="rect">
            <a:avLst/>
          </a:prstGeom>
        </p:spPr>
      </p:pic>
      <p:pic>
        <p:nvPicPr>
          <p:cNvPr id="6" name="Picture 5" descr="A blue and yellow logo&#10;&#10;AI-generated content may be incorrect.">
            <a:extLst>
              <a:ext uri="{FF2B5EF4-FFF2-40B4-BE49-F238E27FC236}">
                <a16:creationId xmlns:a16="http://schemas.microsoft.com/office/drawing/2014/main" id="{6F0EC793-4FE7-29E7-48A2-B3F3D8803C05}"/>
              </a:ext>
            </a:extLst>
          </p:cNvPr>
          <p:cNvPicPr>
            <a:picLocks noChangeAspect="1"/>
          </p:cNvPicPr>
          <p:nvPr/>
        </p:nvPicPr>
        <p:blipFill>
          <a:blip r:embed="rId3"/>
          <a:stretch>
            <a:fillRect/>
          </a:stretch>
        </p:blipFill>
        <p:spPr>
          <a:xfrm>
            <a:off x="2721" y="6122079"/>
            <a:ext cx="2498272" cy="738869"/>
          </a:xfrm>
          <a:prstGeom prst="rect">
            <a:avLst/>
          </a:prstGeom>
        </p:spPr>
      </p:pic>
      <p:pic>
        <p:nvPicPr>
          <p:cNvPr id="4" name="Picture 3">
            <a:extLst>
              <a:ext uri="{FF2B5EF4-FFF2-40B4-BE49-F238E27FC236}">
                <a16:creationId xmlns:a16="http://schemas.microsoft.com/office/drawing/2014/main" id="{DD92862B-E0D8-5FEC-1A4E-FBDC86BF4F5B}"/>
              </a:ext>
            </a:extLst>
          </p:cNvPr>
          <p:cNvPicPr>
            <a:picLocks noChangeAspect="1"/>
          </p:cNvPicPr>
          <p:nvPr/>
        </p:nvPicPr>
        <p:blipFill>
          <a:blip r:embed="rId4"/>
          <a:srcRect l="26413" t="17902" r="41166" b="30932"/>
          <a:stretch>
            <a:fillRect/>
          </a:stretch>
        </p:blipFill>
        <p:spPr>
          <a:xfrm>
            <a:off x="7025141" y="566057"/>
            <a:ext cx="3952839" cy="3508918"/>
          </a:xfrm>
          <a:prstGeom prst="rect">
            <a:avLst/>
          </a:prstGeom>
        </p:spPr>
      </p:pic>
      <p:sp>
        <p:nvSpPr>
          <p:cNvPr id="8" name="TextBox 7">
            <a:extLst>
              <a:ext uri="{FF2B5EF4-FFF2-40B4-BE49-F238E27FC236}">
                <a16:creationId xmlns:a16="http://schemas.microsoft.com/office/drawing/2014/main" id="{93AAC145-0190-ECBA-F7BC-EB87D6E8BF21}"/>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1411753870"/>
      </p:ext>
    </p:extLst>
  </p:cSld>
  <p:clrMapOvr>
    <a:masterClrMapping/>
  </p:clrMapOvr>
</p:sld>
</file>

<file path=ppt/slides/slide9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5611286-A0BF-B550-76E2-AC1574A7A6EC}"/>
              </a:ext>
            </a:extLst>
          </p:cNvPr>
          <p:cNvSpPr>
            <a:spLocks noGrp="1"/>
          </p:cNvSpPr>
          <p:nvPr>
            <p:ph type="title"/>
          </p:nvPr>
        </p:nvSpPr>
        <p:spPr>
          <a:xfrm>
            <a:off x="630936" y="639520"/>
            <a:ext cx="3429000" cy="1719072"/>
          </a:xfrm>
        </p:spPr>
        <p:txBody>
          <a:bodyPr anchor="b">
            <a:normAutofit/>
          </a:bodyPr>
          <a:lstStyle/>
          <a:p>
            <a:r>
              <a:rPr lang="en-US" sz="5400"/>
              <a:t>Return to Example</a:t>
            </a:r>
          </a:p>
        </p:txBody>
      </p:sp>
      <p:sp>
        <p:nvSpPr>
          <p:cNvPr id="13" name="sketch line">
            <a:extLst>
              <a:ext uri="{FF2B5EF4-FFF2-40B4-BE49-F238E27FC236}">
                <a16:creationId xmlns:a16="http://schemas.microsoft.com/office/drawing/2014/main" id="{CD8B4F24-440B-49E9-B85D-733523DC064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7FADF84E-67E1-0E4B-B3C3-5316ABF9A9BD}"/>
              </a:ext>
            </a:extLst>
          </p:cNvPr>
          <p:cNvSpPr>
            <a:spLocks noGrp="1"/>
          </p:cNvSpPr>
          <p:nvPr>
            <p:ph idx="1"/>
          </p:nvPr>
        </p:nvSpPr>
        <p:spPr>
          <a:xfrm>
            <a:off x="630936" y="2807208"/>
            <a:ext cx="3429000" cy="3410712"/>
          </a:xfrm>
        </p:spPr>
        <p:txBody>
          <a:bodyPr vert="horz" lIns="91440" tIns="45720" rIns="91440" bIns="45720" rtlCol="0" anchor="t">
            <a:normAutofit/>
          </a:bodyPr>
          <a:lstStyle/>
          <a:p>
            <a:r>
              <a:rPr lang="en-US"/>
              <a:t>Type cat/</a:t>
            </a:r>
            <a:r>
              <a:rPr lang="en-US" err="1"/>
              <a:t>etc</a:t>
            </a:r>
            <a:r>
              <a:rPr lang="en-US"/>
              <a:t>/</a:t>
            </a:r>
            <a:r>
              <a:rPr lang="en-US" err="1"/>
              <a:t>resolv.conf</a:t>
            </a:r>
            <a:endParaRPr lang="en-US"/>
          </a:p>
          <a:p>
            <a:r>
              <a:rPr lang="en-US"/>
              <a:t>What is the difference?</a:t>
            </a:r>
          </a:p>
          <a:p>
            <a:r>
              <a:rPr lang="en-US"/>
              <a:t>We want meaningful naming across our network</a:t>
            </a:r>
          </a:p>
          <a:p>
            <a:pPr marL="0" indent="0">
              <a:buNone/>
            </a:pPr>
            <a:endParaRPr lang="en-US" sz="1700"/>
          </a:p>
          <a:p>
            <a:endParaRPr lang="en-US" sz="1700"/>
          </a:p>
        </p:txBody>
      </p:sp>
      <p:pic>
        <p:nvPicPr>
          <p:cNvPr id="6" name="Picture 5" descr="A screenshot of a computer&#10;&#10;AI-generated content may be incorrect.">
            <a:extLst>
              <a:ext uri="{FF2B5EF4-FFF2-40B4-BE49-F238E27FC236}">
                <a16:creationId xmlns:a16="http://schemas.microsoft.com/office/drawing/2014/main" id="{D7BC4B71-974C-D936-D2CA-2B44AF58534A}"/>
              </a:ext>
            </a:extLst>
          </p:cNvPr>
          <p:cNvPicPr>
            <a:picLocks noChangeAspect="1"/>
          </p:cNvPicPr>
          <p:nvPr/>
        </p:nvPicPr>
        <p:blipFill>
          <a:blip r:embed="rId2"/>
          <a:srcRect l="16625" t="51499" r="58205" b="39262"/>
          <a:stretch>
            <a:fillRect/>
          </a:stretch>
        </p:blipFill>
        <p:spPr>
          <a:xfrm>
            <a:off x="4059211" y="2571139"/>
            <a:ext cx="9871891" cy="2042292"/>
          </a:xfrm>
          <a:prstGeom prst="rect">
            <a:avLst/>
          </a:prstGeom>
        </p:spPr>
      </p:pic>
      <p:pic>
        <p:nvPicPr>
          <p:cNvPr id="8" name="Picture 7" descr="A blue and yellow logo&#10;&#10;AI-generated content may be incorrect.">
            <a:extLst>
              <a:ext uri="{FF2B5EF4-FFF2-40B4-BE49-F238E27FC236}">
                <a16:creationId xmlns:a16="http://schemas.microsoft.com/office/drawing/2014/main" id="{41354538-991A-0202-DBED-A150D981AA3F}"/>
              </a:ext>
            </a:extLst>
          </p:cNvPr>
          <p:cNvPicPr>
            <a:picLocks noChangeAspect="1"/>
          </p:cNvPicPr>
          <p:nvPr/>
        </p:nvPicPr>
        <p:blipFill>
          <a:blip r:embed="rId3"/>
          <a:stretch>
            <a:fillRect/>
          </a:stretch>
        </p:blipFill>
        <p:spPr>
          <a:xfrm>
            <a:off x="2721" y="6122079"/>
            <a:ext cx="2498272" cy="738869"/>
          </a:xfrm>
          <a:prstGeom prst="rect">
            <a:avLst/>
          </a:prstGeom>
        </p:spPr>
      </p:pic>
      <p:sp>
        <p:nvSpPr>
          <p:cNvPr id="5" name="TextBox 4">
            <a:extLst>
              <a:ext uri="{FF2B5EF4-FFF2-40B4-BE49-F238E27FC236}">
                <a16:creationId xmlns:a16="http://schemas.microsoft.com/office/drawing/2014/main" id="{D6EB1DB4-31D8-DFFE-9244-F06D2FA3409B}"/>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2415204150"/>
      </p:ext>
    </p:extLst>
  </p:cSld>
  <p:clrMapOvr>
    <a:masterClrMapping/>
  </p:clrMapOvr>
</p:sld>
</file>

<file path=ppt/slides/slide9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058A14AF-9FB5-4CC7-BA35-E8E85D3EDF0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D724CD96-6F8E-0938-C455-CC1E9AA1E9FB}"/>
              </a:ext>
            </a:extLst>
          </p:cNvPr>
          <p:cNvSpPr>
            <a:spLocks noGrp="1"/>
          </p:cNvSpPr>
          <p:nvPr>
            <p:ph type="title"/>
          </p:nvPr>
        </p:nvSpPr>
        <p:spPr>
          <a:xfrm>
            <a:off x="793662" y="386930"/>
            <a:ext cx="10066122" cy="1298448"/>
          </a:xfrm>
        </p:spPr>
        <p:txBody>
          <a:bodyPr anchor="b">
            <a:normAutofit/>
          </a:bodyPr>
          <a:lstStyle/>
          <a:p>
            <a:r>
              <a:rPr lang="en-US" sz="4800"/>
              <a:t>DNS</a:t>
            </a:r>
          </a:p>
        </p:txBody>
      </p:sp>
      <p:sp>
        <p:nvSpPr>
          <p:cNvPr id="12" name="Rectangle 11">
            <a:extLst>
              <a:ext uri="{FF2B5EF4-FFF2-40B4-BE49-F238E27FC236}">
                <a16:creationId xmlns:a16="http://schemas.microsoft.com/office/drawing/2014/main" id="{3A9A4357-BD1D-4622-A4FE-766E6AB8DE84}"/>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flipV="1">
            <a:off x="-2" y="1998845"/>
            <a:ext cx="11454595" cy="781699"/>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Rectangle 13">
            <a:extLst>
              <a:ext uri="{FF2B5EF4-FFF2-40B4-BE49-F238E27FC236}">
                <a16:creationId xmlns:a16="http://schemas.microsoft.com/office/drawing/2014/main" id="{E659831F-0D9A-4C63-9EBB-8435B85A440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203079"/>
            <a:ext cx="11383362" cy="4267991"/>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82FB87D4-FC8D-F506-6F86-9559BAD24948}"/>
              </a:ext>
            </a:extLst>
          </p:cNvPr>
          <p:cNvSpPr>
            <a:spLocks noGrp="1"/>
          </p:cNvSpPr>
          <p:nvPr>
            <p:ph idx="1"/>
          </p:nvPr>
        </p:nvSpPr>
        <p:spPr>
          <a:xfrm>
            <a:off x="793661" y="2599509"/>
            <a:ext cx="4530898" cy="3639450"/>
          </a:xfrm>
        </p:spPr>
        <p:txBody>
          <a:bodyPr vert="horz" lIns="91440" tIns="45720" rIns="91440" bIns="45720" rtlCol="0" anchor="ctr">
            <a:normAutofit/>
          </a:bodyPr>
          <a:lstStyle/>
          <a:p>
            <a:r>
              <a:rPr lang="en-US" sz="2000"/>
              <a:t> </a:t>
            </a:r>
            <a:r>
              <a:rPr lang="en-US" sz="2000" err="1"/>
              <a:t>OPNsense</a:t>
            </a:r>
            <a:r>
              <a:rPr lang="en-US" sz="2000"/>
              <a:t> can forward requests upstream or resolve them itself</a:t>
            </a:r>
            <a:endParaRPr lang="en-US"/>
          </a:p>
          <a:p>
            <a:r>
              <a:rPr lang="en-US" sz="2000"/>
              <a:t>Unbound DNS provides local DNS for LANs</a:t>
            </a:r>
          </a:p>
          <a:p>
            <a:r>
              <a:rPr lang="en-US" sz="2000"/>
              <a:t>For looking up non-LAN services, </a:t>
            </a:r>
            <a:r>
              <a:rPr lang="en-US" sz="2000" err="1"/>
              <a:t>OPNsense</a:t>
            </a:r>
            <a:r>
              <a:rPr lang="en-US" sz="2000"/>
              <a:t> will upstream them</a:t>
            </a:r>
          </a:p>
        </p:txBody>
      </p:sp>
      <p:pic>
        <p:nvPicPr>
          <p:cNvPr id="5" name="Picture 4" descr="A diagram of a cloud computing&#10;&#10;AI-generated content may be incorrect.">
            <a:extLst>
              <a:ext uri="{FF2B5EF4-FFF2-40B4-BE49-F238E27FC236}">
                <a16:creationId xmlns:a16="http://schemas.microsoft.com/office/drawing/2014/main" id="{E1A84B00-DFD7-47E9-2E60-7B19DD2F4895}"/>
              </a:ext>
            </a:extLst>
          </p:cNvPr>
          <p:cNvPicPr>
            <a:picLocks noChangeAspect="1"/>
          </p:cNvPicPr>
          <p:nvPr/>
        </p:nvPicPr>
        <p:blipFill>
          <a:blip r:embed="rId3"/>
          <a:stretch>
            <a:fillRect/>
          </a:stretch>
        </p:blipFill>
        <p:spPr>
          <a:xfrm>
            <a:off x="5272903" y="2625167"/>
            <a:ext cx="6115477" cy="3425163"/>
          </a:xfrm>
          <a:prstGeom prst="rect">
            <a:avLst/>
          </a:prstGeom>
        </p:spPr>
      </p:pic>
      <p:sp>
        <p:nvSpPr>
          <p:cNvPr id="16" name="Rectangle 15">
            <a:extLst>
              <a:ext uri="{FF2B5EF4-FFF2-40B4-BE49-F238E27FC236}">
                <a16:creationId xmlns:a16="http://schemas.microsoft.com/office/drawing/2014/main" id="{E6995CE5-F890-4ABA-82A2-26507CE8D2A3}"/>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7" name="Picture 6" descr="A blue and yellow logo&#10;&#10;AI-generated content may be incorrect.">
            <a:extLst>
              <a:ext uri="{FF2B5EF4-FFF2-40B4-BE49-F238E27FC236}">
                <a16:creationId xmlns:a16="http://schemas.microsoft.com/office/drawing/2014/main" id="{2BCF6627-1B7D-CA78-7962-3D3044E6FABA}"/>
              </a:ext>
            </a:extLst>
          </p:cNvPr>
          <p:cNvPicPr>
            <a:picLocks noChangeAspect="1"/>
          </p:cNvPicPr>
          <p:nvPr/>
        </p:nvPicPr>
        <p:blipFill>
          <a:blip r:embed="rId4"/>
          <a:stretch>
            <a:fillRect/>
          </a:stretch>
        </p:blipFill>
        <p:spPr>
          <a:xfrm>
            <a:off x="2721" y="6122079"/>
            <a:ext cx="2498272" cy="738869"/>
          </a:xfrm>
          <a:prstGeom prst="rect">
            <a:avLst/>
          </a:prstGeom>
        </p:spPr>
      </p:pic>
      <p:sp>
        <p:nvSpPr>
          <p:cNvPr id="6" name="TextBox 5">
            <a:extLst>
              <a:ext uri="{FF2B5EF4-FFF2-40B4-BE49-F238E27FC236}">
                <a16:creationId xmlns:a16="http://schemas.microsoft.com/office/drawing/2014/main" id="{75DC6095-08B8-B93F-99B5-96EE6DBC388E}"/>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221095533"/>
      </p:ext>
    </p:extLst>
  </p:cSld>
  <p:clrMapOvr>
    <a:masterClrMapping/>
  </p:clrMapOvr>
</p:sld>
</file>

<file path=ppt/slides/slide9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DFA9992C-40F7-F10C-688C-C52EF46586F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D2D83F0A-21B9-6E79-6930-DF5D5BFE986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ABB2D746-6F80-5683-0F9E-958A22435E7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6FF425AA-A407-BC50-D8B4-C4B635806F97}"/>
              </a:ext>
            </a:extLst>
          </p:cNvPr>
          <p:cNvSpPr>
            <a:spLocks noGrp="1"/>
          </p:cNvSpPr>
          <p:nvPr>
            <p:ph type="ctrTitle"/>
          </p:nvPr>
        </p:nvSpPr>
        <p:spPr>
          <a:xfrm>
            <a:off x="638881" y="390525"/>
            <a:ext cx="10909640" cy="1510301"/>
          </a:xfrm>
        </p:spPr>
        <p:txBody>
          <a:bodyPr anchor="ctr">
            <a:normAutofit/>
          </a:bodyPr>
          <a:lstStyle/>
          <a:p>
            <a:r>
              <a:rPr lang="en-US" sz="6600">
                <a:solidFill>
                  <a:srgbClr val="FFFFFF"/>
                </a:solidFill>
              </a:rPr>
              <a:t>NTP Config</a:t>
            </a:r>
            <a:endParaRPr lang="en-US"/>
          </a:p>
        </p:txBody>
      </p:sp>
      <p:sp>
        <p:nvSpPr>
          <p:cNvPr id="14" name="sketch line">
            <a:extLst>
              <a:ext uri="{FF2B5EF4-FFF2-40B4-BE49-F238E27FC236}">
                <a16:creationId xmlns:a16="http://schemas.microsoft.com/office/drawing/2014/main" id="{95A5CAF7-959C-0B28-1E0C-88BCF1095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4F0A40E8-FEAA-DB4D-0CC3-8F680D9FD508}"/>
              </a:ext>
            </a:extLst>
          </p:cNvPr>
          <p:cNvPicPr>
            <a:picLocks noChangeAspect="1"/>
          </p:cNvPicPr>
          <p:nvPr/>
        </p:nvPicPr>
        <p:blipFill>
          <a:blip r:embed="rId2"/>
          <a:stretch>
            <a:fillRect/>
          </a:stretch>
        </p:blipFill>
        <p:spPr>
          <a:xfrm>
            <a:off x="1035177" y="3096973"/>
            <a:ext cx="10118598" cy="2959690"/>
          </a:xfrm>
          <a:prstGeom prst="rect">
            <a:avLst/>
          </a:prstGeom>
        </p:spPr>
      </p:pic>
      <p:sp>
        <p:nvSpPr>
          <p:cNvPr id="4" name="TextBox 3">
            <a:extLst>
              <a:ext uri="{FF2B5EF4-FFF2-40B4-BE49-F238E27FC236}">
                <a16:creationId xmlns:a16="http://schemas.microsoft.com/office/drawing/2014/main" id="{7834DC7D-FD55-6043-C7A2-61446F832DE6}"/>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1696323782"/>
      </p:ext>
    </p:extLst>
  </p:cSld>
  <p:clrMapOvr>
    <a:masterClrMapping/>
  </p:clrMapOvr>
</p:sld>
</file>

<file path=ppt/slides/slide97.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2B97F24A-32CE-4C1C-A50D-3016B394DCF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74E02C4-DBD8-AA93-8809-64511AD387AF}"/>
              </a:ext>
            </a:extLst>
          </p:cNvPr>
          <p:cNvSpPr>
            <a:spLocks noGrp="1"/>
          </p:cNvSpPr>
          <p:nvPr>
            <p:ph type="title"/>
          </p:nvPr>
        </p:nvSpPr>
        <p:spPr>
          <a:xfrm>
            <a:off x="638193" y="639520"/>
            <a:ext cx="9590314" cy="1719072"/>
          </a:xfrm>
        </p:spPr>
        <p:txBody>
          <a:bodyPr anchor="b">
            <a:normAutofit/>
          </a:bodyPr>
          <a:lstStyle/>
          <a:p>
            <a:r>
              <a:rPr lang="en-US" sz="5400"/>
              <a:t>Apparent Time Tracking Issue</a:t>
            </a:r>
          </a:p>
        </p:txBody>
      </p:sp>
      <p:sp>
        <p:nvSpPr>
          <p:cNvPr id="11" name="sketch line">
            <a:extLst>
              <a:ext uri="{FF2B5EF4-FFF2-40B4-BE49-F238E27FC236}">
                <a16:creationId xmlns:a16="http://schemas.microsoft.com/office/drawing/2014/main" id="{6357EC4F-235E-4222-A36F-C7878ACE37F2}"/>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0A6025F7-713C-53F9-CE5B-FB2FA41476C0}"/>
              </a:ext>
            </a:extLst>
          </p:cNvPr>
          <p:cNvSpPr>
            <a:spLocks noGrp="1"/>
          </p:cNvSpPr>
          <p:nvPr>
            <p:ph idx="1"/>
          </p:nvPr>
        </p:nvSpPr>
        <p:spPr>
          <a:xfrm>
            <a:off x="630936" y="2807208"/>
            <a:ext cx="3429000" cy="3410712"/>
          </a:xfrm>
        </p:spPr>
        <p:txBody>
          <a:bodyPr vert="horz" lIns="91440" tIns="45720" rIns="91440" bIns="45720" rtlCol="0" anchor="t">
            <a:normAutofit fontScale="92500"/>
          </a:bodyPr>
          <a:lstStyle/>
          <a:p>
            <a:r>
              <a:rPr lang="en-US" sz="2200"/>
              <a:t>Return to your VM on this subnet and type "</a:t>
            </a:r>
            <a:r>
              <a:rPr lang="en-US" sz="2200" err="1"/>
              <a:t>chronyc</a:t>
            </a:r>
            <a:r>
              <a:rPr lang="en-US" sz="2200"/>
              <a:t> tracking"</a:t>
            </a:r>
          </a:p>
          <a:p>
            <a:r>
              <a:rPr lang="en-US" sz="2200"/>
              <a:t>Notice the "Leap Status";</a:t>
            </a:r>
          </a:p>
          <a:p>
            <a:pPr lvl="1">
              <a:buFont typeface="Courier New" panose="020B0604020202020204" pitchFamily="34" charset="0"/>
              <a:buChar char="o"/>
            </a:pPr>
            <a:r>
              <a:rPr lang="en-US" sz="1800"/>
              <a:t>Not currently synced to NTP</a:t>
            </a:r>
          </a:p>
          <a:p>
            <a:r>
              <a:rPr lang="en-US" sz="2200"/>
              <a:t>It is currently not syncing time for the Alaska system we will add to later "update interval"</a:t>
            </a:r>
          </a:p>
          <a:p>
            <a:endParaRPr lang="en-US" sz="2200"/>
          </a:p>
        </p:txBody>
      </p:sp>
      <p:pic>
        <p:nvPicPr>
          <p:cNvPr id="8" name="Picture 7" descr="A blue and yellow logo&#10;&#10;AI-generated content may be incorrect.">
            <a:extLst>
              <a:ext uri="{FF2B5EF4-FFF2-40B4-BE49-F238E27FC236}">
                <a16:creationId xmlns:a16="http://schemas.microsoft.com/office/drawing/2014/main" id="{987368C2-5F33-7D83-AD5B-54793D530547}"/>
              </a:ext>
            </a:extLst>
          </p:cNvPr>
          <p:cNvPicPr>
            <a:picLocks noChangeAspect="1"/>
          </p:cNvPicPr>
          <p:nvPr/>
        </p:nvPicPr>
        <p:blipFill>
          <a:blip r:embed="rId4"/>
          <a:stretch>
            <a:fillRect/>
          </a:stretch>
        </p:blipFill>
        <p:spPr>
          <a:xfrm>
            <a:off x="2721" y="6122079"/>
            <a:ext cx="2498272" cy="738869"/>
          </a:xfrm>
          <a:prstGeom prst="rect">
            <a:avLst/>
          </a:prstGeom>
        </p:spPr>
      </p:pic>
      <p:pic>
        <p:nvPicPr>
          <p:cNvPr id="10" name="Picture 9">
            <a:extLst>
              <a:ext uri="{FF2B5EF4-FFF2-40B4-BE49-F238E27FC236}">
                <a16:creationId xmlns:a16="http://schemas.microsoft.com/office/drawing/2014/main" id="{FA09346D-5D32-6D0D-DC74-CCEA408891E7}"/>
              </a:ext>
            </a:extLst>
          </p:cNvPr>
          <p:cNvPicPr>
            <a:picLocks noChangeAspect="1"/>
          </p:cNvPicPr>
          <p:nvPr/>
        </p:nvPicPr>
        <p:blipFill>
          <a:blip r:embed="rId5"/>
          <a:srcRect l="16406" t="53011" r="59901" b="26293"/>
          <a:stretch>
            <a:fillRect/>
          </a:stretch>
        </p:blipFill>
        <p:spPr>
          <a:xfrm>
            <a:off x="4056742" y="2588946"/>
            <a:ext cx="8353692" cy="4271905"/>
          </a:xfrm>
          <a:prstGeom prst="rect">
            <a:avLst/>
          </a:prstGeom>
        </p:spPr>
      </p:pic>
    </p:spTree>
    <p:extLst>
      <p:ext uri="{BB962C8B-B14F-4D97-AF65-F5344CB8AC3E}">
        <p14:creationId xmlns:p14="http://schemas.microsoft.com/office/powerpoint/2010/main" val="927066908"/>
      </p:ext>
    </p:extLst>
  </p:cSld>
  <p:clrMapOvr>
    <a:masterClrMapping/>
  </p:clrMapOvr>
  <p:extLst>
    <p:ext uri="{6950BFC3-D8DA-4A85-94F7-54DA5524770B}">
      <p188:commentRel xmlns:p188="http://schemas.microsoft.com/office/powerpoint/2018/8/main" r:id="rId3"/>
    </p:ext>
  </p:extLst>
</p:sld>
</file>

<file path=ppt/slides/slide9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1B40671-B0FF-68AF-2426-DED919079D9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472B17DF-5032-68FF-C904-05BCE668FDB8}"/>
              </a:ext>
            </a:extLst>
          </p:cNvPr>
          <p:cNvSpPr>
            <a:spLocks noGrp="1"/>
          </p:cNvSpPr>
          <p:nvPr>
            <p:ph type="title"/>
          </p:nvPr>
        </p:nvSpPr>
        <p:spPr>
          <a:xfrm>
            <a:off x="794657" y="-331561"/>
            <a:ext cx="10515600" cy="1325563"/>
          </a:xfrm>
        </p:spPr>
        <p:txBody>
          <a:bodyPr/>
          <a:lstStyle/>
          <a:p>
            <a:r>
              <a:rPr lang="en-US"/>
              <a:t>Setting NTP</a:t>
            </a:r>
          </a:p>
        </p:txBody>
      </p:sp>
      <p:pic>
        <p:nvPicPr>
          <p:cNvPr id="5" name="Content Placeholder 4">
            <a:extLst>
              <a:ext uri="{FF2B5EF4-FFF2-40B4-BE49-F238E27FC236}">
                <a16:creationId xmlns:a16="http://schemas.microsoft.com/office/drawing/2014/main" id="{BD07BD00-E8AC-FCFB-D431-2C797FBD7153}"/>
              </a:ext>
            </a:extLst>
          </p:cNvPr>
          <p:cNvPicPr>
            <a:picLocks noGrp="1" noChangeAspect="1"/>
          </p:cNvPicPr>
          <p:nvPr>
            <p:ph idx="1"/>
          </p:nvPr>
        </p:nvPicPr>
        <p:blipFill>
          <a:blip r:embed="rId2"/>
          <a:srcRect l="16910" t="16353" r="650" b="45393"/>
          <a:stretch>
            <a:fillRect/>
          </a:stretch>
        </p:blipFill>
        <p:spPr>
          <a:xfrm>
            <a:off x="108859" y="697480"/>
            <a:ext cx="11879948" cy="3131649"/>
          </a:xfrm>
          <a:prstGeom prst="rect">
            <a:avLst/>
          </a:prstGeom>
        </p:spPr>
      </p:pic>
      <p:sp>
        <p:nvSpPr>
          <p:cNvPr id="6" name="TextBox 5">
            <a:extLst>
              <a:ext uri="{FF2B5EF4-FFF2-40B4-BE49-F238E27FC236}">
                <a16:creationId xmlns:a16="http://schemas.microsoft.com/office/drawing/2014/main" id="{B165221E-EFEA-701F-145C-315C11C5ED8E}"/>
              </a:ext>
            </a:extLst>
          </p:cNvPr>
          <p:cNvSpPr txBox="1"/>
          <p:nvPr/>
        </p:nvSpPr>
        <p:spPr>
          <a:xfrm>
            <a:off x="-15056" y="3849101"/>
            <a:ext cx="11009085" cy="249299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600"/>
              <a:t>Go to Services &gt; </a:t>
            </a:r>
            <a:r>
              <a:rPr lang="en-US" sz="2600" err="1"/>
              <a:t>Dnsmasq</a:t>
            </a:r>
            <a:r>
              <a:rPr lang="en-US" sz="2600"/>
              <a:t> &gt; DHCP options. Click the + in the bottom right</a:t>
            </a:r>
          </a:p>
          <a:p>
            <a:pPr marL="285750" indent="-285750">
              <a:buFont typeface="Arial"/>
              <a:buChar char="•"/>
            </a:pPr>
            <a:r>
              <a:rPr lang="en-US" sz="2600"/>
              <a:t>Devices will synchronize to the firewall then internet</a:t>
            </a:r>
          </a:p>
          <a:p>
            <a:pPr marL="285750" indent="-285750">
              <a:buFont typeface="Arial"/>
              <a:buChar char="•"/>
            </a:pPr>
            <a:r>
              <a:rPr lang="en-US" sz="2600"/>
              <a:t>DHCP option 42 advertises an NTP server to clients on VLAN20. </a:t>
            </a:r>
          </a:p>
          <a:p>
            <a:pPr marL="285750" indent="-285750">
              <a:buFont typeface="Arial"/>
              <a:buChar char="•"/>
            </a:pPr>
            <a:r>
              <a:rPr lang="en-US" sz="2600"/>
              <a:t>When devices on your VLAN obtain an IP -&gt; gateway address as time server. </a:t>
            </a:r>
          </a:p>
          <a:p>
            <a:pPr marL="285750" indent="-285750">
              <a:buFont typeface="Arial"/>
              <a:buChar char="•"/>
            </a:pPr>
            <a:r>
              <a:rPr lang="en-US" sz="2600"/>
              <a:t>Hosts have synced clocks automatically</a:t>
            </a:r>
          </a:p>
        </p:txBody>
      </p:sp>
      <p:pic>
        <p:nvPicPr>
          <p:cNvPr id="4" name="Picture 3" descr="A blue and yellow logo&#10;&#10;AI-generated content may be incorrect.">
            <a:extLst>
              <a:ext uri="{FF2B5EF4-FFF2-40B4-BE49-F238E27FC236}">
                <a16:creationId xmlns:a16="http://schemas.microsoft.com/office/drawing/2014/main" id="{7B0228DD-A617-5AFA-396C-BD291E697C6E}"/>
              </a:ext>
            </a:extLst>
          </p:cNvPr>
          <p:cNvPicPr>
            <a:picLocks noChangeAspect="1"/>
          </p:cNvPicPr>
          <p:nvPr/>
        </p:nvPicPr>
        <p:blipFill>
          <a:blip r:embed="rId3"/>
          <a:stretch>
            <a:fillRect/>
          </a:stretch>
        </p:blipFill>
        <p:spPr>
          <a:xfrm>
            <a:off x="2721" y="6201907"/>
            <a:ext cx="2222501" cy="659041"/>
          </a:xfrm>
          <a:prstGeom prst="rect">
            <a:avLst/>
          </a:prstGeom>
        </p:spPr>
      </p:pic>
      <p:sp>
        <p:nvSpPr>
          <p:cNvPr id="7" name="TextBox 6">
            <a:extLst>
              <a:ext uri="{FF2B5EF4-FFF2-40B4-BE49-F238E27FC236}">
                <a16:creationId xmlns:a16="http://schemas.microsoft.com/office/drawing/2014/main" id="{13DBDE55-5689-90EF-A121-7493BB1821C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3421146169"/>
      </p:ext>
    </p:extLst>
  </p:cSld>
  <p:clrMapOvr>
    <a:masterClrMapping/>
  </p:clrMapOvr>
</p:sld>
</file>

<file path=ppt/slides/slide9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4BCF3C5-EB13-9909-5E63-B9D7D843305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CE5096D-E34C-5173-6515-A040C3991F5F}"/>
              </a:ext>
            </a:extLst>
          </p:cNvPr>
          <p:cNvSpPr>
            <a:spLocks noGrp="1"/>
          </p:cNvSpPr>
          <p:nvPr>
            <p:ph type="title"/>
          </p:nvPr>
        </p:nvSpPr>
        <p:spPr>
          <a:xfrm>
            <a:off x="809171" y="183696"/>
            <a:ext cx="10515600" cy="1325563"/>
          </a:xfrm>
        </p:spPr>
        <p:txBody>
          <a:bodyPr/>
          <a:lstStyle/>
          <a:p>
            <a:r>
              <a:rPr lang="en-US"/>
              <a:t>Setting NTP</a:t>
            </a:r>
          </a:p>
        </p:txBody>
      </p:sp>
      <p:sp>
        <p:nvSpPr>
          <p:cNvPr id="10" name="TextBox 9">
            <a:extLst>
              <a:ext uri="{FF2B5EF4-FFF2-40B4-BE49-F238E27FC236}">
                <a16:creationId xmlns:a16="http://schemas.microsoft.com/office/drawing/2014/main" id="{F85484D3-6ADB-1EF8-430E-6D58716BA9C9}"/>
              </a:ext>
            </a:extLst>
          </p:cNvPr>
          <p:cNvSpPr txBox="1"/>
          <p:nvPr/>
        </p:nvSpPr>
        <p:spPr>
          <a:xfrm>
            <a:off x="179204" y="1715261"/>
            <a:ext cx="3062514" cy="289310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600"/>
              <a:t>Use your own VLANs</a:t>
            </a:r>
          </a:p>
          <a:p>
            <a:pPr marL="457200" indent="-457200">
              <a:buFont typeface="Arial"/>
              <a:buChar char="•"/>
            </a:pPr>
            <a:r>
              <a:rPr lang="en-US" sz="2600"/>
              <a:t>The value means we are using the gateway for devices to sync time through</a:t>
            </a:r>
          </a:p>
        </p:txBody>
      </p:sp>
      <p:pic>
        <p:nvPicPr>
          <p:cNvPr id="9" name="Content Placeholder 8">
            <a:extLst>
              <a:ext uri="{FF2B5EF4-FFF2-40B4-BE49-F238E27FC236}">
                <a16:creationId xmlns:a16="http://schemas.microsoft.com/office/drawing/2014/main" id="{3C002AA6-2E32-E8F7-EEF5-3FE2570E0271}"/>
              </a:ext>
            </a:extLst>
          </p:cNvPr>
          <p:cNvPicPr>
            <a:picLocks noGrp="1" noChangeAspect="1"/>
          </p:cNvPicPr>
          <p:nvPr>
            <p:ph idx="1"/>
          </p:nvPr>
        </p:nvPicPr>
        <p:blipFill>
          <a:blip r:embed="rId2"/>
          <a:srcRect l="26940" t="19191" r="26867" b="36134"/>
          <a:stretch>
            <a:fillRect/>
          </a:stretch>
        </p:blipFill>
        <p:spPr>
          <a:xfrm>
            <a:off x="3331028" y="1203849"/>
            <a:ext cx="8863806" cy="4867609"/>
          </a:xfrm>
          <a:prstGeom prst="rect">
            <a:avLst/>
          </a:prstGeom>
        </p:spPr>
      </p:pic>
      <p:pic>
        <p:nvPicPr>
          <p:cNvPr id="4" name="Picture 3" descr="A blue and yellow logo&#10;&#10;AI-generated content may be incorrect.">
            <a:extLst>
              <a:ext uri="{FF2B5EF4-FFF2-40B4-BE49-F238E27FC236}">
                <a16:creationId xmlns:a16="http://schemas.microsoft.com/office/drawing/2014/main" id="{38E51CB2-9CC2-319B-C1DF-056F82078652}"/>
              </a:ext>
            </a:extLst>
          </p:cNvPr>
          <p:cNvPicPr>
            <a:picLocks noChangeAspect="1"/>
          </p:cNvPicPr>
          <p:nvPr/>
        </p:nvPicPr>
        <p:blipFill>
          <a:blip r:embed="rId3"/>
          <a:stretch>
            <a:fillRect/>
          </a:stretch>
        </p:blipFill>
        <p:spPr>
          <a:xfrm>
            <a:off x="2721" y="6122079"/>
            <a:ext cx="2498272" cy="738869"/>
          </a:xfrm>
          <a:prstGeom prst="rect">
            <a:avLst/>
          </a:prstGeom>
        </p:spPr>
      </p:pic>
      <p:sp>
        <p:nvSpPr>
          <p:cNvPr id="5" name="TextBox 4">
            <a:extLst>
              <a:ext uri="{FF2B5EF4-FFF2-40B4-BE49-F238E27FC236}">
                <a16:creationId xmlns:a16="http://schemas.microsoft.com/office/drawing/2014/main" id="{47266D30-0ADB-51AF-FC2B-75B7DFA54FFE}"/>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2119069630"/>
      </p:ext>
    </p:extLst>
  </p:cSld>
  <p:clrMapOvr>
    <a:masterClrMapping/>
  </p:clrMapOvr>
</p:sld>
</file>

<file path=ppt/slides/slide10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2F0362B-9CAB-5C99-664C-B43D3F1C1205}"/>
              </a:ext>
            </a:extLst>
          </p:cNvPr>
          <p:cNvSpPr>
            <a:spLocks noGrp="1"/>
          </p:cNvSpPr>
          <p:nvPr>
            <p:ph type="title"/>
          </p:nvPr>
        </p:nvSpPr>
        <p:spPr>
          <a:xfrm>
            <a:off x="838200" y="2268"/>
            <a:ext cx="10515600" cy="1325563"/>
          </a:xfrm>
        </p:spPr>
        <p:txBody>
          <a:bodyPr/>
          <a:lstStyle/>
          <a:p>
            <a:r>
              <a:rPr lang="en-US"/>
              <a:t>Setting NTP</a:t>
            </a:r>
          </a:p>
        </p:txBody>
      </p:sp>
      <p:pic>
        <p:nvPicPr>
          <p:cNvPr id="4" name="Content Placeholder 3">
            <a:extLst>
              <a:ext uri="{FF2B5EF4-FFF2-40B4-BE49-F238E27FC236}">
                <a16:creationId xmlns:a16="http://schemas.microsoft.com/office/drawing/2014/main" id="{7DE7DFE9-63D3-F0A3-4757-4E139533908A}"/>
              </a:ext>
            </a:extLst>
          </p:cNvPr>
          <p:cNvPicPr>
            <a:picLocks noGrp="1" noChangeAspect="1"/>
          </p:cNvPicPr>
          <p:nvPr>
            <p:ph idx="1"/>
          </p:nvPr>
        </p:nvPicPr>
        <p:blipFill>
          <a:blip r:embed="rId2"/>
          <a:srcRect l="16628" t="15650" r="7314" b="43801"/>
          <a:stretch>
            <a:fillRect/>
          </a:stretch>
        </p:blipFill>
        <p:spPr>
          <a:xfrm>
            <a:off x="2" y="2736737"/>
            <a:ext cx="11583063" cy="3507214"/>
          </a:xfrm>
          <a:prstGeom prst="rect">
            <a:avLst/>
          </a:prstGeom>
        </p:spPr>
      </p:pic>
      <p:sp>
        <p:nvSpPr>
          <p:cNvPr id="5" name="TextBox 4">
            <a:extLst>
              <a:ext uri="{FF2B5EF4-FFF2-40B4-BE49-F238E27FC236}">
                <a16:creationId xmlns:a16="http://schemas.microsoft.com/office/drawing/2014/main" id="{FA281B9F-606B-0431-4EA2-8F299EF97E55}"/>
              </a:ext>
            </a:extLst>
          </p:cNvPr>
          <p:cNvSpPr txBox="1"/>
          <p:nvPr/>
        </p:nvSpPr>
        <p:spPr>
          <a:xfrm>
            <a:off x="702" y="1014830"/>
            <a:ext cx="12772570" cy="181588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457200" indent="-457200">
              <a:buFont typeface="Arial"/>
              <a:buChar char="•"/>
            </a:pPr>
            <a:r>
              <a:rPr lang="en-US" sz="2800"/>
              <a:t>Go to Services &gt; Network Time &gt; General</a:t>
            </a:r>
          </a:p>
          <a:p>
            <a:pPr marL="457200" indent="-457200">
              <a:buFont typeface="Arial"/>
              <a:buChar char="•"/>
            </a:pPr>
            <a:r>
              <a:rPr lang="en-US" sz="2800"/>
              <a:t>The only thing we are changing on this page is to add our </a:t>
            </a:r>
            <a:r>
              <a:rPr lang="en-US" sz="2800" err="1"/>
              <a:t>ntp</a:t>
            </a:r>
            <a:r>
              <a:rPr lang="en-US" sz="2800"/>
              <a:t> path </a:t>
            </a:r>
          </a:p>
          <a:p>
            <a:pPr marL="457200" indent="-457200">
              <a:buFont typeface="Arial"/>
              <a:buChar char="•"/>
            </a:pPr>
            <a:r>
              <a:rPr lang="en-US" sz="2800"/>
              <a:t>Click the + in the bottom left, and add the "ntp.alaska.edu" into the new box. </a:t>
            </a:r>
          </a:p>
          <a:p>
            <a:pPr marL="457200" indent="-457200">
              <a:buFont typeface="Arial"/>
              <a:buChar char="•"/>
            </a:pPr>
            <a:r>
              <a:rPr lang="en-US" sz="2800"/>
              <a:t>Check "prefer" here</a:t>
            </a:r>
          </a:p>
        </p:txBody>
      </p:sp>
      <p:pic>
        <p:nvPicPr>
          <p:cNvPr id="6" name="Picture 5" descr="A blue and yellow logo&#10;&#10;AI-generated content may be incorrect.">
            <a:extLst>
              <a:ext uri="{FF2B5EF4-FFF2-40B4-BE49-F238E27FC236}">
                <a16:creationId xmlns:a16="http://schemas.microsoft.com/office/drawing/2014/main" id="{B8C5F5C7-6EA7-5E61-7CF7-345AC7A0D1D0}"/>
              </a:ext>
            </a:extLst>
          </p:cNvPr>
          <p:cNvPicPr>
            <a:picLocks noChangeAspect="1"/>
          </p:cNvPicPr>
          <p:nvPr/>
        </p:nvPicPr>
        <p:blipFill>
          <a:blip r:embed="rId3"/>
          <a:stretch>
            <a:fillRect/>
          </a:stretch>
        </p:blipFill>
        <p:spPr>
          <a:xfrm>
            <a:off x="2721" y="6332536"/>
            <a:ext cx="1772558" cy="528412"/>
          </a:xfrm>
          <a:prstGeom prst="rect">
            <a:avLst/>
          </a:prstGeom>
        </p:spPr>
      </p:pic>
      <p:sp>
        <p:nvSpPr>
          <p:cNvPr id="7" name="TextBox 6">
            <a:extLst>
              <a:ext uri="{FF2B5EF4-FFF2-40B4-BE49-F238E27FC236}">
                <a16:creationId xmlns:a16="http://schemas.microsoft.com/office/drawing/2014/main" id="{1875F3FF-7DA4-9DD7-4B6C-955426A93CC2}"/>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2</a:t>
            </a:r>
          </a:p>
        </p:txBody>
      </p:sp>
    </p:spTree>
    <p:extLst>
      <p:ext uri="{BB962C8B-B14F-4D97-AF65-F5344CB8AC3E}">
        <p14:creationId xmlns:p14="http://schemas.microsoft.com/office/powerpoint/2010/main" val="890277414"/>
      </p:ext>
    </p:extLst>
  </p:cSld>
  <p:clrMapOvr>
    <a:masterClrMapping/>
  </p:clrMapOvr>
</p:sld>
</file>

<file path=ppt/slides/slide101.xml><?xml version="1.0" encoding="utf-8"?>
<p:sld xmlns:a="http://schemas.openxmlformats.org/drawingml/2006/main" xmlns:r="http://schemas.openxmlformats.org/officeDocument/2006/relationships" xmlns:p="http://schemas.openxmlformats.org/presentationml/2006/main" show="0">
  <p:cSld>
    <p:bg>
      <p:bgPr>
        <a:solidFill>
          <a:schemeClr val="bg1"/>
        </a:solidFill>
        <a:effectLst/>
      </p:bgPr>
    </p:bg>
    <p:spTree>
      <p:nvGrpSpPr>
        <p:cNvPr id="1" name="">
          <a:extLst>
            <a:ext uri="{FF2B5EF4-FFF2-40B4-BE49-F238E27FC236}">
              <a16:creationId xmlns:a16="http://schemas.microsoft.com/office/drawing/2014/main" id="{FC95D39D-3EFD-9411-E5C0-AC8DA0314DFF}"/>
            </a:ext>
          </a:extLst>
        </p:cNvPr>
        <p:cNvGrpSpPr/>
        <p:nvPr/>
      </p:nvGrpSpPr>
      <p:grpSpPr>
        <a:xfrm>
          <a:off x="0" y="0"/>
          <a:ext cx="0" cy="0"/>
          <a:chOff x="0" y="0"/>
          <a:chExt cx="0" cy="0"/>
        </a:xfrm>
      </p:grpSpPr>
      <p:sp useBgFill="1">
        <p:nvSpPr>
          <p:cNvPr id="9" name="Rectangle 8">
            <a:extLst>
              <a:ext uri="{FF2B5EF4-FFF2-40B4-BE49-F238E27FC236}">
                <a16:creationId xmlns:a16="http://schemas.microsoft.com/office/drawing/2014/main" id="{560A1676-1D53-7181-7B7C-7712687A869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D69E977-5DA9-E377-A6BB-41945D56D58B}"/>
              </a:ext>
            </a:extLst>
          </p:cNvPr>
          <p:cNvSpPr>
            <a:spLocks noGrp="1"/>
          </p:cNvSpPr>
          <p:nvPr>
            <p:ph type="title"/>
          </p:nvPr>
        </p:nvSpPr>
        <p:spPr>
          <a:xfrm>
            <a:off x="630936" y="639520"/>
            <a:ext cx="3429000" cy="1719072"/>
          </a:xfrm>
        </p:spPr>
        <p:txBody>
          <a:bodyPr anchor="b">
            <a:normAutofit/>
          </a:bodyPr>
          <a:lstStyle/>
          <a:p>
            <a:r>
              <a:rPr lang="en-US" sz="5400"/>
              <a:t>Returning to Testing!</a:t>
            </a:r>
          </a:p>
        </p:txBody>
      </p:sp>
      <p:sp>
        <p:nvSpPr>
          <p:cNvPr id="11" name="sketch line">
            <a:extLst>
              <a:ext uri="{FF2B5EF4-FFF2-40B4-BE49-F238E27FC236}">
                <a16:creationId xmlns:a16="http://schemas.microsoft.com/office/drawing/2014/main" id="{D145DA9A-7541-335D-D599-232CBB0A4D7C}"/>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643278" y="2573756"/>
            <a:ext cx="3255095" cy="18288"/>
          </a:xfrm>
          <a:custGeom>
            <a:avLst/>
            <a:gdLst>
              <a:gd name="csX0" fmla="*/ 0 w 3255095"/>
              <a:gd name="csY0" fmla="*/ 0 h 18288"/>
              <a:gd name="csX1" fmla="*/ 618468 w 3255095"/>
              <a:gd name="csY1" fmla="*/ 0 h 18288"/>
              <a:gd name="csX2" fmla="*/ 1269487 w 3255095"/>
              <a:gd name="csY2" fmla="*/ 0 h 18288"/>
              <a:gd name="csX3" fmla="*/ 1953057 w 3255095"/>
              <a:gd name="csY3" fmla="*/ 0 h 18288"/>
              <a:gd name="csX4" fmla="*/ 2636627 w 3255095"/>
              <a:gd name="csY4" fmla="*/ 0 h 18288"/>
              <a:gd name="csX5" fmla="*/ 3255095 w 3255095"/>
              <a:gd name="csY5" fmla="*/ 0 h 18288"/>
              <a:gd name="csX6" fmla="*/ 3255095 w 3255095"/>
              <a:gd name="csY6" fmla="*/ 18288 h 18288"/>
              <a:gd name="csX7" fmla="*/ 2538974 w 3255095"/>
              <a:gd name="csY7" fmla="*/ 18288 h 18288"/>
              <a:gd name="csX8" fmla="*/ 1822853 w 3255095"/>
              <a:gd name="csY8" fmla="*/ 18288 h 18288"/>
              <a:gd name="csX9" fmla="*/ 1171834 w 3255095"/>
              <a:gd name="csY9" fmla="*/ 18288 h 18288"/>
              <a:gd name="csX10" fmla="*/ 0 w 3255095"/>
              <a:gd name="csY10" fmla="*/ 18288 h 18288"/>
              <a:gd name="csX11" fmla="*/ 0 w 3255095"/>
              <a:gd name="csY11"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Lst>
            <a:rect l="l" t="t" r="r" b="b"/>
            <a:pathLst>
              <a:path w="3255095" h="18288" fill="none" extrusionOk="0">
                <a:moveTo>
                  <a:pt x="0" y="0"/>
                </a:moveTo>
                <a:cubicBezTo>
                  <a:pt x="240201" y="-22123"/>
                  <a:pt x="462021" y="-19623"/>
                  <a:pt x="618468" y="0"/>
                </a:cubicBezTo>
                <a:cubicBezTo>
                  <a:pt x="774915" y="19623"/>
                  <a:pt x="974734" y="2035"/>
                  <a:pt x="1269487" y="0"/>
                </a:cubicBezTo>
                <a:cubicBezTo>
                  <a:pt x="1564240" y="-2035"/>
                  <a:pt x="1733579" y="10639"/>
                  <a:pt x="1953057" y="0"/>
                </a:cubicBezTo>
                <a:cubicBezTo>
                  <a:pt x="2172535" y="-10639"/>
                  <a:pt x="2453962" y="14018"/>
                  <a:pt x="2636627" y="0"/>
                </a:cubicBezTo>
                <a:cubicBezTo>
                  <a:pt x="2819292" y="-14018"/>
                  <a:pt x="3121375" y="5399"/>
                  <a:pt x="3255095" y="0"/>
                </a:cubicBezTo>
                <a:cubicBezTo>
                  <a:pt x="3254386" y="8157"/>
                  <a:pt x="3254682" y="12125"/>
                  <a:pt x="3255095" y="18288"/>
                </a:cubicBezTo>
                <a:cubicBezTo>
                  <a:pt x="3088545" y="23203"/>
                  <a:pt x="2687475" y="7419"/>
                  <a:pt x="2538974" y="18288"/>
                </a:cubicBezTo>
                <a:cubicBezTo>
                  <a:pt x="2390473" y="29157"/>
                  <a:pt x="2137381" y="-8959"/>
                  <a:pt x="1822853" y="18288"/>
                </a:cubicBezTo>
                <a:cubicBezTo>
                  <a:pt x="1508325" y="45535"/>
                  <a:pt x="1466437" y="20385"/>
                  <a:pt x="1171834" y="18288"/>
                </a:cubicBezTo>
                <a:cubicBezTo>
                  <a:pt x="877231" y="16191"/>
                  <a:pt x="561097" y="37643"/>
                  <a:pt x="0" y="18288"/>
                </a:cubicBezTo>
                <a:cubicBezTo>
                  <a:pt x="-46" y="12483"/>
                  <a:pt x="-203" y="6491"/>
                  <a:pt x="0" y="0"/>
                </a:cubicBezTo>
                <a:close/>
              </a:path>
              <a:path w="3255095" h="18288" stroke="0" extrusionOk="0">
                <a:moveTo>
                  <a:pt x="0" y="0"/>
                </a:moveTo>
                <a:cubicBezTo>
                  <a:pt x="291965" y="19429"/>
                  <a:pt x="363155" y="8568"/>
                  <a:pt x="618468" y="0"/>
                </a:cubicBezTo>
                <a:cubicBezTo>
                  <a:pt x="873781" y="-8568"/>
                  <a:pt x="904459" y="-19505"/>
                  <a:pt x="1171834" y="0"/>
                </a:cubicBezTo>
                <a:cubicBezTo>
                  <a:pt x="1439209" y="19505"/>
                  <a:pt x="1744369" y="9790"/>
                  <a:pt x="1887955" y="0"/>
                </a:cubicBezTo>
                <a:cubicBezTo>
                  <a:pt x="2031541" y="-9790"/>
                  <a:pt x="2346378" y="21240"/>
                  <a:pt x="2506423" y="0"/>
                </a:cubicBezTo>
                <a:cubicBezTo>
                  <a:pt x="2666468" y="-21240"/>
                  <a:pt x="2990257" y="30414"/>
                  <a:pt x="3255095" y="0"/>
                </a:cubicBezTo>
                <a:cubicBezTo>
                  <a:pt x="3254831" y="4493"/>
                  <a:pt x="3255479" y="9472"/>
                  <a:pt x="3255095" y="18288"/>
                </a:cubicBezTo>
                <a:cubicBezTo>
                  <a:pt x="3120743" y="16690"/>
                  <a:pt x="2759628" y="42462"/>
                  <a:pt x="2604076" y="18288"/>
                </a:cubicBezTo>
                <a:cubicBezTo>
                  <a:pt x="2448524" y="-5886"/>
                  <a:pt x="2184336" y="19599"/>
                  <a:pt x="1887955" y="18288"/>
                </a:cubicBezTo>
                <a:cubicBezTo>
                  <a:pt x="1591574" y="16977"/>
                  <a:pt x="1548845" y="6870"/>
                  <a:pt x="1334589" y="18288"/>
                </a:cubicBezTo>
                <a:cubicBezTo>
                  <a:pt x="1120333" y="29706"/>
                  <a:pt x="996014" y="9662"/>
                  <a:pt x="683570" y="18288"/>
                </a:cubicBezTo>
                <a:cubicBezTo>
                  <a:pt x="371126" y="26914"/>
                  <a:pt x="198687" y="16167"/>
                  <a:pt x="0" y="18288"/>
                </a:cubicBezTo>
                <a:cubicBezTo>
                  <a:pt x="843" y="9577"/>
                  <a:pt x="371" y="6900"/>
                  <a:pt x="0" y="0"/>
                </a:cubicBezTo>
                <a:close/>
              </a:path>
            </a:pathLst>
          </a:custGeom>
          <a:solidFill>
            <a:schemeClr val="accent2"/>
          </a:solidFill>
          <a:ln w="38100" cap="rnd">
            <a:solidFill>
              <a:schemeClr val="accent2"/>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 name="Content Placeholder 2">
            <a:extLst>
              <a:ext uri="{FF2B5EF4-FFF2-40B4-BE49-F238E27FC236}">
                <a16:creationId xmlns:a16="http://schemas.microsoft.com/office/drawing/2014/main" id="{9C8F974B-DB9F-5432-0517-9014DCE9C13A}"/>
              </a:ext>
            </a:extLst>
          </p:cNvPr>
          <p:cNvSpPr>
            <a:spLocks noGrp="1"/>
          </p:cNvSpPr>
          <p:nvPr>
            <p:ph idx="1"/>
          </p:nvPr>
        </p:nvSpPr>
        <p:spPr>
          <a:xfrm>
            <a:off x="630936" y="2807208"/>
            <a:ext cx="3429000" cy="3410712"/>
          </a:xfrm>
        </p:spPr>
        <p:txBody>
          <a:bodyPr vert="horz" lIns="91440" tIns="45720" rIns="91440" bIns="45720" rtlCol="0" anchor="t">
            <a:normAutofit/>
          </a:bodyPr>
          <a:lstStyle/>
          <a:p>
            <a:r>
              <a:rPr lang="en-US" sz="2200"/>
              <a:t>Return to your VM on this subnet and type "chronyc tracking"</a:t>
            </a:r>
          </a:p>
          <a:p>
            <a:r>
              <a:rPr lang="en-US" sz="2200"/>
              <a:t>Notice the time sync on "system time" and "root delay"</a:t>
            </a:r>
          </a:p>
          <a:p>
            <a:r>
              <a:rPr lang="en-US" sz="2200"/>
              <a:t>It is currently synced much closer than before due to NTP</a:t>
            </a:r>
          </a:p>
          <a:p>
            <a:endParaRPr lang="en-US" sz="2200"/>
          </a:p>
        </p:txBody>
      </p:sp>
      <p:pic>
        <p:nvPicPr>
          <p:cNvPr id="4" name="Picture 3">
            <a:extLst>
              <a:ext uri="{FF2B5EF4-FFF2-40B4-BE49-F238E27FC236}">
                <a16:creationId xmlns:a16="http://schemas.microsoft.com/office/drawing/2014/main" id="{4DDE60AE-2B04-63B5-18C3-8F0278A6E35A}"/>
              </a:ext>
            </a:extLst>
          </p:cNvPr>
          <p:cNvPicPr>
            <a:picLocks noChangeAspect="1"/>
          </p:cNvPicPr>
          <p:nvPr/>
        </p:nvPicPr>
        <p:blipFill>
          <a:blip r:embed="rId2"/>
          <a:srcRect l="16428" t="61481" r="57024" b="15450"/>
          <a:stretch>
            <a:fillRect/>
          </a:stretch>
        </p:blipFill>
        <p:spPr>
          <a:xfrm>
            <a:off x="4059211" y="2540062"/>
            <a:ext cx="8108406" cy="3940501"/>
          </a:xfrm>
          <a:prstGeom prst="rect">
            <a:avLst/>
          </a:prstGeom>
        </p:spPr>
      </p:pic>
      <p:pic>
        <p:nvPicPr>
          <p:cNvPr id="8" name="Picture 7" descr="A blue and yellow logo&#10;&#10;AI-generated content may be incorrect.">
            <a:extLst>
              <a:ext uri="{FF2B5EF4-FFF2-40B4-BE49-F238E27FC236}">
                <a16:creationId xmlns:a16="http://schemas.microsoft.com/office/drawing/2014/main" id="{F117F944-6E7F-B2C1-BC70-45BD4CE14182}"/>
              </a:ext>
            </a:extLst>
          </p:cNvPr>
          <p:cNvPicPr>
            <a:picLocks noChangeAspect="1"/>
          </p:cNvPicPr>
          <p:nvPr/>
        </p:nvPicPr>
        <p:blipFill>
          <a:blip r:embed="rId3"/>
          <a:stretch>
            <a:fillRect/>
          </a:stretch>
        </p:blipFill>
        <p:spPr>
          <a:xfrm>
            <a:off x="2721" y="6122079"/>
            <a:ext cx="2498272" cy="738869"/>
          </a:xfrm>
          <a:prstGeom prst="rect">
            <a:avLst/>
          </a:prstGeom>
        </p:spPr>
      </p:pic>
    </p:spTree>
    <p:extLst>
      <p:ext uri="{BB962C8B-B14F-4D97-AF65-F5344CB8AC3E}">
        <p14:creationId xmlns:p14="http://schemas.microsoft.com/office/powerpoint/2010/main" val="2951552314"/>
      </p:ext>
    </p:extLst>
  </p:cSld>
  <p:clrMapOvr>
    <a:masterClrMapping/>
  </p:clrMapOvr>
</p:sld>
</file>

<file path=ppt/slides/slide10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FE3CA3ED-C715-7C37-2810-A3F5944C0C02}"/>
            </a:ext>
          </a:extLst>
        </p:cNvPr>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179BB817-D5FC-51A4-5AFB-A2D9DAEE52AB}"/>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2" name="Freeform: Shape 11">
            <a:extLst>
              <a:ext uri="{FF2B5EF4-FFF2-40B4-BE49-F238E27FC236}">
                <a16:creationId xmlns:a16="http://schemas.microsoft.com/office/drawing/2014/main" id="{3448B0AA-3720-E541-76F8-D7E6809DAAB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2877832"/>
          </a:xfrm>
          <a:custGeom>
            <a:avLst/>
            <a:gdLst>
              <a:gd name="connsiteX0" fmla="*/ 6789701 w 12192000"/>
              <a:gd name="connsiteY0" fmla="*/ 2809623 h 2877832"/>
              <a:gd name="connsiteX1" fmla="*/ 6788702 w 12192000"/>
              <a:gd name="connsiteY1" fmla="*/ 2809701 h 2877832"/>
              <a:gd name="connsiteX2" fmla="*/ 6788476 w 12192000"/>
              <a:gd name="connsiteY2" fmla="*/ 2810235 h 2877832"/>
              <a:gd name="connsiteX3" fmla="*/ 0 w 12192000"/>
              <a:gd name="connsiteY3" fmla="*/ 0 h 2877832"/>
              <a:gd name="connsiteX4" fmla="*/ 12192000 w 12192000"/>
              <a:gd name="connsiteY4" fmla="*/ 0 h 2877832"/>
              <a:gd name="connsiteX5" fmla="*/ 12192000 w 12192000"/>
              <a:gd name="connsiteY5" fmla="*/ 1915388 h 2877832"/>
              <a:gd name="connsiteX6" fmla="*/ 12061096 w 12192000"/>
              <a:gd name="connsiteY6" fmla="*/ 1954428 h 2877832"/>
              <a:gd name="connsiteX7" fmla="*/ 11676800 w 12192000"/>
              <a:gd name="connsiteY7" fmla="*/ 2058003 h 2877832"/>
              <a:gd name="connsiteX8" fmla="*/ 10425355 w 12192000"/>
              <a:gd name="connsiteY8" fmla="*/ 2341542 h 2877832"/>
              <a:gd name="connsiteX9" fmla="*/ 9424022 w 12192000"/>
              <a:gd name="connsiteY9" fmla="*/ 2516704 h 2877832"/>
              <a:gd name="connsiteX10" fmla="*/ 8458419 w 12192000"/>
              <a:gd name="connsiteY10" fmla="*/ 2650405 h 2877832"/>
              <a:gd name="connsiteX11" fmla="*/ 7715970 w 12192000"/>
              <a:gd name="connsiteY11" fmla="*/ 2730352 h 2877832"/>
              <a:gd name="connsiteX12" fmla="*/ 6951716 w 12192000"/>
              <a:gd name="connsiteY12" fmla="*/ 2796132 h 2877832"/>
              <a:gd name="connsiteX13" fmla="*/ 6936303 w 12192000"/>
              <a:gd name="connsiteY13" fmla="*/ 2798203 h 2877832"/>
              <a:gd name="connsiteX14" fmla="*/ 6790448 w 12192000"/>
              <a:gd name="connsiteY14" fmla="*/ 2809564 h 2877832"/>
              <a:gd name="connsiteX15" fmla="*/ 6799941 w 12192000"/>
              <a:gd name="connsiteY15" fmla="*/ 2811384 h 2877832"/>
              <a:gd name="connsiteX16" fmla="*/ 6835432 w 12192000"/>
              <a:gd name="connsiteY16" fmla="*/ 2809677 h 2877832"/>
              <a:gd name="connsiteX17" fmla="*/ 6884003 w 12192000"/>
              <a:gd name="connsiteY17" fmla="*/ 2806699 h 2877832"/>
              <a:gd name="connsiteX18" fmla="*/ 7578771 w 12192000"/>
              <a:gd name="connsiteY18" fmla="*/ 2774172 h 2877832"/>
              <a:gd name="connsiteX19" fmla="*/ 8623845 w 12192000"/>
              <a:gd name="connsiteY19" fmla="*/ 2687275 h 2877832"/>
              <a:gd name="connsiteX20" fmla="*/ 9479970 w 12192000"/>
              <a:gd name="connsiteY20" fmla="*/ 2583369 h 2877832"/>
              <a:gd name="connsiteX21" fmla="*/ 10629308 w 12192000"/>
              <a:gd name="connsiteY21" fmla="*/ 2389212 h 2877832"/>
              <a:gd name="connsiteX22" fmla="*/ 11998498 w 12192000"/>
              <a:gd name="connsiteY22" fmla="*/ 2063218 h 2877832"/>
              <a:gd name="connsiteX23" fmla="*/ 12192000 w 12192000"/>
              <a:gd name="connsiteY23" fmla="*/ 2006219 h 2877832"/>
              <a:gd name="connsiteX24" fmla="*/ 12192000 w 12192000"/>
              <a:gd name="connsiteY24" fmla="*/ 2060956 h 2877832"/>
              <a:gd name="connsiteX25" fmla="*/ 11829257 w 12192000"/>
              <a:gd name="connsiteY25" fmla="*/ 2166255 h 2877832"/>
              <a:gd name="connsiteX26" fmla="*/ 10939183 w 12192000"/>
              <a:gd name="connsiteY26" fmla="*/ 2380770 h 2877832"/>
              <a:gd name="connsiteX27" fmla="*/ 9985530 w 12192000"/>
              <a:gd name="connsiteY27" fmla="*/ 2560775 h 2877832"/>
              <a:gd name="connsiteX28" fmla="*/ 9186882 w 12192000"/>
              <a:gd name="connsiteY28" fmla="*/ 2676722 h 2877832"/>
              <a:gd name="connsiteX29" fmla="*/ 8578198 w 12192000"/>
              <a:gd name="connsiteY29" fmla="*/ 2746241 h 2877832"/>
              <a:gd name="connsiteX30" fmla="*/ 7864358 w 12192000"/>
              <a:gd name="connsiteY30" fmla="*/ 2807692 h 2877832"/>
              <a:gd name="connsiteX31" fmla="*/ 6935502 w 12192000"/>
              <a:gd name="connsiteY31" fmla="*/ 2859086 h 2877832"/>
              <a:gd name="connsiteX32" fmla="*/ 6477750 w 12192000"/>
              <a:gd name="connsiteY32" fmla="*/ 2872989 h 2877832"/>
              <a:gd name="connsiteX33" fmla="*/ 6362294 w 12192000"/>
              <a:gd name="connsiteY33" fmla="*/ 2877832 h 2877832"/>
              <a:gd name="connsiteX34" fmla="*/ 6057129 w 12192000"/>
              <a:gd name="connsiteY34" fmla="*/ 2877832 h 2877832"/>
              <a:gd name="connsiteX35" fmla="*/ 5977784 w 12192000"/>
              <a:gd name="connsiteY35" fmla="*/ 2873238 h 2877832"/>
              <a:gd name="connsiteX36" fmla="*/ 5265087 w 12192000"/>
              <a:gd name="connsiteY36" fmla="*/ 2836989 h 2877832"/>
              <a:gd name="connsiteX37" fmla="*/ 4346277 w 12192000"/>
              <a:gd name="connsiteY37" fmla="*/ 2774919 h 2877832"/>
              <a:gd name="connsiteX38" fmla="*/ 3373045 w 12192000"/>
              <a:gd name="connsiteY38" fmla="*/ 2676350 h 2877832"/>
              <a:gd name="connsiteX39" fmla="*/ 2362173 w 12192000"/>
              <a:gd name="connsiteY39" fmla="*/ 2557423 h 2877832"/>
              <a:gd name="connsiteX40" fmla="*/ 1233178 w 12192000"/>
              <a:gd name="connsiteY40" fmla="*/ 2384247 h 2877832"/>
              <a:gd name="connsiteX41" fmla="*/ 68500 w 12192000"/>
              <a:gd name="connsiteY41" fmla="*/ 2144540 h 2877832"/>
              <a:gd name="connsiteX42" fmla="*/ 0 w 12192000"/>
              <a:gd name="connsiteY42" fmla="*/ 2127185 h 2877832"/>
              <a:gd name="connsiteX43" fmla="*/ 0 w 12192000"/>
              <a:gd name="connsiteY43" fmla="*/ 2070696 h 2877832"/>
              <a:gd name="connsiteX44" fmla="*/ 72441 w 12192000"/>
              <a:gd name="connsiteY44" fmla="*/ 2089473 h 2877832"/>
              <a:gd name="connsiteX45" fmla="*/ 600716 w 12192000"/>
              <a:gd name="connsiteY45" fmla="*/ 2207843 h 2877832"/>
              <a:gd name="connsiteX46" fmla="*/ 1769512 w 12192000"/>
              <a:gd name="connsiteY46" fmla="*/ 2418011 h 2877832"/>
              <a:gd name="connsiteX47" fmla="*/ 2613554 w 12192000"/>
              <a:gd name="connsiteY47" fmla="*/ 2534953 h 2877832"/>
              <a:gd name="connsiteX48" fmla="*/ 2581134 w 12192000"/>
              <a:gd name="connsiteY48" fmla="*/ 2525022 h 2877832"/>
              <a:gd name="connsiteX49" fmla="*/ 1112635 w 12192000"/>
              <a:gd name="connsiteY49" fmla="*/ 2192325 h 2877832"/>
              <a:gd name="connsiteX50" fmla="*/ 420412 w 12192000"/>
              <a:gd name="connsiteY50" fmla="*/ 1992892 h 2877832"/>
              <a:gd name="connsiteX51" fmla="*/ 0 w 12192000"/>
              <a:gd name="connsiteY51" fmla="*/ 1853975 h 28778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Lst>
            <a:rect l="l" t="t" r="r" b="b"/>
            <a:pathLst>
              <a:path w="12192000" h="2877832">
                <a:moveTo>
                  <a:pt x="6789701" y="2809623"/>
                </a:moveTo>
                <a:lnTo>
                  <a:pt x="6788702" y="2809701"/>
                </a:lnTo>
                <a:lnTo>
                  <a:pt x="6788476" y="2810235"/>
                </a:lnTo>
                <a:close/>
                <a:moveTo>
                  <a:pt x="0" y="0"/>
                </a:moveTo>
                <a:lnTo>
                  <a:pt x="12192000" y="0"/>
                </a:lnTo>
                <a:lnTo>
                  <a:pt x="12192000" y="1915388"/>
                </a:lnTo>
                <a:lnTo>
                  <a:pt x="12061096" y="1954428"/>
                </a:lnTo>
                <a:cubicBezTo>
                  <a:pt x="11933500" y="1990642"/>
                  <a:pt x="11805390" y="2025171"/>
                  <a:pt x="11676800" y="2058003"/>
                </a:cubicBezTo>
                <a:cubicBezTo>
                  <a:pt x="11262789" y="2165510"/>
                  <a:pt x="10845343" y="2259112"/>
                  <a:pt x="10425355" y="2341542"/>
                </a:cubicBezTo>
                <a:cubicBezTo>
                  <a:pt x="10092810" y="2406753"/>
                  <a:pt x="9759033" y="2465150"/>
                  <a:pt x="9424022" y="2516704"/>
                </a:cubicBezTo>
                <a:cubicBezTo>
                  <a:pt x="9102997" y="2566361"/>
                  <a:pt x="8781133" y="2610928"/>
                  <a:pt x="8458419" y="2650405"/>
                </a:cubicBezTo>
                <a:cubicBezTo>
                  <a:pt x="8211360" y="2680571"/>
                  <a:pt x="7963792" y="2706144"/>
                  <a:pt x="7715970" y="2730352"/>
                </a:cubicBezTo>
                <a:lnTo>
                  <a:pt x="6951716" y="2796132"/>
                </a:lnTo>
                <a:lnTo>
                  <a:pt x="6936303" y="2798203"/>
                </a:lnTo>
                <a:lnTo>
                  <a:pt x="6790448" y="2809564"/>
                </a:lnTo>
                <a:lnTo>
                  <a:pt x="6799941" y="2811384"/>
                </a:lnTo>
                <a:cubicBezTo>
                  <a:pt x="6811623" y="2811850"/>
                  <a:pt x="6823734" y="2809677"/>
                  <a:pt x="6835432" y="2809677"/>
                </a:cubicBezTo>
                <a:cubicBezTo>
                  <a:pt x="6851580" y="2809677"/>
                  <a:pt x="6867729" y="2807070"/>
                  <a:pt x="6884003" y="2806699"/>
                </a:cubicBezTo>
                <a:cubicBezTo>
                  <a:pt x="7115805" y="2801237"/>
                  <a:pt x="7347351" y="2789070"/>
                  <a:pt x="7578771" y="2774172"/>
                </a:cubicBezTo>
                <a:cubicBezTo>
                  <a:pt x="7927552" y="2751704"/>
                  <a:pt x="8276080" y="2723525"/>
                  <a:pt x="8623845" y="2687275"/>
                </a:cubicBezTo>
                <a:cubicBezTo>
                  <a:pt x="8909939" y="2657977"/>
                  <a:pt x="9195310" y="2623342"/>
                  <a:pt x="9479970" y="2583369"/>
                </a:cubicBezTo>
                <a:cubicBezTo>
                  <a:pt x="9864901" y="2528995"/>
                  <a:pt x="10248014" y="2464281"/>
                  <a:pt x="10629308" y="2389212"/>
                </a:cubicBezTo>
                <a:cubicBezTo>
                  <a:pt x="11090114" y="2298092"/>
                  <a:pt x="11546975" y="2190586"/>
                  <a:pt x="11998498" y="2063218"/>
                </a:cubicBezTo>
                <a:lnTo>
                  <a:pt x="12192000" y="2006219"/>
                </a:lnTo>
                <a:lnTo>
                  <a:pt x="12192000" y="2060956"/>
                </a:lnTo>
                <a:lnTo>
                  <a:pt x="11829257" y="2166255"/>
                </a:lnTo>
                <a:cubicBezTo>
                  <a:pt x="11534769" y="2245952"/>
                  <a:pt x="11238120" y="2316838"/>
                  <a:pt x="10939183" y="2380770"/>
                </a:cubicBezTo>
                <a:cubicBezTo>
                  <a:pt x="10622824" y="2448552"/>
                  <a:pt x="10304941" y="2508549"/>
                  <a:pt x="9985530" y="2560775"/>
                </a:cubicBezTo>
                <a:cubicBezTo>
                  <a:pt x="9720036" y="2604224"/>
                  <a:pt x="9453814" y="2642869"/>
                  <a:pt x="9186882" y="2676722"/>
                </a:cubicBezTo>
                <a:cubicBezTo>
                  <a:pt x="8984197" y="2702296"/>
                  <a:pt x="8781514" y="2726379"/>
                  <a:pt x="8578198" y="2746241"/>
                </a:cubicBezTo>
                <a:cubicBezTo>
                  <a:pt x="8340547" y="2768961"/>
                  <a:pt x="8102644" y="2790436"/>
                  <a:pt x="7864358" y="2807692"/>
                </a:cubicBezTo>
                <a:cubicBezTo>
                  <a:pt x="7554994" y="2830036"/>
                  <a:pt x="7245502" y="2847914"/>
                  <a:pt x="6935502" y="2859086"/>
                </a:cubicBezTo>
                <a:cubicBezTo>
                  <a:pt x="6782917" y="2864549"/>
                  <a:pt x="6630334" y="2868397"/>
                  <a:pt x="6477750" y="2872989"/>
                </a:cubicBezTo>
                <a:cubicBezTo>
                  <a:pt x="6439195" y="2870905"/>
                  <a:pt x="6400529" y="2872530"/>
                  <a:pt x="6362294" y="2877832"/>
                </a:cubicBezTo>
                <a:lnTo>
                  <a:pt x="6057129" y="2877832"/>
                </a:lnTo>
                <a:lnTo>
                  <a:pt x="5977784" y="2873238"/>
                </a:lnTo>
                <a:cubicBezTo>
                  <a:pt x="5740261" y="2860825"/>
                  <a:pt x="5502739" y="2847046"/>
                  <a:pt x="5265087" y="2836989"/>
                </a:cubicBezTo>
                <a:cubicBezTo>
                  <a:pt x="4958267" y="2824573"/>
                  <a:pt x="4651826" y="2804093"/>
                  <a:pt x="4346277" y="2774919"/>
                </a:cubicBezTo>
                <a:cubicBezTo>
                  <a:pt x="4021654" y="2744007"/>
                  <a:pt x="3697795" y="2709372"/>
                  <a:pt x="3373045" y="2676350"/>
                </a:cubicBezTo>
                <a:cubicBezTo>
                  <a:pt x="3035412" y="2642088"/>
                  <a:pt x="2698456" y="2602449"/>
                  <a:pt x="2362173" y="2557423"/>
                </a:cubicBezTo>
                <a:cubicBezTo>
                  <a:pt x="1984692" y="2507270"/>
                  <a:pt x="1608364" y="2449544"/>
                  <a:pt x="1233178" y="2384247"/>
                </a:cubicBezTo>
                <a:cubicBezTo>
                  <a:pt x="842181" y="2315534"/>
                  <a:pt x="453758" y="2237046"/>
                  <a:pt x="68500" y="2144540"/>
                </a:cubicBezTo>
                <a:lnTo>
                  <a:pt x="0" y="2127185"/>
                </a:lnTo>
                <a:lnTo>
                  <a:pt x="0" y="2070696"/>
                </a:lnTo>
                <a:lnTo>
                  <a:pt x="72441" y="2089473"/>
                </a:lnTo>
                <a:cubicBezTo>
                  <a:pt x="247961" y="2131651"/>
                  <a:pt x="424164" y="2170911"/>
                  <a:pt x="600716" y="2207843"/>
                </a:cubicBezTo>
                <a:cubicBezTo>
                  <a:pt x="988279" y="2288657"/>
                  <a:pt x="1378133" y="2357555"/>
                  <a:pt x="1769512" y="2418011"/>
                </a:cubicBezTo>
                <a:cubicBezTo>
                  <a:pt x="2052426" y="2461587"/>
                  <a:pt x="2335725" y="2501684"/>
                  <a:pt x="2613554" y="2534953"/>
                </a:cubicBezTo>
                <a:cubicBezTo>
                  <a:pt x="2605544" y="2537560"/>
                  <a:pt x="2594611" y="2527504"/>
                  <a:pt x="2581134" y="2525022"/>
                </a:cubicBezTo>
                <a:cubicBezTo>
                  <a:pt x="2087178" y="2433070"/>
                  <a:pt x="1597684" y="2322177"/>
                  <a:pt x="1112635" y="2192325"/>
                </a:cubicBezTo>
                <a:cubicBezTo>
                  <a:pt x="880453" y="2130254"/>
                  <a:pt x="649713" y="2063776"/>
                  <a:pt x="420412" y="1992892"/>
                </a:cubicBezTo>
                <a:lnTo>
                  <a:pt x="0" y="1853975"/>
                </a:lnTo>
                <a:close/>
              </a:path>
            </a:pathLst>
          </a:cu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a:p>
        </p:txBody>
      </p:sp>
      <p:sp>
        <p:nvSpPr>
          <p:cNvPr id="2" name="Title 1">
            <a:extLst>
              <a:ext uri="{FF2B5EF4-FFF2-40B4-BE49-F238E27FC236}">
                <a16:creationId xmlns:a16="http://schemas.microsoft.com/office/drawing/2014/main" id="{85447C9A-2D3C-24D5-0BC1-E55E36F0C5BD}"/>
              </a:ext>
            </a:extLst>
          </p:cNvPr>
          <p:cNvSpPr>
            <a:spLocks noGrp="1"/>
          </p:cNvSpPr>
          <p:nvPr>
            <p:ph type="ctrTitle"/>
          </p:nvPr>
        </p:nvSpPr>
        <p:spPr>
          <a:xfrm>
            <a:off x="638881" y="390525"/>
            <a:ext cx="10909640" cy="1510301"/>
          </a:xfrm>
        </p:spPr>
        <p:txBody>
          <a:bodyPr anchor="ctr">
            <a:normAutofit/>
          </a:bodyPr>
          <a:lstStyle/>
          <a:p>
            <a:r>
              <a:rPr lang="en-US" sz="6600">
                <a:solidFill>
                  <a:srgbClr val="FFFFFF"/>
                </a:solidFill>
              </a:rPr>
              <a:t>Firewall Rules Config</a:t>
            </a:r>
            <a:endParaRPr lang="en-US"/>
          </a:p>
        </p:txBody>
      </p:sp>
      <p:sp>
        <p:nvSpPr>
          <p:cNvPr id="14" name="sketch line">
            <a:extLst>
              <a:ext uri="{FF2B5EF4-FFF2-40B4-BE49-F238E27FC236}">
                <a16:creationId xmlns:a16="http://schemas.microsoft.com/office/drawing/2014/main" id="{AC60D0C6-0AE4-784A-5F7B-141D52BE4CD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974206" y="1753266"/>
            <a:ext cx="4243589" cy="18288"/>
          </a:xfrm>
          <a:custGeom>
            <a:avLst/>
            <a:gdLst>
              <a:gd name="csX0" fmla="*/ 0 w 4243589"/>
              <a:gd name="csY0" fmla="*/ 0 h 18288"/>
              <a:gd name="csX1" fmla="*/ 563791 w 4243589"/>
              <a:gd name="csY1" fmla="*/ 0 h 18288"/>
              <a:gd name="csX2" fmla="*/ 1042710 w 4243589"/>
              <a:gd name="csY2" fmla="*/ 0 h 18288"/>
              <a:gd name="csX3" fmla="*/ 1564066 w 4243589"/>
              <a:gd name="csY3" fmla="*/ 0 h 18288"/>
              <a:gd name="csX4" fmla="*/ 2212729 w 4243589"/>
              <a:gd name="csY4" fmla="*/ 0 h 18288"/>
              <a:gd name="csX5" fmla="*/ 2776520 w 4243589"/>
              <a:gd name="csY5" fmla="*/ 0 h 18288"/>
              <a:gd name="csX6" fmla="*/ 3297875 w 4243589"/>
              <a:gd name="csY6" fmla="*/ 0 h 18288"/>
              <a:gd name="csX7" fmla="*/ 4243589 w 4243589"/>
              <a:gd name="csY7" fmla="*/ 0 h 18288"/>
              <a:gd name="csX8" fmla="*/ 4243589 w 4243589"/>
              <a:gd name="csY8" fmla="*/ 18288 h 18288"/>
              <a:gd name="csX9" fmla="*/ 3637362 w 4243589"/>
              <a:gd name="csY9" fmla="*/ 18288 h 18288"/>
              <a:gd name="csX10" fmla="*/ 3116007 w 4243589"/>
              <a:gd name="csY10" fmla="*/ 18288 h 18288"/>
              <a:gd name="csX11" fmla="*/ 2424908 w 4243589"/>
              <a:gd name="csY11" fmla="*/ 18288 h 18288"/>
              <a:gd name="csX12" fmla="*/ 1861117 w 4243589"/>
              <a:gd name="csY12" fmla="*/ 18288 h 18288"/>
              <a:gd name="csX13" fmla="*/ 1382198 w 4243589"/>
              <a:gd name="csY13" fmla="*/ 18288 h 18288"/>
              <a:gd name="csX14" fmla="*/ 733535 w 4243589"/>
              <a:gd name="csY14" fmla="*/ 18288 h 18288"/>
              <a:gd name="csX15" fmla="*/ 0 w 4243589"/>
              <a:gd name="csY15" fmla="*/ 18288 h 18288"/>
              <a:gd name="csX16" fmla="*/ 0 w 4243589"/>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243589" h="18288" fill="none" extrusionOk="0">
                <a:moveTo>
                  <a:pt x="0" y="0"/>
                </a:moveTo>
                <a:cubicBezTo>
                  <a:pt x="157351" y="-15653"/>
                  <a:pt x="378877" y="-5828"/>
                  <a:pt x="563791" y="0"/>
                </a:cubicBezTo>
                <a:cubicBezTo>
                  <a:pt x="748705" y="5828"/>
                  <a:pt x="905659" y="-5525"/>
                  <a:pt x="1042710" y="0"/>
                </a:cubicBezTo>
                <a:cubicBezTo>
                  <a:pt x="1179761" y="5525"/>
                  <a:pt x="1356845" y="-21288"/>
                  <a:pt x="1564066" y="0"/>
                </a:cubicBezTo>
                <a:cubicBezTo>
                  <a:pt x="1771287" y="21288"/>
                  <a:pt x="1912099" y="25135"/>
                  <a:pt x="2212729" y="0"/>
                </a:cubicBezTo>
                <a:cubicBezTo>
                  <a:pt x="2513359" y="-25135"/>
                  <a:pt x="2514918" y="-27119"/>
                  <a:pt x="2776520" y="0"/>
                </a:cubicBezTo>
                <a:cubicBezTo>
                  <a:pt x="3038122" y="27119"/>
                  <a:pt x="3178771" y="18116"/>
                  <a:pt x="3297875" y="0"/>
                </a:cubicBezTo>
                <a:cubicBezTo>
                  <a:pt x="3416980" y="-18116"/>
                  <a:pt x="4012240" y="-40869"/>
                  <a:pt x="4243589" y="0"/>
                </a:cubicBezTo>
                <a:cubicBezTo>
                  <a:pt x="4243987" y="7429"/>
                  <a:pt x="4243569" y="10822"/>
                  <a:pt x="4243589" y="18288"/>
                </a:cubicBezTo>
                <a:cubicBezTo>
                  <a:pt x="4112949" y="-2855"/>
                  <a:pt x="3928037" y="1831"/>
                  <a:pt x="3637362" y="18288"/>
                </a:cubicBezTo>
                <a:cubicBezTo>
                  <a:pt x="3346687" y="34745"/>
                  <a:pt x="3254446" y="26669"/>
                  <a:pt x="3116007" y="18288"/>
                </a:cubicBezTo>
                <a:cubicBezTo>
                  <a:pt x="2977569" y="9907"/>
                  <a:pt x="2620228" y="28873"/>
                  <a:pt x="2424908" y="18288"/>
                </a:cubicBezTo>
                <a:cubicBezTo>
                  <a:pt x="2229588" y="7703"/>
                  <a:pt x="2088287" y="-3854"/>
                  <a:pt x="1861117" y="18288"/>
                </a:cubicBezTo>
                <a:cubicBezTo>
                  <a:pt x="1633947" y="40430"/>
                  <a:pt x="1502447" y="-871"/>
                  <a:pt x="1382198" y="18288"/>
                </a:cubicBezTo>
                <a:cubicBezTo>
                  <a:pt x="1261949" y="37447"/>
                  <a:pt x="1045440" y="28353"/>
                  <a:pt x="733535" y="18288"/>
                </a:cubicBezTo>
                <a:cubicBezTo>
                  <a:pt x="421630" y="8223"/>
                  <a:pt x="341257" y="-18359"/>
                  <a:pt x="0" y="18288"/>
                </a:cubicBezTo>
                <a:cubicBezTo>
                  <a:pt x="-591" y="13205"/>
                  <a:pt x="-663" y="6329"/>
                  <a:pt x="0" y="0"/>
                </a:cubicBezTo>
                <a:close/>
              </a:path>
              <a:path w="4243589" h="18288" stroke="0" extrusionOk="0">
                <a:moveTo>
                  <a:pt x="0" y="0"/>
                </a:moveTo>
                <a:cubicBezTo>
                  <a:pt x="128164" y="17204"/>
                  <a:pt x="312653" y="1129"/>
                  <a:pt x="563791" y="0"/>
                </a:cubicBezTo>
                <a:cubicBezTo>
                  <a:pt x="814929" y="-1129"/>
                  <a:pt x="837271" y="8503"/>
                  <a:pt x="1042710" y="0"/>
                </a:cubicBezTo>
                <a:cubicBezTo>
                  <a:pt x="1248149" y="-8503"/>
                  <a:pt x="1588432" y="-28862"/>
                  <a:pt x="1733809" y="0"/>
                </a:cubicBezTo>
                <a:cubicBezTo>
                  <a:pt x="1879186" y="28862"/>
                  <a:pt x="2052815" y="5974"/>
                  <a:pt x="2297600" y="0"/>
                </a:cubicBezTo>
                <a:cubicBezTo>
                  <a:pt x="2542385" y="-5974"/>
                  <a:pt x="2699960" y="-23550"/>
                  <a:pt x="2861391" y="0"/>
                </a:cubicBezTo>
                <a:cubicBezTo>
                  <a:pt x="3022822" y="23550"/>
                  <a:pt x="3390411" y="25272"/>
                  <a:pt x="3552490" y="0"/>
                </a:cubicBezTo>
                <a:cubicBezTo>
                  <a:pt x="3714569" y="-25272"/>
                  <a:pt x="3950585" y="-31327"/>
                  <a:pt x="4243589" y="0"/>
                </a:cubicBezTo>
                <a:cubicBezTo>
                  <a:pt x="4242703" y="5429"/>
                  <a:pt x="4244410" y="14046"/>
                  <a:pt x="4243589" y="18288"/>
                </a:cubicBezTo>
                <a:cubicBezTo>
                  <a:pt x="4130424" y="-1240"/>
                  <a:pt x="3932803" y="42249"/>
                  <a:pt x="3722234" y="18288"/>
                </a:cubicBezTo>
                <a:cubicBezTo>
                  <a:pt x="3511665" y="-5673"/>
                  <a:pt x="3269903" y="45994"/>
                  <a:pt x="3116007" y="18288"/>
                </a:cubicBezTo>
                <a:cubicBezTo>
                  <a:pt x="2962111" y="-9418"/>
                  <a:pt x="2744280" y="23224"/>
                  <a:pt x="2509780" y="18288"/>
                </a:cubicBezTo>
                <a:cubicBezTo>
                  <a:pt x="2275280" y="13352"/>
                  <a:pt x="2066059" y="43664"/>
                  <a:pt x="1945989" y="18288"/>
                </a:cubicBezTo>
                <a:cubicBezTo>
                  <a:pt x="1825919" y="-7088"/>
                  <a:pt x="1407329" y="12616"/>
                  <a:pt x="1254890" y="18288"/>
                </a:cubicBezTo>
                <a:cubicBezTo>
                  <a:pt x="1102451" y="23960"/>
                  <a:pt x="837950" y="31673"/>
                  <a:pt x="563791" y="18288"/>
                </a:cubicBezTo>
                <a:cubicBezTo>
                  <a:pt x="289632" y="4903"/>
                  <a:pt x="132768" y="7105"/>
                  <a:pt x="0" y="18288"/>
                </a:cubicBezTo>
                <a:cubicBezTo>
                  <a:pt x="668" y="13665"/>
                  <a:pt x="578" y="5675"/>
                  <a:pt x="0" y="0"/>
                </a:cubicBezTo>
                <a:close/>
              </a:path>
            </a:pathLst>
          </a:custGeom>
          <a:solidFill>
            <a:srgbClr val="FFFFFF"/>
          </a:solidFill>
          <a:ln w="38100" cap="rnd">
            <a:solidFill>
              <a:srgbClr val="FFFFFF"/>
            </a:solidFill>
            <a:round/>
            <a:extLst>
              <a:ext uri="{C807C97D-BFC1-408E-A445-0C87EB9F89A2}">
                <ask:lineSketchStyleProps xmlns:ask="http://schemas.microsoft.com/office/drawing/2018/sketchyshapes" sd="1219033472">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C57D9FD1-4B0B-EE91-6DDF-E908F05CA033}"/>
              </a:ext>
            </a:extLst>
          </p:cNvPr>
          <p:cNvPicPr>
            <a:picLocks noChangeAspect="1"/>
          </p:cNvPicPr>
          <p:nvPr/>
        </p:nvPicPr>
        <p:blipFill>
          <a:blip r:embed="rId2"/>
          <a:stretch>
            <a:fillRect/>
          </a:stretch>
        </p:blipFill>
        <p:spPr>
          <a:xfrm>
            <a:off x="1035177" y="3096973"/>
            <a:ext cx="10118598" cy="2959690"/>
          </a:xfrm>
          <a:prstGeom prst="rect">
            <a:avLst/>
          </a:prstGeom>
        </p:spPr>
      </p:pic>
      <p:sp>
        <p:nvSpPr>
          <p:cNvPr id="4" name="TextBox 3">
            <a:extLst>
              <a:ext uri="{FF2B5EF4-FFF2-40B4-BE49-F238E27FC236}">
                <a16:creationId xmlns:a16="http://schemas.microsoft.com/office/drawing/2014/main" id="{98191D2D-87A5-CB51-C3F4-D1544547B4AE}"/>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401014447"/>
      </p:ext>
    </p:extLst>
  </p:cSld>
  <p:clrMapOvr>
    <a:masterClrMapping/>
  </p:clrMapOvr>
</p:sld>
</file>

<file path=ppt/slides/slide10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30" name="Rectangle 29">
            <a:extLst>
              <a:ext uri="{FF2B5EF4-FFF2-40B4-BE49-F238E27FC236}">
                <a16:creationId xmlns:a16="http://schemas.microsoft.com/office/drawing/2014/main" id="{149FB5C3-7336-4FE0-A30C-CC0A3646D49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nvGrpSpPr>
          <p:cNvPr id="32" name="Group 31">
            <a:extLst>
              <a:ext uri="{FF2B5EF4-FFF2-40B4-BE49-F238E27FC236}">
                <a16:creationId xmlns:a16="http://schemas.microsoft.com/office/drawing/2014/main" id="{19A6B5CE-CB1D-48EE-8B43-E952235C8371}"/>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5400000">
            <a:off x="-2340441" y="2666183"/>
            <a:ext cx="5860051" cy="527712"/>
            <a:chOff x="6081624" y="1998368"/>
            <a:chExt cx="5613457" cy="782175"/>
          </a:xfrm>
          <a:solidFill>
            <a:schemeClr val="accent4"/>
          </a:solidFill>
        </p:grpSpPr>
        <p:sp>
          <p:nvSpPr>
            <p:cNvPr id="33" name="Rectangle 32">
              <a:extLst>
                <a:ext uri="{FF2B5EF4-FFF2-40B4-BE49-F238E27FC236}">
                  <a16:creationId xmlns:a16="http://schemas.microsoft.com/office/drawing/2014/main" id="{E3F3EAA5-4E15-400B-BBA3-82B3F49A217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rot="5400000">
              <a:off x="11228040" y="2313027"/>
              <a:ext cx="781700" cy="152382"/>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34" name="Rectangle 33">
              <a:extLst>
                <a:ext uri="{FF2B5EF4-FFF2-40B4-BE49-F238E27FC236}">
                  <a16:creationId xmlns:a16="http://schemas.microsoft.com/office/drawing/2014/main" id="{72BA2E40-BE9B-4C54-9CDD-40EE804CCE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flipH="1" flipV="1">
              <a:off x="6081624" y="1998844"/>
              <a:ext cx="5372968" cy="781699"/>
            </a:xfrm>
            <a:prstGeom prst="rect">
              <a:avLst/>
            </a:prstGeom>
            <a:grp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6" name="Rectangle 35">
            <a:extLst>
              <a:ext uri="{FF2B5EF4-FFF2-40B4-BE49-F238E27FC236}">
                <a16:creationId xmlns:a16="http://schemas.microsoft.com/office/drawing/2014/main" id="{0DA909B4-15FF-46A6-8A7F-7AEF977FE9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79528" y="517897"/>
            <a:ext cx="11111729" cy="5857966"/>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4F223E1-6C72-E785-5C79-37D8078856D6}"/>
              </a:ext>
            </a:extLst>
          </p:cNvPr>
          <p:cNvSpPr>
            <a:spLocks noGrp="1"/>
          </p:cNvSpPr>
          <p:nvPr>
            <p:ph type="title"/>
          </p:nvPr>
        </p:nvSpPr>
        <p:spPr>
          <a:xfrm>
            <a:off x="1057025" y="922644"/>
            <a:ext cx="5040285" cy="1169585"/>
          </a:xfrm>
        </p:spPr>
        <p:txBody>
          <a:bodyPr vert="horz" lIns="91440" tIns="45720" rIns="91440" bIns="45720" rtlCol="0" anchor="b">
            <a:normAutofit/>
          </a:bodyPr>
          <a:lstStyle/>
          <a:p>
            <a:r>
              <a:rPr lang="en-US" sz="4000"/>
              <a:t>Firewall Rules</a:t>
            </a:r>
          </a:p>
        </p:txBody>
      </p:sp>
      <p:sp>
        <p:nvSpPr>
          <p:cNvPr id="38" name="Rectangle 37">
            <a:extLst>
              <a:ext uri="{FF2B5EF4-FFF2-40B4-BE49-F238E27FC236}">
                <a16:creationId xmlns:a16="http://schemas.microsoft.com/office/drawing/2014/main" id="{1382A32C-5B0C-4B1C-A074-76C6DBCC9F8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flipH="1">
            <a:off x="1055714" y="2263365"/>
            <a:ext cx="4937760" cy="27432"/>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TextBox 7">
            <a:extLst>
              <a:ext uri="{FF2B5EF4-FFF2-40B4-BE49-F238E27FC236}">
                <a16:creationId xmlns:a16="http://schemas.microsoft.com/office/drawing/2014/main" id="{2117C43B-C2F9-7842-BDA9-BEE66868BFB5}"/>
              </a:ext>
            </a:extLst>
          </p:cNvPr>
          <p:cNvSpPr txBox="1"/>
          <p:nvPr/>
        </p:nvSpPr>
        <p:spPr>
          <a:xfrm>
            <a:off x="1055715" y="2508105"/>
            <a:ext cx="5040285" cy="3632493"/>
          </a:xfrm>
          <a:prstGeom prst="rect">
            <a:avLst/>
          </a:prstGeom>
        </p:spPr>
        <p:txBody>
          <a:bodyPr rot="0" spcFirstLastPara="0" vertOverflow="overflow" horzOverflow="overflow" vert="horz" lIns="91440" tIns="45720" rIns="91440" bIns="45720" numCol="1" spcCol="0" rtlCol="0" fromWordArt="0" anchor="ctr" anchorCtr="0" forceAA="0" compatLnSpc="1">
            <a:prstTxWarp prst="textNoShape">
              <a:avLst/>
            </a:prstTxWarp>
            <a:noAutofit/>
          </a:bodyPr>
          <a:lstStyle/>
          <a:p>
            <a:pPr marL="285750" indent="-228600">
              <a:lnSpc>
                <a:spcPct val="90000"/>
              </a:lnSpc>
              <a:spcAft>
                <a:spcPts val="600"/>
              </a:spcAft>
              <a:buFont typeface="Arial" panose="020B0604020202020204" pitchFamily="34" charset="0"/>
              <a:buChar char="•"/>
            </a:pPr>
            <a:r>
              <a:rPr lang="en-US" sz="2400" b="1"/>
              <a:t>A firewall rule is just a statement: "For this type of traffic, from here, to there, on this port, allow or block it</a:t>
            </a:r>
          </a:p>
          <a:p>
            <a:pPr marL="285750" indent="-228600">
              <a:lnSpc>
                <a:spcPct val="90000"/>
              </a:lnSpc>
              <a:spcAft>
                <a:spcPts val="600"/>
              </a:spcAft>
              <a:buFont typeface="Arial" panose="020B0604020202020204" pitchFamily="34" charset="0"/>
              <a:buChar char="•"/>
            </a:pPr>
            <a:r>
              <a:rPr lang="en-US" sz="2400"/>
              <a:t> "Or" analogy: First match wins</a:t>
            </a:r>
          </a:p>
          <a:p>
            <a:pPr marL="285750" indent="-228600">
              <a:lnSpc>
                <a:spcPct val="90000"/>
              </a:lnSpc>
              <a:spcAft>
                <a:spcPts val="600"/>
              </a:spcAft>
              <a:buFont typeface="Arial" panose="020B0604020202020204" pitchFamily="34" charset="0"/>
              <a:buChar char="•"/>
            </a:pPr>
            <a:r>
              <a:rPr lang="en-US" sz="2400"/>
              <a:t>Final "block all else" rule</a:t>
            </a:r>
          </a:p>
          <a:p>
            <a:pPr marL="285750" indent="-228600">
              <a:lnSpc>
                <a:spcPct val="90000"/>
              </a:lnSpc>
              <a:spcAft>
                <a:spcPts val="600"/>
              </a:spcAft>
              <a:buFont typeface="Arial" panose="020B0604020202020204" pitchFamily="34" charset="0"/>
              <a:buChar char="•"/>
            </a:pPr>
            <a:r>
              <a:rPr lang="en-US" sz="2400"/>
              <a:t>Good rules are specific.</a:t>
            </a:r>
          </a:p>
          <a:p>
            <a:pPr marL="285750" indent="-228600">
              <a:lnSpc>
                <a:spcPct val="90000"/>
              </a:lnSpc>
              <a:spcAft>
                <a:spcPts val="600"/>
              </a:spcAft>
              <a:buFont typeface="Arial" panose="020B0604020202020204" pitchFamily="34" charset="0"/>
              <a:buChar char="•"/>
            </a:pPr>
            <a:r>
              <a:rPr lang="en-US" sz="2400"/>
              <a:t>Test your rules immediately</a:t>
            </a:r>
          </a:p>
        </p:txBody>
      </p:sp>
      <p:pic>
        <p:nvPicPr>
          <p:cNvPr id="7" name="Content Placeholder 6">
            <a:extLst>
              <a:ext uri="{FF2B5EF4-FFF2-40B4-BE49-F238E27FC236}">
                <a16:creationId xmlns:a16="http://schemas.microsoft.com/office/drawing/2014/main" id="{7F93FC71-E491-C6AF-7BC5-1C2D19EFA70E}"/>
              </a:ext>
            </a:extLst>
          </p:cNvPr>
          <p:cNvPicPr>
            <a:picLocks noGrp="1" noChangeAspect="1"/>
          </p:cNvPicPr>
          <p:nvPr>
            <p:ph idx="1"/>
          </p:nvPr>
        </p:nvPicPr>
        <p:blipFill>
          <a:blip r:embed="rId3"/>
          <a:stretch>
            <a:fillRect/>
          </a:stretch>
        </p:blipFill>
        <p:spPr>
          <a:xfrm>
            <a:off x="6309578" y="171942"/>
            <a:ext cx="5169813" cy="4859915"/>
          </a:xfrm>
          <a:prstGeom prst="rect">
            <a:avLst/>
          </a:prstGeom>
        </p:spPr>
      </p:pic>
      <p:pic>
        <p:nvPicPr>
          <p:cNvPr id="10" name="Picture 9" descr="A blue and yellow logo&#10;&#10;AI-generated content may be incorrect.">
            <a:extLst>
              <a:ext uri="{FF2B5EF4-FFF2-40B4-BE49-F238E27FC236}">
                <a16:creationId xmlns:a16="http://schemas.microsoft.com/office/drawing/2014/main" id="{443613C8-3C5D-1642-CC11-6859BF9F1F05}"/>
              </a:ext>
            </a:extLst>
          </p:cNvPr>
          <p:cNvPicPr>
            <a:picLocks noChangeAspect="1"/>
          </p:cNvPicPr>
          <p:nvPr/>
        </p:nvPicPr>
        <p:blipFill>
          <a:blip r:embed="rId4"/>
          <a:stretch>
            <a:fillRect/>
          </a:stretch>
        </p:blipFill>
        <p:spPr>
          <a:xfrm>
            <a:off x="7382095" y="5101865"/>
            <a:ext cx="3024778" cy="884675"/>
          </a:xfrm>
          <a:prstGeom prst="rect">
            <a:avLst/>
          </a:prstGeom>
        </p:spPr>
      </p:pic>
      <p:sp>
        <p:nvSpPr>
          <p:cNvPr id="4" name="TextBox 3">
            <a:extLst>
              <a:ext uri="{FF2B5EF4-FFF2-40B4-BE49-F238E27FC236}">
                <a16:creationId xmlns:a16="http://schemas.microsoft.com/office/drawing/2014/main" id="{193345FA-88B1-9E44-9B86-E596CB36338A}"/>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356668763"/>
      </p:ext>
    </p:extLst>
  </p:cSld>
  <p:clrMapOvr>
    <a:masterClrMapping/>
  </p:clrMapOvr>
</p:sld>
</file>

<file path=ppt/slides/slide10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616B4E-DF0C-95D0-89B2-DFC24F5765CA}"/>
              </a:ext>
            </a:extLst>
          </p:cNvPr>
          <p:cNvSpPr>
            <a:spLocks noGrp="1"/>
          </p:cNvSpPr>
          <p:nvPr>
            <p:ph type="title"/>
          </p:nvPr>
        </p:nvSpPr>
        <p:spPr>
          <a:xfrm>
            <a:off x="838200" y="-99332"/>
            <a:ext cx="10515600" cy="1325563"/>
          </a:xfrm>
        </p:spPr>
        <p:txBody>
          <a:bodyPr/>
          <a:lstStyle/>
          <a:p>
            <a:r>
              <a:rPr lang="en-US"/>
              <a:t>Practice – LAN Interface:</a:t>
            </a:r>
          </a:p>
        </p:txBody>
      </p:sp>
      <p:graphicFrame>
        <p:nvGraphicFramePr>
          <p:cNvPr id="5" name="Content Placeholder 4">
            <a:extLst>
              <a:ext uri="{FF2B5EF4-FFF2-40B4-BE49-F238E27FC236}">
                <a16:creationId xmlns:a16="http://schemas.microsoft.com/office/drawing/2014/main" id="{2960E63E-A17C-4825-F826-B46A7A014B19}"/>
              </a:ext>
            </a:extLst>
          </p:cNvPr>
          <p:cNvGraphicFramePr>
            <a:graphicFrameLocks noGrp="1"/>
          </p:cNvGraphicFramePr>
          <p:nvPr>
            <p:ph idx="1"/>
            <p:extLst>
              <p:ext uri="{D42A27DB-BD31-4B8C-83A1-F6EECF244321}">
                <p14:modId xmlns:p14="http://schemas.microsoft.com/office/powerpoint/2010/main" val="2677601995"/>
              </p:ext>
            </p:extLst>
          </p:nvPr>
        </p:nvGraphicFramePr>
        <p:xfrm>
          <a:off x="838200" y="1825625"/>
          <a:ext cx="10515596" cy="1828800"/>
        </p:xfrm>
        <a:graphic>
          <a:graphicData uri="http://schemas.openxmlformats.org/drawingml/2006/table">
            <a:tbl>
              <a:tblPr bandRow="1">
                <a:tableStyleId>{5C22544A-7EE6-4342-B048-85BDC9FD1C3A}</a:tableStyleId>
              </a:tblPr>
              <a:tblGrid>
                <a:gridCol w="1502228">
                  <a:extLst>
                    <a:ext uri="{9D8B030D-6E8A-4147-A177-3AD203B41FA5}">
                      <a16:colId xmlns:a16="http://schemas.microsoft.com/office/drawing/2014/main" val="2518583110"/>
                    </a:ext>
                  </a:extLst>
                </a:gridCol>
                <a:gridCol w="1502228">
                  <a:extLst>
                    <a:ext uri="{9D8B030D-6E8A-4147-A177-3AD203B41FA5}">
                      <a16:colId xmlns:a16="http://schemas.microsoft.com/office/drawing/2014/main" val="3963284348"/>
                    </a:ext>
                  </a:extLst>
                </a:gridCol>
                <a:gridCol w="1502228">
                  <a:extLst>
                    <a:ext uri="{9D8B030D-6E8A-4147-A177-3AD203B41FA5}">
                      <a16:colId xmlns:a16="http://schemas.microsoft.com/office/drawing/2014/main" val="3195121425"/>
                    </a:ext>
                  </a:extLst>
                </a:gridCol>
                <a:gridCol w="1502228">
                  <a:extLst>
                    <a:ext uri="{9D8B030D-6E8A-4147-A177-3AD203B41FA5}">
                      <a16:colId xmlns:a16="http://schemas.microsoft.com/office/drawing/2014/main" val="3240616108"/>
                    </a:ext>
                  </a:extLst>
                </a:gridCol>
                <a:gridCol w="1502228">
                  <a:extLst>
                    <a:ext uri="{9D8B030D-6E8A-4147-A177-3AD203B41FA5}">
                      <a16:colId xmlns:a16="http://schemas.microsoft.com/office/drawing/2014/main" val="2212223805"/>
                    </a:ext>
                  </a:extLst>
                </a:gridCol>
                <a:gridCol w="1502228">
                  <a:extLst>
                    <a:ext uri="{9D8B030D-6E8A-4147-A177-3AD203B41FA5}">
                      <a16:colId xmlns:a16="http://schemas.microsoft.com/office/drawing/2014/main" val="3236128509"/>
                    </a:ext>
                  </a:extLst>
                </a:gridCol>
                <a:gridCol w="1502228">
                  <a:extLst>
                    <a:ext uri="{9D8B030D-6E8A-4147-A177-3AD203B41FA5}">
                      <a16:colId xmlns:a16="http://schemas.microsoft.com/office/drawing/2014/main" val="1253095724"/>
                    </a:ext>
                  </a:extLst>
                </a:gridCol>
              </a:tblGrid>
              <a:tr h="0">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761194989"/>
                  </a:ext>
                </a:extLst>
              </a:tr>
              <a:tr h="0">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2748614034"/>
                  </a:ext>
                </a:extLst>
              </a:tr>
              <a:tr h="0">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2721161049"/>
                  </a:ext>
                </a:extLst>
              </a:tr>
              <a:tr h="0">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extLst>
                  <a:ext uri="{0D108BD9-81ED-4DB2-BD59-A6C34878D82A}">
                    <a16:rowId xmlns:a16="http://schemas.microsoft.com/office/drawing/2014/main" val="1757044140"/>
                  </a:ext>
                </a:extLst>
              </a:tr>
              <a:tr h="0">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a:p>
                  </a:txBody>
                  <a:tcPr anchor="ctr">
                    <a:lnL>
                      <a:noFill/>
                    </a:lnL>
                    <a:lnR>
                      <a:noFill/>
                    </a:lnR>
                    <a:lnT>
                      <a:noFill/>
                    </a:lnT>
                    <a:lnB>
                      <a:noFill/>
                    </a:lnB>
                    <a:noFill/>
                  </a:tcPr>
                </a:tc>
                <a:tc>
                  <a:txBody>
                    <a:bodyPr/>
                    <a:lstStyle/>
                    <a:p>
                      <a:pPr>
                        <a:buNone/>
                      </a:pPr>
                      <a:endParaRPr lang="en-US" i="1"/>
                    </a:p>
                  </a:txBody>
                  <a:tcPr anchor="ctr">
                    <a:lnL>
                      <a:noFill/>
                    </a:lnL>
                    <a:lnR>
                      <a:noFill/>
                    </a:lnR>
                    <a:lnT>
                      <a:noFill/>
                    </a:lnT>
                    <a:lnB>
                      <a:noFill/>
                    </a:lnB>
                    <a:noFill/>
                  </a:tcPr>
                </a:tc>
                <a:extLst>
                  <a:ext uri="{0D108BD9-81ED-4DB2-BD59-A6C34878D82A}">
                    <a16:rowId xmlns:a16="http://schemas.microsoft.com/office/drawing/2014/main" val="3612321479"/>
                  </a:ext>
                </a:extLst>
              </a:tr>
            </a:tbl>
          </a:graphicData>
        </a:graphic>
      </p:graphicFrame>
      <p:graphicFrame>
        <p:nvGraphicFramePr>
          <p:cNvPr id="7" name="Table 6">
            <a:extLst>
              <a:ext uri="{FF2B5EF4-FFF2-40B4-BE49-F238E27FC236}">
                <a16:creationId xmlns:a16="http://schemas.microsoft.com/office/drawing/2014/main" id="{BCDF9AF8-26EA-8988-B2DA-22BA08F2A883}"/>
              </a:ext>
            </a:extLst>
          </p:cNvPr>
          <p:cNvGraphicFramePr>
            <a:graphicFrameLocks noGrp="1"/>
          </p:cNvGraphicFramePr>
          <p:nvPr>
            <p:extLst>
              <p:ext uri="{D42A27DB-BD31-4B8C-83A1-F6EECF244321}">
                <p14:modId xmlns:p14="http://schemas.microsoft.com/office/powerpoint/2010/main" val="512035046"/>
              </p:ext>
            </p:extLst>
          </p:nvPr>
        </p:nvGraphicFramePr>
        <p:xfrm>
          <a:off x="1" y="1005840"/>
          <a:ext cx="10450278" cy="2103120"/>
        </p:xfrm>
        <a:graphic>
          <a:graphicData uri="http://schemas.openxmlformats.org/drawingml/2006/table">
            <a:tbl>
              <a:tblPr bandRow="1">
                <a:tableStyleId>{5C22544A-7EE6-4342-B048-85BDC9FD1C3A}</a:tableStyleId>
              </a:tblPr>
              <a:tblGrid>
                <a:gridCol w="1741713">
                  <a:extLst>
                    <a:ext uri="{9D8B030D-6E8A-4147-A177-3AD203B41FA5}">
                      <a16:colId xmlns:a16="http://schemas.microsoft.com/office/drawing/2014/main" val="1996060298"/>
                    </a:ext>
                  </a:extLst>
                </a:gridCol>
                <a:gridCol w="1741713">
                  <a:extLst>
                    <a:ext uri="{9D8B030D-6E8A-4147-A177-3AD203B41FA5}">
                      <a16:colId xmlns:a16="http://schemas.microsoft.com/office/drawing/2014/main" val="3282484552"/>
                    </a:ext>
                  </a:extLst>
                </a:gridCol>
                <a:gridCol w="1741713">
                  <a:extLst>
                    <a:ext uri="{9D8B030D-6E8A-4147-A177-3AD203B41FA5}">
                      <a16:colId xmlns:a16="http://schemas.microsoft.com/office/drawing/2014/main" val="4290559365"/>
                    </a:ext>
                  </a:extLst>
                </a:gridCol>
                <a:gridCol w="1741713">
                  <a:extLst>
                    <a:ext uri="{9D8B030D-6E8A-4147-A177-3AD203B41FA5}">
                      <a16:colId xmlns:a16="http://schemas.microsoft.com/office/drawing/2014/main" val="2991334144"/>
                    </a:ext>
                  </a:extLst>
                </a:gridCol>
                <a:gridCol w="1741713">
                  <a:extLst>
                    <a:ext uri="{9D8B030D-6E8A-4147-A177-3AD203B41FA5}">
                      <a16:colId xmlns:a16="http://schemas.microsoft.com/office/drawing/2014/main" val="1585293753"/>
                    </a:ext>
                  </a:extLst>
                </a:gridCol>
                <a:gridCol w="1741713">
                  <a:extLst>
                    <a:ext uri="{9D8B030D-6E8A-4147-A177-3AD203B41FA5}">
                      <a16:colId xmlns:a16="http://schemas.microsoft.com/office/drawing/2014/main" val="3599200214"/>
                    </a:ext>
                  </a:extLst>
                </a:gridCol>
              </a:tblGrid>
              <a:tr h="0">
                <a:tc>
                  <a:txBody>
                    <a:bodyPr/>
                    <a:lstStyle/>
                    <a:p>
                      <a:pPr>
                        <a:buNone/>
                      </a:pPr>
                      <a:r>
                        <a:rPr lang="en-US"/>
                        <a:t>#</a:t>
                      </a:r>
                    </a:p>
                  </a:txBody>
                  <a:tcPr anchor="ctr">
                    <a:lnL>
                      <a:noFill/>
                    </a:lnL>
                    <a:lnR>
                      <a:noFill/>
                    </a:lnR>
                    <a:lnT>
                      <a:noFill/>
                    </a:lnT>
                    <a:lnB>
                      <a:noFill/>
                    </a:lnB>
                    <a:noFill/>
                  </a:tcPr>
                </a:tc>
                <a:tc>
                  <a:txBody>
                    <a:bodyPr/>
                    <a:lstStyle/>
                    <a:p>
                      <a:pPr>
                        <a:buNone/>
                      </a:pPr>
                      <a:r>
                        <a:rPr lang="en-US"/>
                        <a:t>Action</a:t>
                      </a:r>
                    </a:p>
                  </a:txBody>
                  <a:tcPr anchor="ctr">
                    <a:lnL>
                      <a:noFill/>
                    </a:lnL>
                    <a:lnR>
                      <a:noFill/>
                    </a:lnR>
                    <a:lnT>
                      <a:noFill/>
                    </a:lnT>
                    <a:lnB>
                      <a:noFill/>
                    </a:lnB>
                    <a:noFill/>
                  </a:tcPr>
                </a:tc>
                <a:tc>
                  <a:txBody>
                    <a:bodyPr/>
                    <a:lstStyle/>
                    <a:p>
                      <a:pPr>
                        <a:buNone/>
                      </a:pPr>
                      <a:r>
                        <a:rPr lang="en-US"/>
                        <a:t>Interface</a:t>
                      </a:r>
                    </a:p>
                  </a:txBody>
                  <a:tcPr anchor="ctr">
                    <a:lnL>
                      <a:noFill/>
                    </a:lnL>
                    <a:lnR>
                      <a:noFill/>
                    </a:lnR>
                    <a:lnT>
                      <a:noFill/>
                    </a:lnT>
                    <a:lnB>
                      <a:noFill/>
                    </a:lnB>
                    <a:noFill/>
                  </a:tcPr>
                </a:tc>
                <a:tc>
                  <a:txBody>
                    <a:bodyPr/>
                    <a:lstStyle/>
                    <a:p>
                      <a:pPr lvl="0">
                        <a:buNone/>
                      </a:pPr>
                      <a:r>
                        <a:rPr lang="en-US"/>
                        <a:t>Source</a:t>
                      </a:r>
                    </a:p>
                  </a:txBody>
                  <a:tcPr anchor="ctr">
                    <a:lnL w="0">
                      <a:noFill/>
                    </a:lnL>
                    <a:lnR w="0">
                      <a:noFill/>
                    </a:lnR>
                    <a:lnT w="0">
                      <a:noFill/>
                    </a:lnT>
                    <a:lnB w="0">
                      <a:noFill/>
                    </a:lnB>
                    <a:noFill/>
                  </a:tcPr>
                </a:tc>
                <a:tc>
                  <a:txBody>
                    <a:bodyPr/>
                    <a:lstStyle/>
                    <a:p>
                      <a:pPr lvl="0">
                        <a:buNone/>
                      </a:pPr>
                      <a:r>
                        <a:rPr lang="en-US"/>
                        <a:t>Destination</a:t>
                      </a:r>
                    </a:p>
                  </a:txBody>
                  <a:tcPr anchor="ctr">
                    <a:lnL w="0">
                      <a:noFill/>
                    </a:lnL>
                    <a:lnR w="0">
                      <a:noFill/>
                    </a:lnR>
                    <a:lnT w="0">
                      <a:noFill/>
                    </a:lnT>
                    <a:lnB w="0">
                      <a:noFill/>
                    </a:lnB>
                    <a:noFill/>
                  </a:tcPr>
                </a:tc>
                <a:tc>
                  <a:txBody>
                    <a:bodyPr/>
                    <a:lstStyle/>
                    <a:p>
                      <a:pPr lvl="0">
                        <a:buNone/>
                      </a:pPr>
                      <a:r>
                        <a:rPr lang="en-US"/>
                        <a:t>Port</a:t>
                      </a:r>
                    </a:p>
                  </a:txBody>
                  <a:tcPr anchor="ctr">
                    <a:lnL w="0">
                      <a:noFill/>
                    </a:lnL>
                    <a:lnR w="0">
                      <a:noFill/>
                    </a:lnR>
                    <a:lnT w="0">
                      <a:noFill/>
                    </a:lnT>
                    <a:lnB w="0">
                      <a:noFill/>
                    </a:lnB>
                    <a:noFill/>
                  </a:tcPr>
                </a:tc>
                <a:extLst>
                  <a:ext uri="{0D108BD9-81ED-4DB2-BD59-A6C34878D82A}">
                    <a16:rowId xmlns:a16="http://schemas.microsoft.com/office/drawing/2014/main" val="2653063356"/>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Pass</a:t>
                      </a:r>
                    </a:p>
                  </a:txBody>
                  <a:tcPr anchor="ctr">
                    <a:lnL>
                      <a:noFill/>
                    </a:lnL>
                    <a:lnR>
                      <a:noFill/>
                    </a:lnR>
                    <a:lnT>
                      <a:noFill/>
                    </a:lnT>
                    <a:lnB>
                      <a:noFill/>
                    </a:lnB>
                    <a:noFill/>
                  </a:tcPr>
                </a:tc>
                <a:tc>
                  <a:txBody>
                    <a:bodyPr/>
                    <a:lstStyle/>
                    <a:p>
                      <a:pPr>
                        <a:buNone/>
                      </a:pPr>
                      <a:r>
                        <a:rPr lang="en-US"/>
                        <a:t>LAN</a:t>
                      </a:r>
                    </a:p>
                  </a:txBody>
                  <a:tcPr anchor="ctr">
                    <a:lnL>
                      <a:noFill/>
                    </a:lnL>
                    <a:lnR>
                      <a:noFill/>
                    </a:lnR>
                    <a:lnT>
                      <a:noFill/>
                    </a:lnT>
                    <a:lnB>
                      <a:noFill/>
                    </a:lnB>
                    <a:noFill/>
                  </a:tcPr>
                </a:tc>
                <a:tc>
                  <a:txBody>
                    <a:bodyPr/>
                    <a:lstStyle/>
                    <a:p>
                      <a:pPr lvl="0">
                        <a:buNone/>
                      </a:pPr>
                      <a:r>
                        <a:rPr lang="en-US"/>
                        <a:t>LAN net</a:t>
                      </a:r>
                    </a:p>
                  </a:txBody>
                  <a:tcPr anchor="ctr">
                    <a:lnL w="0">
                      <a:noFill/>
                    </a:lnL>
                    <a:lnR w="0">
                      <a:noFill/>
                    </a:lnR>
                    <a:lnT w="0">
                      <a:noFill/>
                    </a:lnT>
                    <a:lnB w="0">
                      <a:noFill/>
                    </a:lnB>
                    <a:noFill/>
                  </a:tcPr>
                </a:tc>
                <a:tc>
                  <a:txBody>
                    <a:bodyPr/>
                    <a:lstStyle/>
                    <a:p>
                      <a:pPr lvl="0">
                        <a:buNone/>
                      </a:pPr>
                      <a:r>
                        <a:rPr lang="en-US"/>
                        <a:t>any</a:t>
                      </a:r>
                    </a:p>
                  </a:txBody>
                  <a:tcPr anchor="ctr">
                    <a:lnL w="0">
                      <a:noFill/>
                    </a:lnL>
                    <a:lnR w="0">
                      <a:noFill/>
                    </a:lnR>
                    <a:lnT w="0">
                      <a:noFill/>
                    </a:lnT>
                    <a:lnB w="0">
                      <a:noFill/>
                    </a:lnB>
                    <a:noFill/>
                  </a:tcPr>
                </a:tc>
                <a:tc>
                  <a:txBody>
                    <a:bodyPr/>
                    <a:lstStyle/>
                    <a:p>
                      <a:pPr lvl="0">
                        <a:buNone/>
                      </a:pPr>
                      <a:r>
                        <a:rPr lang="en-US"/>
                        <a:t>443</a:t>
                      </a:r>
                    </a:p>
                  </a:txBody>
                  <a:tcPr anchor="ctr">
                    <a:lnL w="0">
                      <a:noFill/>
                    </a:lnL>
                    <a:lnR w="0">
                      <a:noFill/>
                    </a:lnR>
                    <a:lnT w="0">
                      <a:noFill/>
                    </a:lnT>
                    <a:lnB w="0">
                      <a:noFill/>
                    </a:lnB>
                    <a:noFill/>
                  </a:tcPr>
                </a:tc>
                <a:extLst>
                  <a:ext uri="{0D108BD9-81ED-4DB2-BD59-A6C34878D82A}">
                    <a16:rowId xmlns:a16="http://schemas.microsoft.com/office/drawing/2014/main" val="3001670692"/>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Pass</a:t>
                      </a:r>
                    </a:p>
                  </a:txBody>
                  <a:tcPr anchor="ctr">
                    <a:lnL>
                      <a:noFill/>
                    </a:lnL>
                    <a:lnR>
                      <a:noFill/>
                    </a:lnR>
                    <a:lnT>
                      <a:noFill/>
                    </a:lnT>
                    <a:lnB>
                      <a:noFill/>
                    </a:lnB>
                    <a:noFill/>
                  </a:tcPr>
                </a:tc>
                <a:tc>
                  <a:txBody>
                    <a:bodyPr/>
                    <a:lstStyle/>
                    <a:p>
                      <a:pPr>
                        <a:buNone/>
                      </a:pPr>
                      <a:r>
                        <a:rPr lang="en-US"/>
                        <a:t>LAN</a:t>
                      </a:r>
                    </a:p>
                  </a:txBody>
                  <a:tcPr anchor="ctr">
                    <a:lnL>
                      <a:noFill/>
                    </a:lnL>
                    <a:lnR>
                      <a:noFill/>
                    </a:lnR>
                    <a:lnT>
                      <a:noFill/>
                    </a:lnT>
                    <a:lnB>
                      <a:noFill/>
                    </a:lnB>
                    <a:noFill/>
                  </a:tcPr>
                </a:tc>
                <a:tc>
                  <a:txBody>
                    <a:bodyPr/>
                    <a:lstStyle/>
                    <a:p>
                      <a:pPr lvl="0">
                        <a:buNone/>
                      </a:pPr>
                      <a:r>
                        <a:rPr lang="en-US"/>
                        <a:t>LAN net</a:t>
                      </a:r>
                    </a:p>
                  </a:txBody>
                  <a:tcPr anchor="ctr">
                    <a:lnL w="0">
                      <a:noFill/>
                    </a:lnL>
                    <a:lnR w="0">
                      <a:noFill/>
                    </a:lnR>
                    <a:lnT w="0">
                      <a:noFill/>
                    </a:lnT>
                    <a:lnB w="0">
                      <a:noFill/>
                    </a:lnB>
                    <a:noFill/>
                  </a:tcPr>
                </a:tc>
                <a:tc>
                  <a:txBody>
                    <a:bodyPr/>
                    <a:lstStyle/>
                    <a:p>
                      <a:pPr lvl="0">
                        <a:buNone/>
                      </a:pPr>
                      <a:r>
                        <a:rPr lang="en-US"/>
                        <a:t>any</a:t>
                      </a:r>
                    </a:p>
                  </a:txBody>
                  <a:tcPr anchor="ctr">
                    <a:lnL w="0">
                      <a:noFill/>
                    </a:lnL>
                    <a:lnR w="0">
                      <a:noFill/>
                    </a:lnR>
                    <a:lnT w="0">
                      <a:noFill/>
                    </a:lnT>
                    <a:lnB w="0">
                      <a:noFill/>
                    </a:lnB>
                    <a:noFill/>
                  </a:tcPr>
                </a:tc>
                <a:tc>
                  <a:txBody>
                    <a:bodyPr/>
                    <a:lstStyle/>
                    <a:p>
                      <a:pPr lvl="0">
                        <a:buNone/>
                      </a:pPr>
                      <a:r>
                        <a:rPr lang="en-US"/>
                        <a:t>53</a:t>
                      </a:r>
                    </a:p>
                  </a:txBody>
                  <a:tcPr anchor="ctr">
                    <a:lnL w="0">
                      <a:noFill/>
                    </a:lnL>
                    <a:lnR w="0">
                      <a:noFill/>
                    </a:lnR>
                    <a:lnT w="0">
                      <a:noFill/>
                    </a:lnT>
                    <a:lnB w="0">
                      <a:noFill/>
                    </a:lnB>
                    <a:noFill/>
                  </a:tcPr>
                </a:tc>
                <a:extLst>
                  <a:ext uri="{0D108BD9-81ED-4DB2-BD59-A6C34878D82A}">
                    <a16:rowId xmlns:a16="http://schemas.microsoft.com/office/drawing/2014/main" val="1191799489"/>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Block</a:t>
                      </a:r>
                    </a:p>
                  </a:txBody>
                  <a:tcPr anchor="ctr">
                    <a:lnL>
                      <a:noFill/>
                    </a:lnL>
                    <a:lnR>
                      <a:noFill/>
                    </a:lnR>
                    <a:lnT>
                      <a:noFill/>
                    </a:lnT>
                    <a:lnB>
                      <a:noFill/>
                    </a:lnB>
                    <a:noFill/>
                  </a:tcPr>
                </a:tc>
                <a:tc>
                  <a:txBody>
                    <a:bodyPr/>
                    <a:lstStyle/>
                    <a:p>
                      <a:pPr>
                        <a:buNone/>
                      </a:pPr>
                      <a:r>
                        <a:rPr lang="en-US"/>
                        <a:t>LAN</a:t>
                      </a:r>
                    </a:p>
                  </a:txBody>
                  <a:tcPr anchor="ctr">
                    <a:lnL>
                      <a:noFill/>
                    </a:lnL>
                    <a:lnR>
                      <a:noFill/>
                    </a:lnR>
                    <a:lnT>
                      <a:noFill/>
                    </a:lnT>
                    <a:lnB>
                      <a:noFill/>
                    </a:lnB>
                    <a:noFill/>
                  </a:tcPr>
                </a:tc>
                <a:tc>
                  <a:txBody>
                    <a:bodyPr/>
                    <a:lstStyle/>
                    <a:p>
                      <a:pPr lvl="0">
                        <a:buNone/>
                      </a:pPr>
                      <a:r>
                        <a:rPr lang="en-US"/>
                        <a:t>LAN net</a:t>
                      </a:r>
                    </a:p>
                  </a:txBody>
                  <a:tcPr anchor="ctr">
                    <a:lnL w="0">
                      <a:noFill/>
                    </a:lnL>
                    <a:lnR w="0">
                      <a:noFill/>
                    </a:lnR>
                    <a:lnT w="0">
                      <a:noFill/>
                    </a:lnT>
                    <a:lnB w="0">
                      <a:noFill/>
                    </a:lnB>
                    <a:noFill/>
                  </a:tcPr>
                </a:tc>
                <a:tc>
                  <a:txBody>
                    <a:bodyPr/>
                    <a:lstStyle/>
                    <a:p>
                      <a:pPr lvl="0">
                        <a:buNone/>
                      </a:pPr>
                      <a:r>
                        <a:rPr lang="en-US"/>
                        <a:t>any</a:t>
                      </a:r>
                    </a:p>
                  </a:txBody>
                  <a:tcPr anchor="ctr">
                    <a:lnL w="0">
                      <a:noFill/>
                    </a:lnL>
                    <a:lnR w="0">
                      <a:noFill/>
                    </a:lnR>
                    <a:lnT w="0">
                      <a:noFill/>
                    </a:lnT>
                    <a:lnB w="0">
                      <a:noFill/>
                    </a:lnB>
                    <a:noFill/>
                  </a:tcPr>
                </a:tc>
                <a:tc>
                  <a:txBody>
                    <a:bodyPr/>
                    <a:lstStyle/>
                    <a:p>
                      <a:pPr lvl="0">
                        <a:buNone/>
                      </a:pPr>
                      <a:r>
                        <a:rPr lang="en-US"/>
                        <a:t>80</a:t>
                      </a:r>
                    </a:p>
                  </a:txBody>
                  <a:tcPr anchor="ctr">
                    <a:lnL w="0">
                      <a:noFill/>
                    </a:lnL>
                    <a:lnR w="0">
                      <a:noFill/>
                    </a:lnR>
                    <a:lnT w="0">
                      <a:noFill/>
                    </a:lnT>
                    <a:lnB w="0">
                      <a:noFill/>
                    </a:lnB>
                    <a:noFill/>
                  </a:tcPr>
                </a:tc>
                <a:extLst>
                  <a:ext uri="{0D108BD9-81ED-4DB2-BD59-A6C34878D82A}">
                    <a16:rowId xmlns:a16="http://schemas.microsoft.com/office/drawing/2014/main" val="922419976"/>
                  </a:ext>
                </a:extLst>
              </a:tr>
              <a:tr h="0">
                <a:tc>
                  <a:txBody>
                    <a:bodyPr/>
                    <a:lstStyle/>
                    <a:p>
                      <a:pPr>
                        <a:buNone/>
                      </a:pPr>
                      <a:r>
                        <a:rPr lang="en-US"/>
                        <a:t>4</a:t>
                      </a:r>
                    </a:p>
                  </a:txBody>
                  <a:tcPr anchor="ctr">
                    <a:lnL>
                      <a:noFill/>
                    </a:lnL>
                    <a:lnR>
                      <a:noFill/>
                    </a:lnR>
                    <a:lnT>
                      <a:noFill/>
                    </a:lnT>
                    <a:lnB>
                      <a:noFill/>
                    </a:lnB>
                    <a:noFill/>
                  </a:tcPr>
                </a:tc>
                <a:tc>
                  <a:txBody>
                    <a:bodyPr/>
                    <a:lstStyle/>
                    <a:p>
                      <a:pPr>
                        <a:buNone/>
                      </a:pPr>
                      <a:r>
                        <a:rPr lang="en-US"/>
                        <a:t>Block</a:t>
                      </a:r>
                    </a:p>
                  </a:txBody>
                  <a:tcPr anchor="ctr">
                    <a:lnL>
                      <a:noFill/>
                    </a:lnL>
                    <a:lnR>
                      <a:noFill/>
                    </a:lnR>
                    <a:lnT>
                      <a:noFill/>
                    </a:lnT>
                    <a:lnB>
                      <a:noFill/>
                    </a:lnB>
                    <a:noFill/>
                  </a:tcPr>
                </a:tc>
                <a:tc>
                  <a:txBody>
                    <a:bodyPr/>
                    <a:lstStyle/>
                    <a:p>
                      <a:pPr>
                        <a:buNone/>
                      </a:pPr>
                      <a:r>
                        <a:rPr lang="en-US"/>
                        <a:t>LAN</a:t>
                      </a:r>
                    </a:p>
                  </a:txBody>
                  <a:tcPr anchor="ctr">
                    <a:lnL>
                      <a:noFill/>
                    </a:lnL>
                    <a:lnR>
                      <a:noFill/>
                    </a:lnR>
                    <a:lnT>
                      <a:noFill/>
                    </a:lnT>
                    <a:lnB>
                      <a:noFill/>
                    </a:lnB>
                    <a:noFill/>
                  </a:tcPr>
                </a:tc>
                <a:tc>
                  <a:txBody>
                    <a:bodyPr/>
                    <a:lstStyle/>
                    <a:p>
                      <a:pPr lvl="0">
                        <a:buNone/>
                      </a:pPr>
                      <a:r>
                        <a:rPr lang="en-US"/>
                        <a:t>any</a:t>
                      </a:r>
                    </a:p>
                  </a:txBody>
                  <a:tcPr anchor="ctr">
                    <a:lnL w="0">
                      <a:noFill/>
                    </a:lnL>
                    <a:lnR w="0">
                      <a:noFill/>
                    </a:lnR>
                    <a:lnT w="0">
                      <a:noFill/>
                    </a:lnT>
                    <a:lnB w="0">
                      <a:noFill/>
                    </a:lnB>
                    <a:noFill/>
                  </a:tcPr>
                </a:tc>
                <a:tc>
                  <a:txBody>
                    <a:bodyPr/>
                    <a:lstStyle/>
                    <a:p>
                      <a:pPr lvl="0">
                        <a:buNone/>
                      </a:pPr>
                      <a:r>
                        <a:rPr lang="en-US"/>
                        <a:t>any</a:t>
                      </a:r>
                    </a:p>
                  </a:txBody>
                  <a:tcPr anchor="ctr">
                    <a:lnL w="0">
                      <a:noFill/>
                    </a:lnL>
                    <a:lnR w="0">
                      <a:noFill/>
                    </a:lnR>
                    <a:lnT w="0">
                      <a:noFill/>
                    </a:lnT>
                    <a:lnB w="0">
                      <a:noFill/>
                    </a:lnB>
                    <a:noFill/>
                  </a:tcPr>
                </a:tc>
                <a:tc>
                  <a:txBody>
                    <a:bodyPr/>
                    <a:lstStyle/>
                    <a:p>
                      <a:pPr lvl="0">
                        <a:buNone/>
                      </a:pPr>
                      <a:r>
                        <a:rPr lang="en-US"/>
                        <a:t>any </a:t>
                      </a:r>
                      <a:r>
                        <a:rPr lang="en-US" i="1"/>
                        <a:t>(default rule)</a:t>
                      </a:r>
                      <a:endParaRPr lang="en-US"/>
                    </a:p>
                  </a:txBody>
                  <a:tcPr anchor="ctr">
                    <a:lnL w="0">
                      <a:noFill/>
                    </a:lnL>
                    <a:lnR w="0">
                      <a:noFill/>
                    </a:lnR>
                    <a:lnT w="0">
                      <a:noFill/>
                    </a:lnT>
                    <a:lnB w="0">
                      <a:noFill/>
                    </a:lnB>
                    <a:noFill/>
                  </a:tcPr>
                </a:tc>
                <a:extLst>
                  <a:ext uri="{0D108BD9-81ED-4DB2-BD59-A6C34878D82A}">
                    <a16:rowId xmlns:a16="http://schemas.microsoft.com/office/drawing/2014/main" val="3411400395"/>
                  </a:ext>
                </a:extLst>
              </a:tr>
            </a:tbl>
          </a:graphicData>
        </a:graphic>
      </p:graphicFrame>
      <p:sp>
        <p:nvSpPr>
          <p:cNvPr id="9" name="TextBox 8">
            <a:extLst>
              <a:ext uri="{FF2B5EF4-FFF2-40B4-BE49-F238E27FC236}">
                <a16:creationId xmlns:a16="http://schemas.microsoft.com/office/drawing/2014/main" id="{4E9A6072-04C4-AEAF-451D-A6D4FE0EA09F}"/>
              </a:ext>
            </a:extLst>
          </p:cNvPr>
          <p:cNvSpPr txBox="1"/>
          <p:nvPr/>
        </p:nvSpPr>
        <p:spPr>
          <a:xfrm>
            <a:off x="1299" y="3180578"/>
            <a:ext cx="10522856" cy="295465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marL="285750" indent="-285750">
              <a:buFont typeface="Arial"/>
              <a:buChar char="•"/>
            </a:pPr>
            <a:r>
              <a:rPr lang="en-US" sz="2800" b="1">
                <a:ea typeface="+mn-lt"/>
                <a:cs typeface="+mn-lt"/>
              </a:rPr>
              <a:t>Q1</a:t>
            </a:r>
            <a:r>
              <a:rPr lang="en-US" sz="2800">
                <a:ea typeface="+mn-lt"/>
                <a:cs typeface="+mn-lt"/>
              </a:rPr>
              <a:t> A laptop on your LAN visits a website over plain HTTP (port 80). Pass or block? Which rule decides it, and why doesn't rule 1 apply, even though it's also about web traffic?</a:t>
            </a:r>
            <a:endParaRPr lang="en-US" sz="2800"/>
          </a:p>
          <a:p>
            <a:pPr marL="285750" indent="-285750">
              <a:buFont typeface="Arial"/>
              <a:buChar char="•"/>
            </a:pPr>
            <a:endParaRPr lang="en-US" sz="2800">
              <a:ea typeface="+mn-lt"/>
              <a:cs typeface="+mn-lt"/>
            </a:endParaRPr>
          </a:p>
          <a:p>
            <a:pPr marL="285750" indent="-285750">
              <a:buFont typeface="Arial"/>
              <a:buChar char="•"/>
            </a:pPr>
            <a:r>
              <a:rPr lang="en-US" sz="2800" b="1">
                <a:ea typeface="+mn-lt"/>
                <a:cs typeface="+mn-lt"/>
              </a:rPr>
              <a:t>Q2 </a:t>
            </a:r>
            <a:r>
              <a:rPr lang="en-US" sz="2800">
                <a:ea typeface="+mn-lt"/>
                <a:cs typeface="+mn-lt"/>
              </a:rPr>
              <a:t>That same laptop launches an online game using port 25565. Pass or block? Which rule decides it?</a:t>
            </a:r>
            <a:endParaRPr lang="en-US" sz="2800"/>
          </a:p>
          <a:p>
            <a:pPr algn="l"/>
            <a:endParaRPr lang="en-US"/>
          </a:p>
        </p:txBody>
      </p:sp>
      <p:pic>
        <p:nvPicPr>
          <p:cNvPr id="11" name="Picture 10" descr="A blue and yellow logo&#10;&#10;AI-generated content may be incorrect.">
            <a:extLst>
              <a:ext uri="{FF2B5EF4-FFF2-40B4-BE49-F238E27FC236}">
                <a16:creationId xmlns:a16="http://schemas.microsoft.com/office/drawing/2014/main" id="{08E6AE10-245D-AA54-A393-03A21EFAA496}"/>
              </a:ext>
            </a:extLst>
          </p:cNvPr>
          <p:cNvPicPr>
            <a:picLocks noChangeAspect="1"/>
          </p:cNvPicPr>
          <p:nvPr/>
        </p:nvPicPr>
        <p:blipFill>
          <a:blip r:embed="rId2"/>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02E67373-6A4A-C179-E694-F7F74E4CEAAC}"/>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469569885"/>
      </p:ext>
    </p:extLst>
  </p:cSld>
  <p:clrMapOvr>
    <a:masterClrMapping/>
  </p:clrMapOvr>
</p:sld>
</file>

<file path=ppt/slides/slide10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251D67-AD0C-0B6C-1FF8-D72CF81BBED8}"/>
              </a:ext>
            </a:extLst>
          </p:cNvPr>
          <p:cNvSpPr>
            <a:spLocks noGrp="1"/>
          </p:cNvSpPr>
          <p:nvPr>
            <p:ph type="title"/>
          </p:nvPr>
        </p:nvSpPr>
        <p:spPr/>
        <p:txBody>
          <a:bodyPr/>
          <a:lstStyle/>
          <a:p>
            <a:r>
              <a:rPr lang="en-US"/>
              <a:t>Answers</a:t>
            </a:r>
          </a:p>
        </p:txBody>
      </p:sp>
      <p:sp>
        <p:nvSpPr>
          <p:cNvPr id="5" name="TextBox 4">
            <a:extLst>
              <a:ext uri="{FF2B5EF4-FFF2-40B4-BE49-F238E27FC236}">
                <a16:creationId xmlns:a16="http://schemas.microsoft.com/office/drawing/2014/main" id="{71457C31-D446-67AD-992A-6ABA6A5181A3}"/>
              </a:ext>
            </a:extLst>
          </p:cNvPr>
          <p:cNvSpPr txBox="1"/>
          <p:nvPr/>
        </p:nvSpPr>
        <p:spPr>
          <a:xfrm>
            <a:off x="342385" y="1525949"/>
            <a:ext cx="10522856" cy="4401205"/>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800" b="1">
                <a:ea typeface="+mn-lt"/>
                <a:cs typeface="+mn-lt"/>
              </a:rPr>
              <a:t>Q1 is Blocked, by rule 3.</a:t>
            </a:r>
            <a:br>
              <a:rPr lang="en-US" sz="2800" b="1">
                <a:ea typeface="+mn-lt"/>
                <a:cs typeface="+mn-lt"/>
              </a:rPr>
            </a:br>
            <a:r>
              <a:rPr lang="en-US" sz="2800" b="1">
                <a:ea typeface="+mn-lt"/>
                <a:cs typeface="+mn-lt"/>
              </a:rPr>
              <a:t> Rule 1 only matches port 443. Port 80 is a different port, so rule 1 never applies, so every field (source, destination, port) has to match.</a:t>
            </a:r>
            <a:endParaRPr lang="en-US" sz="2800">
              <a:ea typeface="+mn-lt"/>
              <a:cs typeface="+mn-lt"/>
            </a:endParaRPr>
          </a:p>
          <a:p>
            <a:endParaRPr lang="en-US" sz="2800" b="1">
              <a:ea typeface="+mn-lt"/>
              <a:cs typeface="+mn-lt"/>
            </a:endParaRPr>
          </a:p>
          <a:p>
            <a:pPr>
              <a:buFont typeface="Arial"/>
              <a:buChar char="•"/>
            </a:pPr>
            <a:r>
              <a:rPr lang="en-US" sz="2800" b="1">
                <a:ea typeface="+mn-lt"/>
                <a:cs typeface="+mn-lt"/>
              </a:rPr>
              <a:t>Q2 is Blocked, by the bottom "catch all" rule.</a:t>
            </a:r>
            <a:br>
              <a:rPr lang="en-US" sz="2800" b="1">
                <a:ea typeface="+mn-lt"/>
                <a:cs typeface="+mn-lt"/>
              </a:rPr>
            </a:br>
            <a:r>
              <a:rPr lang="en-US" sz="2800" b="1">
                <a:ea typeface="+mn-lt"/>
                <a:cs typeface="+mn-lt"/>
              </a:rPr>
              <a:t> Nothing in rules 1 through 3 mentions port 25565, so nothing matches until the catch-all at the bottom. No matching allow rule means it is blocked.</a:t>
            </a:r>
            <a:endParaRPr lang="en-US"/>
          </a:p>
          <a:p>
            <a:pPr marL="285750" indent="-285750" algn="l">
              <a:buFont typeface="Arial"/>
              <a:buChar char="•"/>
            </a:pPr>
            <a:endParaRPr lang="en-US" sz="2800"/>
          </a:p>
        </p:txBody>
      </p:sp>
      <p:pic>
        <p:nvPicPr>
          <p:cNvPr id="7" name="Picture 6" descr="A blue and yellow logo&#10;&#10;AI-generated content may be incorrect.">
            <a:extLst>
              <a:ext uri="{FF2B5EF4-FFF2-40B4-BE49-F238E27FC236}">
                <a16:creationId xmlns:a16="http://schemas.microsoft.com/office/drawing/2014/main" id="{16DC23BD-48F5-BF24-8DD2-4DFF99861C7B}"/>
              </a:ext>
            </a:extLst>
          </p:cNvPr>
          <p:cNvPicPr>
            <a:picLocks noChangeAspect="1"/>
          </p:cNvPicPr>
          <p:nvPr/>
        </p:nvPicPr>
        <p:blipFill>
          <a:blip r:embed="rId2"/>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8C6C8F20-D100-0A23-59AE-B24371A78B33}"/>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2908377286"/>
      </p:ext>
    </p:extLst>
  </p:cSld>
  <p:clrMapOvr>
    <a:masterClrMapping/>
  </p:clrMapOvr>
</p:sld>
</file>

<file path=ppt/slides/slide10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3E8B25F-5225-49C1-4B20-B7FE73B65ECE}"/>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1EACDD27-FF7B-E146-D597-CF32FB420C2C}"/>
              </a:ext>
            </a:extLst>
          </p:cNvPr>
          <p:cNvSpPr>
            <a:spLocks noGrp="1"/>
          </p:cNvSpPr>
          <p:nvPr>
            <p:ph type="title"/>
          </p:nvPr>
        </p:nvSpPr>
        <p:spPr>
          <a:xfrm>
            <a:off x="939800" y="-121104"/>
            <a:ext cx="10515600" cy="1325563"/>
          </a:xfrm>
        </p:spPr>
        <p:txBody>
          <a:bodyPr/>
          <a:lstStyle/>
          <a:p>
            <a:r>
              <a:rPr lang="en-US"/>
              <a:t>Practice:</a:t>
            </a:r>
          </a:p>
        </p:txBody>
      </p:sp>
      <p:graphicFrame>
        <p:nvGraphicFramePr>
          <p:cNvPr id="5" name="Content Placeholder 4">
            <a:extLst>
              <a:ext uri="{FF2B5EF4-FFF2-40B4-BE49-F238E27FC236}">
                <a16:creationId xmlns:a16="http://schemas.microsoft.com/office/drawing/2014/main" id="{4F821776-EB37-C9F7-1798-63252FB8F7F4}"/>
              </a:ext>
            </a:extLst>
          </p:cNvPr>
          <p:cNvGraphicFramePr>
            <a:graphicFrameLocks noGrp="1"/>
          </p:cNvGraphicFramePr>
          <p:nvPr>
            <p:ph idx="1"/>
            <p:extLst>
              <p:ext uri="{D42A27DB-BD31-4B8C-83A1-F6EECF244321}">
                <p14:modId xmlns:p14="http://schemas.microsoft.com/office/powerpoint/2010/main" val="1034993380"/>
              </p:ext>
            </p:extLst>
          </p:nvPr>
        </p:nvGraphicFramePr>
        <p:xfrm>
          <a:off x="943428" y="725713"/>
          <a:ext cx="9013368" cy="2591709"/>
        </p:xfrm>
        <a:graphic>
          <a:graphicData uri="http://schemas.openxmlformats.org/drawingml/2006/table">
            <a:tbl>
              <a:tblPr bandRow="1">
                <a:tableStyleId>{5C22544A-7EE6-4342-B048-85BDC9FD1C3A}</a:tableStyleId>
              </a:tblPr>
              <a:tblGrid>
                <a:gridCol w="1502228">
                  <a:extLst>
                    <a:ext uri="{9D8B030D-6E8A-4147-A177-3AD203B41FA5}">
                      <a16:colId xmlns:a16="http://schemas.microsoft.com/office/drawing/2014/main" val="2518583110"/>
                    </a:ext>
                  </a:extLst>
                </a:gridCol>
                <a:gridCol w="1502228">
                  <a:extLst>
                    <a:ext uri="{9D8B030D-6E8A-4147-A177-3AD203B41FA5}">
                      <a16:colId xmlns:a16="http://schemas.microsoft.com/office/drawing/2014/main" val="3963284348"/>
                    </a:ext>
                  </a:extLst>
                </a:gridCol>
                <a:gridCol w="1502228">
                  <a:extLst>
                    <a:ext uri="{9D8B030D-6E8A-4147-A177-3AD203B41FA5}">
                      <a16:colId xmlns:a16="http://schemas.microsoft.com/office/drawing/2014/main" val="3195121425"/>
                    </a:ext>
                  </a:extLst>
                </a:gridCol>
                <a:gridCol w="1502228">
                  <a:extLst>
                    <a:ext uri="{9D8B030D-6E8A-4147-A177-3AD203B41FA5}">
                      <a16:colId xmlns:a16="http://schemas.microsoft.com/office/drawing/2014/main" val="3240616108"/>
                    </a:ext>
                  </a:extLst>
                </a:gridCol>
                <a:gridCol w="1502228">
                  <a:extLst>
                    <a:ext uri="{9D8B030D-6E8A-4147-A177-3AD203B41FA5}">
                      <a16:colId xmlns:a16="http://schemas.microsoft.com/office/drawing/2014/main" val="2212223805"/>
                    </a:ext>
                  </a:extLst>
                </a:gridCol>
                <a:gridCol w="1502228">
                  <a:extLst>
                    <a:ext uri="{9D8B030D-6E8A-4147-A177-3AD203B41FA5}">
                      <a16:colId xmlns:a16="http://schemas.microsoft.com/office/drawing/2014/main" val="3236128509"/>
                    </a:ext>
                  </a:extLst>
                </a:gridCol>
              </a:tblGrid>
              <a:tr h="580029">
                <a:tc>
                  <a:txBody>
                    <a:bodyPr/>
                    <a:lstStyle/>
                    <a:p>
                      <a:pPr>
                        <a:buNone/>
                      </a:pPr>
                      <a:r>
                        <a:rPr lang="en-US"/>
                        <a:t>#</a:t>
                      </a:r>
                    </a:p>
                  </a:txBody>
                  <a:tcPr anchor="ctr">
                    <a:lnL>
                      <a:noFill/>
                    </a:lnL>
                    <a:lnR>
                      <a:noFill/>
                    </a:lnR>
                    <a:lnT>
                      <a:noFill/>
                    </a:lnT>
                    <a:lnB>
                      <a:noFill/>
                    </a:lnB>
                    <a:noFill/>
                  </a:tcPr>
                </a:tc>
                <a:tc>
                  <a:txBody>
                    <a:bodyPr/>
                    <a:lstStyle/>
                    <a:p>
                      <a:pPr>
                        <a:buNone/>
                      </a:pPr>
                      <a:r>
                        <a:rPr lang="en-US"/>
                        <a:t>Action</a:t>
                      </a:r>
                    </a:p>
                  </a:txBody>
                  <a:tcPr anchor="ctr">
                    <a:lnL>
                      <a:noFill/>
                    </a:lnL>
                    <a:lnR>
                      <a:noFill/>
                    </a:lnR>
                    <a:lnT>
                      <a:noFill/>
                    </a:lnT>
                    <a:lnB>
                      <a:noFill/>
                    </a:lnB>
                    <a:noFill/>
                  </a:tcPr>
                </a:tc>
                <a:tc>
                  <a:txBody>
                    <a:bodyPr/>
                    <a:lstStyle/>
                    <a:p>
                      <a:pPr>
                        <a:buNone/>
                      </a:pPr>
                      <a:r>
                        <a:rPr lang="en-US"/>
                        <a:t>Interface</a:t>
                      </a:r>
                    </a:p>
                  </a:txBody>
                  <a:tcPr anchor="ctr">
                    <a:lnL>
                      <a:noFill/>
                    </a:lnL>
                    <a:lnR>
                      <a:noFill/>
                    </a:lnR>
                    <a:lnT>
                      <a:noFill/>
                    </a:lnT>
                    <a:lnB>
                      <a:noFill/>
                    </a:lnB>
                    <a:noFill/>
                  </a:tcPr>
                </a:tc>
                <a:tc>
                  <a:txBody>
                    <a:bodyPr/>
                    <a:lstStyle/>
                    <a:p>
                      <a:pPr lvl="0">
                        <a:buNone/>
                      </a:pPr>
                      <a:r>
                        <a:rPr lang="en-US"/>
                        <a:t>Source</a:t>
                      </a:r>
                    </a:p>
                  </a:txBody>
                  <a:tcPr anchor="ctr">
                    <a:lnL>
                      <a:noFill/>
                    </a:lnL>
                    <a:lnR>
                      <a:noFill/>
                    </a:lnR>
                    <a:lnT>
                      <a:noFill/>
                    </a:lnT>
                    <a:lnB>
                      <a:noFill/>
                    </a:lnB>
                    <a:noFill/>
                  </a:tcPr>
                </a:tc>
                <a:tc>
                  <a:txBody>
                    <a:bodyPr/>
                    <a:lstStyle/>
                    <a:p>
                      <a:pPr lvl="0">
                        <a:buNone/>
                      </a:pPr>
                      <a:r>
                        <a:rPr lang="en-US"/>
                        <a:t>Destination</a:t>
                      </a:r>
                    </a:p>
                  </a:txBody>
                  <a:tcPr anchor="ctr">
                    <a:lnL>
                      <a:noFill/>
                    </a:lnL>
                    <a:lnR>
                      <a:noFill/>
                    </a:lnR>
                    <a:lnT>
                      <a:noFill/>
                    </a:lnT>
                    <a:lnB>
                      <a:noFill/>
                    </a:lnB>
                    <a:noFill/>
                  </a:tcPr>
                </a:tc>
                <a:tc>
                  <a:txBody>
                    <a:bodyPr/>
                    <a:lstStyle/>
                    <a:p>
                      <a:pPr lvl="0">
                        <a:buNone/>
                      </a:pPr>
                      <a:r>
                        <a:rPr lang="en-US"/>
                        <a:t>Port</a:t>
                      </a:r>
                    </a:p>
                  </a:txBody>
                  <a:tcPr anchor="ctr">
                    <a:lnL>
                      <a:noFill/>
                    </a:lnL>
                    <a:lnR>
                      <a:noFill/>
                    </a:lnR>
                    <a:lnT>
                      <a:noFill/>
                    </a:lnT>
                    <a:lnB>
                      <a:noFill/>
                    </a:lnB>
                    <a:noFill/>
                  </a:tcPr>
                </a:tc>
                <a:extLst>
                  <a:ext uri="{0D108BD9-81ED-4DB2-BD59-A6C34878D82A}">
                    <a16:rowId xmlns:a16="http://schemas.microsoft.com/office/drawing/2014/main" val="761194989"/>
                  </a:ext>
                </a:extLst>
              </a:tr>
              <a:tr h="0">
                <a:tc>
                  <a:txBody>
                    <a:bodyPr/>
                    <a:lstStyle/>
                    <a:p>
                      <a:pPr>
                        <a:buNone/>
                      </a:pPr>
                      <a:r>
                        <a:rPr lang="en-US"/>
                        <a:t>1</a:t>
                      </a:r>
                    </a:p>
                  </a:txBody>
                  <a:tcPr anchor="ctr">
                    <a:lnL>
                      <a:noFill/>
                    </a:lnL>
                    <a:lnR>
                      <a:noFill/>
                    </a:lnR>
                    <a:lnT>
                      <a:noFill/>
                    </a:lnT>
                    <a:lnB>
                      <a:noFill/>
                    </a:lnB>
                    <a:noFill/>
                  </a:tcPr>
                </a:tc>
                <a:tc>
                  <a:txBody>
                    <a:bodyPr/>
                    <a:lstStyle/>
                    <a:p>
                      <a:pPr>
                        <a:buNone/>
                      </a:pPr>
                      <a:r>
                        <a:rPr lang="en-US"/>
                        <a:t>Pass</a:t>
                      </a:r>
                    </a:p>
                  </a:txBody>
                  <a:tcPr anchor="ctr">
                    <a:lnL>
                      <a:noFill/>
                    </a:lnL>
                    <a:lnR>
                      <a:noFill/>
                    </a:lnR>
                    <a:lnT>
                      <a:noFill/>
                    </a:lnT>
                    <a:lnB>
                      <a:noFill/>
                    </a:lnB>
                    <a:noFill/>
                  </a:tcPr>
                </a:tc>
                <a:tc>
                  <a:txBody>
                    <a:bodyPr/>
                    <a:lstStyle/>
                    <a:p>
                      <a:pPr>
                        <a:buNone/>
                      </a:pPr>
                      <a:r>
                        <a:rPr lang="en-US"/>
                        <a:t>WAN</a:t>
                      </a:r>
                    </a:p>
                  </a:txBody>
                  <a:tcPr anchor="ctr">
                    <a:lnL>
                      <a:noFill/>
                    </a:lnL>
                    <a:lnR>
                      <a:noFill/>
                    </a:lnR>
                    <a:lnT>
                      <a:noFill/>
                    </a:lnT>
                    <a:lnB>
                      <a:noFill/>
                    </a:lnB>
                    <a:noFill/>
                  </a:tcPr>
                </a:tc>
                <a:tc>
                  <a:txBody>
                    <a:bodyPr/>
                    <a:lstStyle/>
                    <a:p>
                      <a:pPr lvl="0">
                        <a:buNone/>
                      </a:pPr>
                      <a:r>
                        <a:rPr lang="en-US"/>
                        <a:t>192.168.20.50</a:t>
                      </a:r>
                    </a:p>
                  </a:txBody>
                  <a:tcPr anchor="ctr">
                    <a:lnL>
                      <a:noFill/>
                    </a:lnL>
                    <a:lnR>
                      <a:noFill/>
                    </a:lnR>
                    <a:lnT>
                      <a:noFill/>
                    </a:lnT>
                    <a:lnB>
                      <a:noFill/>
                    </a:lnB>
                    <a:noFill/>
                  </a:tcPr>
                </a:tc>
                <a:tc>
                  <a:txBody>
                    <a:bodyPr/>
                    <a:lstStyle/>
                    <a:p>
                      <a:pPr lvl="0">
                        <a:buNone/>
                      </a:pPr>
                      <a:r>
                        <a:rPr lang="en-US"/>
                        <a:t>LAN net</a:t>
                      </a:r>
                    </a:p>
                  </a:txBody>
                  <a:tcPr anchor="ctr">
                    <a:lnL>
                      <a:noFill/>
                    </a:lnL>
                    <a:lnR>
                      <a:noFill/>
                    </a:lnR>
                    <a:lnT>
                      <a:noFill/>
                    </a:lnT>
                    <a:lnB>
                      <a:noFill/>
                    </a:lnB>
                    <a:noFill/>
                  </a:tcPr>
                </a:tc>
                <a:tc>
                  <a:txBody>
                    <a:bodyPr/>
                    <a:lstStyle/>
                    <a:p>
                      <a:pPr lvl="0">
                        <a:buNone/>
                      </a:pPr>
                      <a:r>
                        <a:rPr lang="en-US"/>
                        <a:t>22</a:t>
                      </a:r>
                    </a:p>
                  </a:txBody>
                  <a:tcPr anchor="ctr">
                    <a:lnL>
                      <a:noFill/>
                    </a:lnL>
                    <a:lnR>
                      <a:noFill/>
                    </a:lnR>
                    <a:lnT>
                      <a:noFill/>
                    </a:lnT>
                    <a:lnB>
                      <a:noFill/>
                    </a:lnB>
                    <a:noFill/>
                  </a:tcPr>
                </a:tc>
                <a:extLst>
                  <a:ext uri="{0D108BD9-81ED-4DB2-BD59-A6C34878D82A}">
                    <a16:rowId xmlns:a16="http://schemas.microsoft.com/office/drawing/2014/main" val="2748614034"/>
                  </a:ext>
                </a:extLst>
              </a:tr>
              <a:tr h="0">
                <a:tc>
                  <a:txBody>
                    <a:bodyPr/>
                    <a:lstStyle/>
                    <a:p>
                      <a:pPr>
                        <a:buNone/>
                      </a:pPr>
                      <a:r>
                        <a:rPr lang="en-US"/>
                        <a:t>2</a:t>
                      </a:r>
                    </a:p>
                  </a:txBody>
                  <a:tcPr anchor="ctr">
                    <a:lnL>
                      <a:noFill/>
                    </a:lnL>
                    <a:lnR>
                      <a:noFill/>
                    </a:lnR>
                    <a:lnT>
                      <a:noFill/>
                    </a:lnT>
                    <a:lnB>
                      <a:noFill/>
                    </a:lnB>
                    <a:noFill/>
                  </a:tcPr>
                </a:tc>
                <a:tc>
                  <a:txBody>
                    <a:bodyPr/>
                    <a:lstStyle/>
                    <a:p>
                      <a:pPr>
                        <a:buNone/>
                      </a:pPr>
                      <a:r>
                        <a:rPr lang="en-US"/>
                        <a:t>Block</a:t>
                      </a:r>
                    </a:p>
                  </a:txBody>
                  <a:tcPr anchor="ctr">
                    <a:lnL>
                      <a:noFill/>
                    </a:lnL>
                    <a:lnR>
                      <a:noFill/>
                    </a:lnR>
                    <a:lnT>
                      <a:noFill/>
                    </a:lnT>
                    <a:lnB>
                      <a:noFill/>
                    </a:lnB>
                    <a:noFill/>
                  </a:tcPr>
                </a:tc>
                <a:tc>
                  <a:txBody>
                    <a:bodyPr/>
                    <a:lstStyle/>
                    <a:p>
                      <a:pPr>
                        <a:buNone/>
                      </a:pPr>
                      <a:r>
                        <a:rPr lang="en-US"/>
                        <a:t>WAN</a:t>
                      </a:r>
                    </a:p>
                  </a:txBody>
                  <a:tcPr anchor="ctr">
                    <a:lnL>
                      <a:noFill/>
                    </a:lnL>
                    <a:lnR>
                      <a:noFill/>
                    </a:lnR>
                    <a:lnT>
                      <a:noFill/>
                    </a:lnT>
                    <a:lnB>
                      <a:noFill/>
                    </a:lnB>
                    <a:noFill/>
                  </a:tcPr>
                </a:tc>
                <a:tc>
                  <a:txBody>
                    <a:bodyPr/>
                    <a:lstStyle/>
                    <a:p>
                      <a:pPr lvl="0">
                        <a:buNone/>
                      </a:pPr>
                      <a:r>
                        <a:rPr lang="en-US"/>
                        <a:t>any</a:t>
                      </a:r>
                    </a:p>
                  </a:txBody>
                  <a:tcPr anchor="ctr">
                    <a:lnL>
                      <a:noFill/>
                    </a:lnL>
                    <a:lnR>
                      <a:noFill/>
                    </a:lnR>
                    <a:lnT>
                      <a:noFill/>
                    </a:lnT>
                    <a:lnB>
                      <a:noFill/>
                    </a:lnB>
                    <a:noFill/>
                  </a:tcPr>
                </a:tc>
                <a:tc>
                  <a:txBody>
                    <a:bodyPr/>
                    <a:lstStyle/>
                    <a:p>
                      <a:pPr lvl="0">
                        <a:buNone/>
                      </a:pPr>
                      <a:r>
                        <a:rPr lang="en-US"/>
                        <a:t>LAN net</a:t>
                      </a:r>
                    </a:p>
                  </a:txBody>
                  <a:tcPr anchor="ctr">
                    <a:lnL>
                      <a:noFill/>
                    </a:lnL>
                    <a:lnR>
                      <a:noFill/>
                    </a:lnR>
                    <a:lnT>
                      <a:noFill/>
                    </a:lnT>
                    <a:lnB>
                      <a:noFill/>
                    </a:lnB>
                    <a:noFill/>
                  </a:tcPr>
                </a:tc>
                <a:tc>
                  <a:txBody>
                    <a:bodyPr/>
                    <a:lstStyle/>
                    <a:p>
                      <a:pPr lvl="0">
                        <a:buNone/>
                      </a:pPr>
                      <a:r>
                        <a:rPr lang="en-US"/>
                        <a:t>22</a:t>
                      </a:r>
                    </a:p>
                  </a:txBody>
                  <a:tcPr anchor="ctr">
                    <a:lnL>
                      <a:noFill/>
                    </a:lnL>
                    <a:lnR>
                      <a:noFill/>
                    </a:lnR>
                    <a:lnT>
                      <a:noFill/>
                    </a:lnT>
                    <a:lnB>
                      <a:noFill/>
                    </a:lnB>
                    <a:noFill/>
                  </a:tcPr>
                </a:tc>
                <a:extLst>
                  <a:ext uri="{0D108BD9-81ED-4DB2-BD59-A6C34878D82A}">
                    <a16:rowId xmlns:a16="http://schemas.microsoft.com/office/drawing/2014/main" val="2721161049"/>
                  </a:ext>
                </a:extLst>
              </a:tr>
              <a:tr h="0">
                <a:tc>
                  <a:txBody>
                    <a:bodyPr/>
                    <a:lstStyle/>
                    <a:p>
                      <a:pPr>
                        <a:buNone/>
                      </a:pPr>
                      <a:r>
                        <a:rPr lang="en-US"/>
                        <a:t>3</a:t>
                      </a:r>
                    </a:p>
                  </a:txBody>
                  <a:tcPr anchor="ctr">
                    <a:lnL>
                      <a:noFill/>
                    </a:lnL>
                    <a:lnR>
                      <a:noFill/>
                    </a:lnR>
                    <a:lnT>
                      <a:noFill/>
                    </a:lnT>
                    <a:lnB>
                      <a:noFill/>
                    </a:lnB>
                    <a:noFill/>
                  </a:tcPr>
                </a:tc>
                <a:tc>
                  <a:txBody>
                    <a:bodyPr/>
                    <a:lstStyle/>
                    <a:p>
                      <a:pPr>
                        <a:buNone/>
                      </a:pPr>
                      <a:r>
                        <a:rPr lang="en-US"/>
                        <a:t>Pass</a:t>
                      </a:r>
                    </a:p>
                  </a:txBody>
                  <a:tcPr anchor="ctr">
                    <a:lnL>
                      <a:noFill/>
                    </a:lnL>
                    <a:lnR>
                      <a:noFill/>
                    </a:lnR>
                    <a:lnT>
                      <a:noFill/>
                    </a:lnT>
                    <a:lnB>
                      <a:noFill/>
                    </a:lnB>
                    <a:noFill/>
                  </a:tcPr>
                </a:tc>
                <a:tc>
                  <a:txBody>
                    <a:bodyPr/>
                    <a:lstStyle/>
                    <a:p>
                      <a:pPr>
                        <a:buNone/>
                      </a:pPr>
                      <a:r>
                        <a:rPr lang="en-US"/>
                        <a:t>WAN</a:t>
                      </a:r>
                    </a:p>
                  </a:txBody>
                  <a:tcPr anchor="ctr">
                    <a:lnL>
                      <a:noFill/>
                    </a:lnL>
                    <a:lnR>
                      <a:noFill/>
                    </a:lnR>
                    <a:lnT>
                      <a:noFill/>
                    </a:lnT>
                    <a:lnB>
                      <a:noFill/>
                    </a:lnB>
                    <a:noFill/>
                  </a:tcPr>
                </a:tc>
                <a:tc>
                  <a:txBody>
                    <a:bodyPr/>
                    <a:lstStyle/>
                    <a:p>
                      <a:pPr lvl="0">
                        <a:buNone/>
                      </a:pPr>
                      <a:r>
                        <a:rPr lang="en-US"/>
                        <a:t>any</a:t>
                      </a:r>
                    </a:p>
                  </a:txBody>
                  <a:tcPr anchor="ctr">
                    <a:lnL>
                      <a:noFill/>
                    </a:lnL>
                    <a:lnR>
                      <a:noFill/>
                    </a:lnR>
                    <a:lnT>
                      <a:noFill/>
                    </a:lnT>
                    <a:lnB>
                      <a:noFill/>
                    </a:lnB>
                    <a:noFill/>
                  </a:tcPr>
                </a:tc>
                <a:tc>
                  <a:txBody>
                    <a:bodyPr/>
                    <a:lstStyle/>
                    <a:p>
                      <a:pPr lvl="0">
                        <a:buNone/>
                      </a:pPr>
                      <a:r>
                        <a:rPr lang="en-US"/>
                        <a:t>LAN net</a:t>
                      </a:r>
                    </a:p>
                  </a:txBody>
                  <a:tcPr anchor="ctr">
                    <a:lnL>
                      <a:noFill/>
                    </a:lnL>
                    <a:lnR>
                      <a:noFill/>
                    </a:lnR>
                    <a:lnT>
                      <a:noFill/>
                    </a:lnT>
                    <a:lnB>
                      <a:noFill/>
                    </a:lnB>
                    <a:noFill/>
                  </a:tcPr>
                </a:tc>
                <a:tc>
                  <a:txBody>
                    <a:bodyPr/>
                    <a:lstStyle/>
                    <a:p>
                      <a:pPr lvl="0">
                        <a:buNone/>
                      </a:pPr>
                      <a:r>
                        <a:rPr lang="en-US"/>
                        <a:t>443</a:t>
                      </a:r>
                    </a:p>
                  </a:txBody>
                  <a:tcPr anchor="ctr">
                    <a:lnL>
                      <a:noFill/>
                    </a:lnL>
                    <a:lnR>
                      <a:noFill/>
                    </a:lnR>
                    <a:lnT>
                      <a:noFill/>
                    </a:lnT>
                    <a:lnB>
                      <a:noFill/>
                    </a:lnB>
                    <a:noFill/>
                  </a:tcPr>
                </a:tc>
                <a:extLst>
                  <a:ext uri="{0D108BD9-81ED-4DB2-BD59-A6C34878D82A}">
                    <a16:rowId xmlns:a16="http://schemas.microsoft.com/office/drawing/2014/main" val="1757044140"/>
                  </a:ext>
                </a:extLst>
              </a:tr>
              <a:tr h="0">
                <a:tc>
                  <a:txBody>
                    <a:bodyPr/>
                    <a:lstStyle/>
                    <a:p>
                      <a:pPr>
                        <a:buNone/>
                      </a:pPr>
                      <a:r>
                        <a:rPr lang="en-US"/>
                        <a:t>4</a:t>
                      </a:r>
                    </a:p>
                  </a:txBody>
                  <a:tcPr anchor="ctr">
                    <a:lnL>
                      <a:noFill/>
                    </a:lnL>
                    <a:lnR>
                      <a:noFill/>
                    </a:lnR>
                    <a:lnT>
                      <a:noFill/>
                    </a:lnT>
                    <a:lnB>
                      <a:noFill/>
                    </a:lnB>
                    <a:noFill/>
                  </a:tcPr>
                </a:tc>
                <a:tc>
                  <a:txBody>
                    <a:bodyPr/>
                    <a:lstStyle/>
                    <a:p>
                      <a:pPr>
                        <a:buNone/>
                      </a:pPr>
                      <a:r>
                        <a:rPr lang="en-US"/>
                        <a:t>Block</a:t>
                      </a:r>
                    </a:p>
                  </a:txBody>
                  <a:tcPr anchor="ctr">
                    <a:lnL>
                      <a:noFill/>
                    </a:lnL>
                    <a:lnR>
                      <a:noFill/>
                    </a:lnR>
                    <a:lnT>
                      <a:noFill/>
                    </a:lnT>
                    <a:lnB>
                      <a:noFill/>
                    </a:lnB>
                    <a:noFill/>
                  </a:tcPr>
                </a:tc>
                <a:tc>
                  <a:txBody>
                    <a:bodyPr/>
                    <a:lstStyle/>
                    <a:p>
                      <a:pPr>
                        <a:buNone/>
                      </a:pPr>
                      <a:r>
                        <a:rPr lang="en-US"/>
                        <a:t>WAN</a:t>
                      </a:r>
                    </a:p>
                  </a:txBody>
                  <a:tcPr anchor="ctr">
                    <a:lnL>
                      <a:noFill/>
                    </a:lnL>
                    <a:lnR>
                      <a:noFill/>
                    </a:lnR>
                    <a:lnT>
                      <a:noFill/>
                    </a:lnT>
                    <a:lnB>
                      <a:noFill/>
                    </a:lnB>
                    <a:noFill/>
                  </a:tcPr>
                </a:tc>
                <a:tc>
                  <a:txBody>
                    <a:bodyPr/>
                    <a:lstStyle/>
                    <a:p>
                      <a:pPr lvl="0">
                        <a:buNone/>
                      </a:pPr>
                      <a:r>
                        <a:rPr lang="en-US"/>
                        <a:t>any</a:t>
                      </a:r>
                    </a:p>
                  </a:txBody>
                  <a:tcPr anchor="ctr">
                    <a:lnL>
                      <a:noFill/>
                    </a:lnL>
                    <a:lnR>
                      <a:noFill/>
                    </a:lnR>
                    <a:lnT>
                      <a:noFill/>
                    </a:lnT>
                    <a:lnB>
                      <a:noFill/>
                    </a:lnB>
                    <a:noFill/>
                  </a:tcPr>
                </a:tc>
                <a:tc>
                  <a:txBody>
                    <a:bodyPr/>
                    <a:lstStyle/>
                    <a:p>
                      <a:pPr lvl="0">
                        <a:buNone/>
                      </a:pPr>
                      <a:r>
                        <a:rPr lang="en-US"/>
                        <a:t>any</a:t>
                      </a:r>
                    </a:p>
                  </a:txBody>
                  <a:tcPr anchor="ctr">
                    <a:lnL>
                      <a:noFill/>
                    </a:lnL>
                    <a:lnR>
                      <a:noFill/>
                    </a:lnR>
                    <a:lnT>
                      <a:noFill/>
                    </a:lnT>
                    <a:lnB>
                      <a:noFill/>
                    </a:lnB>
                    <a:noFill/>
                  </a:tcPr>
                </a:tc>
                <a:tc>
                  <a:txBody>
                    <a:bodyPr/>
                    <a:lstStyle/>
                    <a:p>
                      <a:pPr lvl="0">
                        <a:buNone/>
                      </a:pPr>
                      <a:r>
                        <a:rPr lang="en-US"/>
                        <a:t>any </a:t>
                      </a:r>
                      <a:r>
                        <a:rPr lang="en-US" i="1"/>
                        <a:t>(default rule)</a:t>
                      </a:r>
                      <a:endParaRPr lang="en-US"/>
                    </a:p>
                  </a:txBody>
                  <a:tcPr anchor="ctr">
                    <a:lnL>
                      <a:noFill/>
                    </a:lnL>
                    <a:lnR>
                      <a:noFill/>
                    </a:lnR>
                    <a:lnT>
                      <a:noFill/>
                    </a:lnT>
                    <a:lnB>
                      <a:noFill/>
                    </a:lnB>
                    <a:noFill/>
                  </a:tcPr>
                </a:tc>
                <a:extLst>
                  <a:ext uri="{0D108BD9-81ED-4DB2-BD59-A6C34878D82A}">
                    <a16:rowId xmlns:a16="http://schemas.microsoft.com/office/drawing/2014/main" val="3612321479"/>
                  </a:ext>
                </a:extLst>
              </a:tr>
            </a:tbl>
          </a:graphicData>
        </a:graphic>
      </p:graphicFrame>
      <p:sp>
        <p:nvSpPr>
          <p:cNvPr id="6" name="TextBox 5">
            <a:extLst>
              <a:ext uri="{FF2B5EF4-FFF2-40B4-BE49-F238E27FC236}">
                <a16:creationId xmlns:a16="http://schemas.microsoft.com/office/drawing/2014/main" id="{53441F45-3B33-B4CE-0A64-51900D8EAAFE}"/>
              </a:ext>
            </a:extLst>
          </p:cNvPr>
          <p:cNvSpPr txBox="1"/>
          <p:nvPr/>
        </p:nvSpPr>
        <p:spPr>
          <a:xfrm>
            <a:off x="101600" y="3429000"/>
            <a:ext cx="11611428" cy="3231654"/>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800" b="1" i="0" u="none" strike="noStrike" baseline="0">
                <a:solidFill>
                  <a:srgbClr val="000000"/>
                </a:solidFill>
                <a:ea typeface="+mn-lt"/>
                <a:cs typeface="+mn-lt"/>
              </a:rPr>
              <a:t>Q1</a:t>
            </a:r>
            <a:r>
              <a:rPr lang="en-US" sz="2800">
                <a:solidFill>
                  <a:srgbClr val="000000"/>
                </a:solidFill>
                <a:ea typeface="+mn-lt"/>
                <a:cs typeface="+mn-lt"/>
              </a:rPr>
              <a:t> </a:t>
            </a:r>
            <a:r>
              <a:rPr lang="en-US" sz="2800" b="0" i="0" u="none" strike="noStrike" baseline="0">
                <a:solidFill>
                  <a:srgbClr val="000000"/>
                </a:solidFill>
                <a:ea typeface="+mn-lt"/>
                <a:cs typeface="+mn-lt"/>
              </a:rPr>
              <a:t>A </a:t>
            </a:r>
            <a:r>
              <a:rPr lang="en-US" sz="2800">
                <a:solidFill>
                  <a:srgbClr val="000000"/>
                </a:solidFill>
                <a:ea typeface="+mn-lt"/>
                <a:cs typeface="+mn-lt"/>
              </a:rPr>
              <a:t>connection arrives from </a:t>
            </a:r>
            <a:r>
              <a:rPr lang="en-US" sz="2800">
                <a:solidFill>
                  <a:srgbClr val="000000"/>
                </a:solidFill>
                <a:latin typeface="Aptos"/>
                <a:ea typeface="+mn-lt"/>
                <a:cs typeface="Arial"/>
              </a:rPr>
              <a:t>192.168.20.50</a:t>
            </a:r>
            <a:r>
              <a:rPr lang="en-US" sz="2800">
                <a:solidFill>
                  <a:srgbClr val="000000"/>
                </a:solidFill>
                <a:ea typeface="+mn-lt"/>
                <a:cs typeface="+mn-lt"/>
              </a:rPr>
              <a:t> trying SSH </a:t>
            </a:r>
            <a:r>
              <a:rPr lang="en-US" sz="2800" b="0" i="0" u="none" strike="noStrike" baseline="0">
                <a:solidFill>
                  <a:srgbClr val="000000"/>
                </a:solidFill>
                <a:ea typeface="+mn-lt"/>
                <a:cs typeface="+mn-lt"/>
              </a:rPr>
              <a:t>(</a:t>
            </a:r>
            <a:r>
              <a:rPr lang="en-US" sz="2800">
                <a:solidFill>
                  <a:srgbClr val="000000"/>
                </a:solidFill>
                <a:ea typeface="+mn-lt"/>
                <a:cs typeface="+mn-lt"/>
              </a:rPr>
              <a:t>port 22</a:t>
            </a:r>
            <a:r>
              <a:rPr lang="en-US" sz="2800" b="0" i="0" u="none" strike="noStrike" baseline="0">
                <a:solidFill>
                  <a:srgbClr val="000000"/>
                </a:solidFill>
                <a:ea typeface="+mn-lt"/>
                <a:cs typeface="+mn-lt"/>
              </a:rPr>
              <a:t>). </a:t>
            </a:r>
            <a:r>
              <a:rPr lang="en-US" sz="2800">
                <a:solidFill>
                  <a:srgbClr val="000000"/>
                </a:solidFill>
                <a:ea typeface="+mn-lt"/>
                <a:cs typeface="+mn-lt"/>
              </a:rPr>
              <a:t>Then a connection arrives from </a:t>
            </a:r>
            <a:r>
              <a:rPr lang="en-US" sz="2800">
                <a:solidFill>
                  <a:srgbClr val="000000"/>
                </a:solidFill>
                <a:latin typeface="Aptos"/>
                <a:ea typeface="+mn-lt"/>
                <a:cs typeface="Arial"/>
              </a:rPr>
              <a:t>192.168.50.9</a:t>
            </a:r>
            <a:r>
              <a:rPr lang="en-US" sz="2800">
                <a:solidFill>
                  <a:srgbClr val="000000"/>
                </a:solidFill>
                <a:ea typeface="+mn-lt"/>
                <a:cs typeface="+mn-lt"/>
              </a:rPr>
              <a:t>, also trying SSH. What happens to each</a:t>
            </a:r>
            <a:r>
              <a:rPr lang="en-US" sz="2800" b="0" i="0" u="none" strike="noStrike" baseline="0">
                <a:solidFill>
                  <a:srgbClr val="000000"/>
                </a:solidFill>
                <a:ea typeface="+mn-lt"/>
                <a:cs typeface="+mn-lt"/>
              </a:rPr>
              <a:t>, and why </a:t>
            </a:r>
            <a:r>
              <a:rPr lang="en-US" sz="2800">
                <a:solidFill>
                  <a:srgbClr val="000000"/>
                </a:solidFill>
                <a:ea typeface="+mn-lt"/>
                <a:cs typeface="+mn-lt"/>
              </a:rPr>
              <a:t>are the outcomes different</a:t>
            </a:r>
            <a:r>
              <a:rPr lang="en-US" sz="2800" b="0" i="0" u="none" strike="noStrike" baseline="0">
                <a:solidFill>
                  <a:srgbClr val="000000"/>
                </a:solidFill>
                <a:ea typeface="+mn-lt"/>
                <a:cs typeface="+mn-lt"/>
              </a:rPr>
              <a:t>?</a:t>
            </a:r>
            <a:endParaRPr lang="en-US" sz="2800">
              <a:ea typeface="+mn-lt"/>
              <a:cs typeface="+mn-lt"/>
            </a:endParaRPr>
          </a:p>
          <a:p>
            <a:pPr>
              <a:buFont typeface="Arial"/>
              <a:buChar char="•"/>
            </a:pPr>
            <a:r>
              <a:rPr lang="en-US" sz="2800" b="1" i="0" u="none" strike="noStrike" baseline="0">
                <a:solidFill>
                  <a:srgbClr val="000000"/>
                </a:solidFill>
                <a:ea typeface="+mn-lt"/>
                <a:cs typeface="+mn-lt"/>
              </a:rPr>
              <a:t>Q2</a:t>
            </a:r>
            <a:r>
              <a:rPr lang="en-US" sz="2800">
                <a:solidFill>
                  <a:srgbClr val="000000"/>
                </a:solidFill>
                <a:ea typeface="+mn-lt"/>
                <a:cs typeface="+mn-lt"/>
              </a:rPr>
              <a:t> Suppose rules 1 and 2 were swapped, "</a:t>
            </a:r>
            <a:r>
              <a:rPr lang="en-US" sz="2800" b="0" i="0" u="none" strike="noStrike" baseline="0">
                <a:solidFill>
                  <a:srgbClr val="000000"/>
                </a:solidFill>
                <a:ea typeface="+mn-lt"/>
                <a:cs typeface="+mn-lt"/>
              </a:rPr>
              <a:t>block</a:t>
            </a:r>
            <a:r>
              <a:rPr lang="en-US" sz="2800">
                <a:solidFill>
                  <a:srgbClr val="000000"/>
                </a:solidFill>
                <a:ea typeface="+mn-lt"/>
                <a:cs typeface="+mn-lt"/>
              </a:rPr>
              <a:t> SSH from anyone" listed first, "allow SSH from 192.168.20.50" listed second. Would the trusted admin at </a:t>
            </a:r>
            <a:r>
              <a:rPr lang="en-US" sz="2800">
                <a:solidFill>
                  <a:srgbClr val="000000"/>
                </a:solidFill>
                <a:latin typeface="Aptos"/>
                <a:ea typeface="+mn-lt"/>
                <a:cs typeface="Arial"/>
              </a:rPr>
              <a:t>192.168.20.50 </a:t>
            </a:r>
            <a:r>
              <a:rPr lang="en-US" sz="2800">
                <a:solidFill>
                  <a:srgbClr val="000000"/>
                </a:solidFill>
                <a:ea typeface="+mn-lt"/>
                <a:cs typeface="+mn-lt"/>
              </a:rPr>
              <a:t>still get in</a:t>
            </a:r>
            <a:r>
              <a:rPr lang="en-US" sz="2800" b="0" i="0" u="none" strike="noStrike" baseline="0">
                <a:solidFill>
                  <a:srgbClr val="000000"/>
                </a:solidFill>
                <a:ea typeface="+mn-lt"/>
                <a:cs typeface="+mn-lt"/>
              </a:rPr>
              <a:t>?</a:t>
            </a:r>
            <a:endParaRPr lang="en-US">
              <a:ea typeface="+mn-lt"/>
              <a:cs typeface="+mn-lt"/>
            </a:endParaRPr>
          </a:p>
          <a:p>
            <a:pPr algn="l" rtl="0"/>
            <a:r>
              <a:rPr lang="en-US" sz="1800" b="0" i="0">
                <a:solidFill>
                  <a:srgbClr val="000000"/>
                </a:solidFill>
                <a:latin typeface="Aptos"/>
                <a:ea typeface="Segoe UI"/>
                <a:cs typeface="Segoe UI"/>
              </a:rPr>
              <a:t>​</a:t>
            </a:r>
          </a:p>
          <a:p>
            <a:pPr algn="ctr"/>
            <a:endParaRPr lang="en-US"/>
          </a:p>
        </p:txBody>
      </p:sp>
      <p:pic>
        <p:nvPicPr>
          <p:cNvPr id="8" name="Picture 7" descr="A blue and yellow logo&#10;&#10;AI-generated content may be incorrect.">
            <a:extLst>
              <a:ext uri="{FF2B5EF4-FFF2-40B4-BE49-F238E27FC236}">
                <a16:creationId xmlns:a16="http://schemas.microsoft.com/office/drawing/2014/main" id="{8F502B89-C315-D2D5-1203-97FBDC24CF17}"/>
              </a:ext>
            </a:extLst>
          </p:cNvPr>
          <p:cNvPicPr>
            <a:picLocks noChangeAspect="1"/>
          </p:cNvPicPr>
          <p:nvPr/>
        </p:nvPicPr>
        <p:blipFill>
          <a:blip r:embed="rId2"/>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25F83EED-C417-C669-DD29-1C7A8911F50B}"/>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504437275"/>
      </p:ext>
    </p:extLst>
  </p:cSld>
  <p:clrMapOvr>
    <a:masterClrMapping/>
  </p:clrMapOvr>
</p:sld>
</file>

<file path=ppt/slides/slide10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659C3B61-6AF1-0F2A-AE5A-7C5038BAC448}"/>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C2031F-F7DC-6F42-4AF9-BD0B0227AD47}"/>
              </a:ext>
            </a:extLst>
          </p:cNvPr>
          <p:cNvSpPr>
            <a:spLocks noGrp="1"/>
          </p:cNvSpPr>
          <p:nvPr>
            <p:ph type="title"/>
          </p:nvPr>
        </p:nvSpPr>
        <p:spPr/>
        <p:txBody>
          <a:bodyPr/>
          <a:lstStyle/>
          <a:p>
            <a:r>
              <a:rPr lang="en-US"/>
              <a:t>Answers</a:t>
            </a:r>
          </a:p>
        </p:txBody>
      </p:sp>
      <p:sp>
        <p:nvSpPr>
          <p:cNvPr id="5" name="TextBox 4">
            <a:extLst>
              <a:ext uri="{FF2B5EF4-FFF2-40B4-BE49-F238E27FC236}">
                <a16:creationId xmlns:a16="http://schemas.microsoft.com/office/drawing/2014/main" id="{766D45B9-3510-F759-373C-7E5AC42A6585}"/>
              </a:ext>
            </a:extLst>
          </p:cNvPr>
          <p:cNvSpPr txBox="1"/>
          <p:nvPr/>
        </p:nvSpPr>
        <p:spPr>
          <a:xfrm>
            <a:off x="342385" y="1525949"/>
            <a:ext cx="10522856" cy="4832092"/>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buFont typeface="Arial"/>
              <a:buChar char="•"/>
            </a:pPr>
            <a:r>
              <a:rPr lang="en-US" sz="2800" b="1">
                <a:ea typeface="+mn-lt"/>
                <a:cs typeface="+mn-lt"/>
              </a:rPr>
              <a:t>Q1 </a:t>
            </a:r>
            <a:r>
              <a:rPr lang="en-US" sz="2800" b="1">
                <a:latin typeface="Aptos"/>
                <a:ea typeface="+mn-lt"/>
                <a:cs typeface="+mn-lt"/>
              </a:rPr>
              <a:t>192.168.20.50</a:t>
            </a:r>
            <a:r>
              <a:rPr lang="en-US" sz="2800" b="1">
                <a:ea typeface="+mn-lt"/>
                <a:cs typeface="+mn-lt"/>
              </a:rPr>
              <a:t> passes</a:t>
            </a:r>
            <a:r>
              <a:rPr lang="en-US" sz="2800">
                <a:ea typeface="+mn-lt"/>
                <a:cs typeface="+mn-lt"/>
              </a:rPr>
              <a:t> (matches rule 1 exactly because it's the right source and right port). </a:t>
            </a:r>
            <a:r>
              <a:rPr lang="en-US" sz="2800" b="1">
                <a:latin typeface="Aptos"/>
                <a:ea typeface="+mn-lt"/>
                <a:cs typeface="+mn-lt"/>
              </a:rPr>
              <a:t>192.168.50.9</a:t>
            </a:r>
            <a:r>
              <a:rPr lang="en-US" sz="2800" b="1">
                <a:ea typeface="+mn-lt"/>
                <a:cs typeface="+mn-lt"/>
              </a:rPr>
              <a:t> is blocked</a:t>
            </a:r>
            <a:r>
              <a:rPr lang="en-US" sz="2800">
                <a:ea typeface="+mn-lt"/>
                <a:cs typeface="+mn-lt"/>
              </a:rPr>
              <a:t> (fails rule 1's source check, falls through to rule 2's blanket block). Source is just as much a required match as port.</a:t>
            </a:r>
          </a:p>
          <a:p>
            <a:pPr>
              <a:buFont typeface="Arial"/>
              <a:buChar char="•"/>
            </a:pPr>
            <a:r>
              <a:rPr lang="en-US" sz="2800" b="1">
                <a:ea typeface="+mn-lt"/>
                <a:cs typeface="+mn-lt"/>
              </a:rPr>
              <a:t>Q2  No, as the admin gets blocked too.</a:t>
            </a:r>
            <a:br>
              <a:rPr lang="en-US" sz="2800" b="1">
                <a:ea typeface="+mn-lt"/>
                <a:cs typeface="+mn-lt"/>
              </a:rPr>
            </a:br>
            <a:r>
              <a:rPr lang="en-US" sz="2800" b="1">
                <a:ea typeface="+mn-lt"/>
                <a:cs typeface="+mn-lt"/>
              </a:rPr>
              <a:t> "Block SSH from anyone" matches anyone, including </a:t>
            </a:r>
            <a:r>
              <a:rPr lang="en-US" sz="2800">
                <a:latin typeface="Aptos"/>
                <a:ea typeface="+mn-lt"/>
                <a:cs typeface="+mn-lt"/>
              </a:rPr>
              <a:t>192.168.20.50</a:t>
            </a:r>
            <a:r>
              <a:rPr lang="en-US" sz="2800">
                <a:ea typeface="+mn-lt"/>
                <a:cs typeface="+mn-lt"/>
              </a:rPr>
              <a:t>. The first match wins, so </a:t>
            </a:r>
            <a:r>
              <a:rPr lang="en-US" sz="2800" err="1">
                <a:ea typeface="+mn-lt"/>
                <a:cs typeface="+mn-lt"/>
              </a:rPr>
              <a:t>OPNsense</a:t>
            </a:r>
            <a:r>
              <a:rPr lang="en-US" sz="2800">
                <a:ea typeface="+mn-lt"/>
                <a:cs typeface="+mn-lt"/>
              </a:rPr>
              <a:t> never reaches the specific allow rule below it. Order alone can defeat an otherwise-correct rule.</a:t>
            </a:r>
            <a:endParaRPr lang="en-US"/>
          </a:p>
          <a:p>
            <a:pPr>
              <a:buFont typeface="Arial"/>
              <a:buChar char="•"/>
            </a:pPr>
            <a:endParaRPr lang="en-US" sz="2800" b="1"/>
          </a:p>
          <a:p>
            <a:pPr marL="285750" indent="-285750" algn="l">
              <a:buFont typeface="Arial"/>
              <a:buChar char="•"/>
            </a:pPr>
            <a:endParaRPr lang="en-US" sz="2800"/>
          </a:p>
        </p:txBody>
      </p:sp>
      <p:pic>
        <p:nvPicPr>
          <p:cNvPr id="7" name="Picture 6" descr="A blue and yellow logo&#10;&#10;AI-generated content may be incorrect.">
            <a:extLst>
              <a:ext uri="{FF2B5EF4-FFF2-40B4-BE49-F238E27FC236}">
                <a16:creationId xmlns:a16="http://schemas.microsoft.com/office/drawing/2014/main" id="{25D93E6F-7E8F-A3FD-7DA7-16C8371E0EE7}"/>
              </a:ext>
            </a:extLst>
          </p:cNvPr>
          <p:cNvPicPr>
            <a:picLocks noChangeAspect="1"/>
          </p:cNvPicPr>
          <p:nvPr/>
        </p:nvPicPr>
        <p:blipFill>
          <a:blip r:embed="rId2"/>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C1561771-DB0A-BF68-B23B-EF6A910FF148}"/>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791406921"/>
      </p:ext>
    </p:extLst>
  </p:cSld>
  <p:clrMapOvr>
    <a:masterClrMapping/>
  </p:clrMapOvr>
</p:sld>
</file>

<file path=ppt/slides/slide10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6" name="Rectangle 15">
            <a:extLst>
              <a:ext uri="{FF2B5EF4-FFF2-40B4-BE49-F238E27FC236}">
                <a16:creationId xmlns:a16="http://schemas.microsoft.com/office/drawing/2014/main" id="{04695F26-39DB-450E-B464-9C76CD233B36}"/>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Rectangle 17">
            <a:extLst>
              <a:ext uri="{FF2B5EF4-FFF2-40B4-BE49-F238E27FC236}">
                <a16:creationId xmlns:a16="http://schemas.microsoft.com/office/drawing/2014/main" id="{2F42E55F-A297-474F-AF2D-6D3A15822BCA}"/>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9611" y="-1"/>
            <a:ext cx="12191695" cy="6858000"/>
          </a:xfrm>
          <a:prstGeom prst="rect">
            <a:avLst/>
          </a:prstGeom>
          <a:solidFill>
            <a:schemeClr val="bg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8BA20E4-A61B-45BE-FC59-84726788E4FC}"/>
              </a:ext>
            </a:extLst>
          </p:cNvPr>
          <p:cNvSpPr>
            <a:spLocks noGrp="1"/>
          </p:cNvSpPr>
          <p:nvPr>
            <p:ph type="title"/>
          </p:nvPr>
        </p:nvSpPr>
        <p:spPr>
          <a:xfrm>
            <a:off x="804672" y="338328"/>
            <a:ext cx="5011473" cy="1773936"/>
          </a:xfrm>
        </p:spPr>
        <p:txBody>
          <a:bodyPr>
            <a:normAutofit/>
          </a:bodyPr>
          <a:lstStyle/>
          <a:p>
            <a:r>
              <a:rPr lang="en-US" sz="3600">
                <a:solidFill>
                  <a:schemeClr val="tx2"/>
                </a:solidFill>
              </a:rPr>
              <a:t>Setting Up Some Baseline Rules</a:t>
            </a:r>
          </a:p>
        </p:txBody>
      </p:sp>
      <p:grpSp>
        <p:nvGrpSpPr>
          <p:cNvPr id="20" name="Group 19">
            <a:extLst>
              <a:ext uri="{FF2B5EF4-FFF2-40B4-BE49-F238E27FC236}">
                <a16:creationId xmlns:a16="http://schemas.microsoft.com/office/drawing/2014/main" id="{972070F7-E065-4D60-8938-9FB8CDB8ACB0}"/>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rot="16200000" flipH="1">
            <a:off x="-179919" y="170310"/>
            <a:ext cx="2514948" cy="2174333"/>
            <a:chOff x="-305" y="-4155"/>
            <a:chExt cx="2514948" cy="2174333"/>
          </a:xfrm>
        </p:grpSpPr>
        <p:sp>
          <p:nvSpPr>
            <p:cNvPr id="21" name="Freeform: Shape 20">
              <a:extLst>
                <a:ext uri="{FF2B5EF4-FFF2-40B4-BE49-F238E27FC236}">
                  <a16:creationId xmlns:a16="http://schemas.microsoft.com/office/drawing/2014/main" id="{4F672C03-E63A-4F6B-96BD-0C4E3F1B82B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2" name="Freeform: Shape 21">
              <a:extLst>
                <a:ext uri="{FF2B5EF4-FFF2-40B4-BE49-F238E27FC236}">
                  <a16:creationId xmlns:a16="http://schemas.microsoft.com/office/drawing/2014/main" id="{9BB94CDF-5C33-4B0A-B53F-50762639C1C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3" name="Freeform: Shape 22">
              <a:extLst>
                <a:ext uri="{FF2B5EF4-FFF2-40B4-BE49-F238E27FC236}">
                  <a16:creationId xmlns:a16="http://schemas.microsoft.com/office/drawing/2014/main" id="{D3C92F9D-544D-4691-94A7-B937CF4BE369}"/>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24" name="Freeform: Shape 23">
              <a:extLst>
                <a:ext uri="{FF2B5EF4-FFF2-40B4-BE49-F238E27FC236}">
                  <a16:creationId xmlns:a16="http://schemas.microsoft.com/office/drawing/2014/main" id="{DCA4DEE4-B7B4-47F4-A9C5-31AED8369A8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90D923C1-456E-27CF-D408-F595D32D15A6}"/>
              </a:ext>
            </a:extLst>
          </p:cNvPr>
          <p:cNvSpPr>
            <a:spLocks noGrp="1"/>
          </p:cNvSpPr>
          <p:nvPr>
            <p:ph idx="1"/>
          </p:nvPr>
        </p:nvSpPr>
        <p:spPr>
          <a:xfrm>
            <a:off x="5695242" y="4499"/>
            <a:ext cx="6495141" cy="3210851"/>
          </a:xfrm>
        </p:spPr>
        <p:txBody>
          <a:bodyPr vert="horz" lIns="91440" tIns="45720" rIns="91440" bIns="45720" rtlCol="0" anchor="ctr">
            <a:noAutofit/>
          </a:bodyPr>
          <a:lstStyle/>
          <a:p>
            <a:r>
              <a:rPr lang="en-US">
                <a:solidFill>
                  <a:schemeClr val="tx2"/>
                </a:solidFill>
              </a:rPr>
              <a:t>Setting up a baseline for you to edit afterwards that will give you familiarity</a:t>
            </a:r>
            <a:endParaRPr lang="en-US"/>
          </a:p>
          <a:p>
            <a:r>
              <a:rPr lang="en-US">
                <a:solidFill>
                  <a:schemeClr val="tx2"/>
                </a:solidFill>
              </a:rPr>
              <a:t>Navigate to: Firewall &gt; Rules [new]</a:t>
            </a:r>
          </a:p>
          <a:p>
            <a:r>
              <a:rPr lang="en-US">
                <a:solidFill>
                  <a:schemeClr val="tx2"/>
                </a:solidFill>
              </a:rPr>
              <a:t>Click the "all rules" bar on top, then select "VLANXX"</a:t>
            </a:r>
          </a:p>
          <a:p>
            <a:r>
              <a:rPr lang="en-US" b="1">
                <a:solidFill>
                  <a:schemeClr val="tx2"/>
                </a:solidFill>
              </a:rPr>
              <a:t>One person in your group should do this for each VLAN</a:t>
            </a:r>
          </a:p>
        </p:txBody>
      </p:sp>
      <p:pic>
        <p:nvPicPr>
          <p:cNvPr id="4" name="Picture 3">
            <a:extLst>
              <a:ext uri="{FF2B5EF4-FFF2-40B4-BE49-F238E27FC236}">
                <a16:creationId xmlns:a16="http://schemas.microsoft.com/office/drawing/2014/main" id="{2ADDA131-E3B3-7912-60A7-59E8E4EBA383}"/>
              </a:ext>
            </a:extLst>
          </p:cNvPr>
          <p:cNvPicPr>
            <a:picLocks noChangeAspect="1"/>
          </p:cNvPicPr>
          <p:nvPr/>
        </p:nvPicPr>
        <p:blipFill>
          <a:blip r:embed="rId2"/>
          <a:srcRect l="16786" t="17460" r="1428" b="46138"/>
          <a:stretch>
            <a:fillRect/>
          </a:stretch>
        </p:blipFill>
        <p:spPr>
          <a:xfrm>
            <a:off x="2342" y="3310462"/>
            <a:ext cx="11385731" cy="2810204"/>
          </a:xfrm>
          <a:prstGeom prst="rect">
            <a:avLst/>
          </a:prstGeom>
        </p:spPr>
      </p:pic>
      <p:pic>
        <p:nvPicPr>
          <p:cNvPr id="8" name="Picture 7" descr="A blue and yellow logo&#10;&#10;AI-generated content may be incorrect.">
            <a:extLst>
              <a:ext uri="{FF2B5EF4-FFF2-40B4-BE49-F238E27FC236}">
                <a16:creationId xmlns:a16="http://schemas.microsoft.com/office/drawing/2014/main" id="{75112E59-D300-9B88-15B3-D7FC6B9BB85B}"/>
              </a:ext>
            </a:extLst>
          </p:cNvPr>
          <p:cNvPicPr>
            <a:picLocks noChangeAspect="1"/>
          </p:cNvPicPr>
          <p:nvPr/>
        </p:nvPicPr>
        <p:blipFill>
          <a:blip r:embed="rId3"/>
          <a:stretch>
            <a:fillRect/>
          </a:stretch>
        </p:blipFill>
        <p:spPr>
          <a:xfrm>
            <a:off x="2721" y="6122079"/>
            <a:ext cx="2498272" cy="738869"/>
          </a:xfrm>
          <a:prstGeom prst="rect">
            <a:avLst/>
          </a:prstGeom>
        </p:spPr>
      </p:pic>
      <p:sp>
        <p:nvSpPr>
          <p:cNvPr id="6" name="TextBox 5">
            <a:extLst>
              <a:ext uri="{FF2B5EF4-FFF2-40B4-BE49-F238E27FC236}">
                <a16:creationId xmlns:a16="http://schemas.microsoft.com/office/drawing/2014/main" id="{47FBAA2F-576E-658A-746F-7214153B9D0F}"/>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66684995"/>
      </p:ext>
    </p:extLst>
  </p:cSld>
  <p:clrMapOvr>
    <a:masterClrMapping/>
  </p:clrMapOvr>
</p:sld>
</file>

<file path=ppt/slides/slide10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9" name="Rectangle 8">
            <a:extLst>
              <a:ext uri="{FF2B5EF4-FFF2-40B4-BE49-F238E27FC236}">
                <a16:creationId xmlns:a16="http://schemas.microsoft.com/office/drawing/2014/main" id="{A4AC5506-6312-4701-8D3C-40187889A94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651752"/>
            <a:ext cx="12192000" cy="736551"/>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A2908ED-5877-3060-8C8D-97749D95017C}"/>
              </a:ext>
            </a:extLst>
          </p:cNvPr>
          <p:cNvSpPr>
            <a:spLocks noGrp="1"/>
          </p:cNvSpPr>
          <p:nvPr>
            <p:ph type="title"/>
          </p:nvPr>
        </p:nvSpPr>
        <p:spPr>
          <a:xfrm>
            <a:off x="556532" y="643467"/>
            <a:ext cx="11210925" cy="744836"/>
          </a:xfrm>
        </p:spPr>
        <p:txBody>
          <a:bodyPr vert="horz" lIns="91440" tIns="45720" rIns="91440" bIns="45720" rtlCol="0" anchor="ctr">
            <a:normAutofit/>
          </a:bodyPr>
          <a:lstStyle/>
          <a:p>
            <a:pPr algn="ctr"/>
            <a:r>
              <a:rPr lang="en-US" sz="3200" kern="1200">
                <a:solidFill>
                  <a:schemeClr val="bg1"/>
                </a:solidFill>
                <a:latin typeface="+mj-lt"/>
                <a:ea typeface="+mj-ea"/>
                <a:cs typeface="+mj-cs"/>
              </a:rPr>
              <a:t>It Will Be Blank</a:t>
            </a:r>
          </a:p>
        </p:txBody>
      </p:sp>
      <p:pic>
        <p:nvPicPr>
          <p:cNvPr id="4" name="Content Placeholder 3">
            <a:extLst>
              <a:ext uri="{FF2B5EF4-FFF2-40B4-BE49-F238E27FC236}">
                <a16:creationId xmlns:a16="http://schemas.microsoft.com/office/drawing/2014/main" id="{CD1DF177-5F2B-7262-69D6-CA05B27CE77A}"/>
              </a:ext>
            </a:extLst>
          </p:cNvPr>
          <p:cNvPicPr>
            <a:picLocks noGrp="1" noChangeAspect="1"/>
          </p:cNvPicPr>
          <p:nvPr>
            <p:ph idx="1"/>
          </p:nvPr>
        </p:nvPicPr>
        <p:blipFill>
          <a:blip r:embed="rId2"/>
          <a:srcRect l="17024" t="14195" r="595" b="50636"/>
          <a:stretch>
            <a:fillRect/>
          </a:stretch>
        </p:blipFill>
        <p:spPr>
          <a:xfrm>
            <a:off x="-2416" y="2258185"/>
            <a:ext cx="12196835" cy="2923483"/>
          </a:xfrm>
          <a:prstGeom prst="rect">
            <a:avLst/>
          </a:prstGeom>
        </p:spPr>
      </p:pic>
      <p:pic>
        <p:nvPicPr>
          <p:cNvPr id="6" name="Picture 5" descr="A blue and yellow logo&#10;&#10;AI-generated content may be incorrect.">
            <a:extLst>
              <a:ext uri="{FF2B5EF4-FFF2-40B4-BE49-F238E27FC236}">
                <a16:creationId xmlns:a16="http://schemas.microsoft.com/office/drawing/2014/main" id="{9BF297A3-33D1-297E-27CD-C86A873FE1BD}"/>
              </a:ext>
            </a:extLst>
          </p:cNvPr>
          <p:cNvPicPr>
            <a:picLocks noChangeAspect="1"/>
          </p:cNvPicPr>
          <p:nvPr/>
        </p:nvPicPr>
        <p:blipFill>
          <a:blip r:embed="rId3"/>
          <a:stretch>
            <a:fillRect/>
          </a:stretch>
        </p:blipFill>
        <p:spPr>
          <a:xfrm>
            <a:off x="2721" y="6122079"/>
            <a:ext cx="2498272" cy="738869"/>
          </a:xfrm>
          <a:prstGeom prst="rect">
            <a:avLst/>
          </a:prstGeom>
        </p:spPr>
      </p:pic>
      <p:sp>
        <p:nvSpPr>
          <p:cNvPr id="5" name="TextBox 4">
            <a:extLst>
              <a:ext uri="{FF2B5EF4-FFF2-40B4-BE49-F238E27FC236}">
                <a16:creationId xmlns:a16="http://schemas.microsoft.com/office/drawing/2014/main" id="{E46B226E-730B-4E21-9467-9C2EDCB1E7D7}"/>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1929246539"/>
      </p:ext>
    </p:extLst>
  </p:cSld>
  <p:clrMapOvr>
    <a:masterClrMapping/>
  </p:clrMapOvr>
</p:sld>
</file>

<file path=ppt/slides/slide11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7E6D2D34-4BB4-460B-8844-027610FB21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8DE7AA3-92CC-111E-CBB9-416E8A7C4327}"/>
              </a:ext>
            </a:extLst>
          </p:cNvPr>
          <p:cNvSpPr>
            <a:spLocks noGrp="1"/>
          </p:cNvSpPr>
          <p:nvPr>
            <p:ph type="title"/>
          </p:nvPr>
        </p:nvSpPr>
        <p:spPr>
          <a:xfrm>
            <a:off x="77933" y="-503331"/>
            <a:ext cx="4977976" cy="1455996"/>
          </a:xfrm>
        </p:spPr>
        <p:txBody>
          <a:bodyPr anchor="b">
            <a:normAutofit/>
          </a:bodyPr>
          <a:lstStyle/>
          <a:p>
            <a:r>
              <a:rPr lang="en-US" sz="3600">
                <a:solidFill>
                  <a:schemeClr val="tx2"/>
                </a:solidFill>
              </a:rPr>
              <a:t>First Rule</a:t>
            </a:r>
          </a:p>
        </p:txBody>
      </p:sp>
      <p:pic>
        <p:nvPicPr>
          <p:cNvPr id="4" name="Picture 3">
            <a:extLst>
              <a:ext uri="{FF2B5EF4-FFF2-40B4-BE49-F238E27FC236}">
                <a16:creationId xmlns:a16="http://schemas.microsoft.com/office/drawing/2014/main" id="{11522BBE-AB8D-78AB-765A-D2203EF19957}"/>
              </a:ext>
            </a:extLst>
          </p:cNvPr>
          <p:cNvPicPr>
            <a:picLocks noChangeAspect="1"/>
          </p:cNvPicPr>
          <p:nvPr/>
        </p:nvPicPr>
        <p:blipFill>
          <a:blip r:embed="rId2"/>
          <a:srcRect l="9821" t="18061" r="59583" b="10044"/>
          <a:stretch>
            <a:fillRect/>
          </a:stretch>
        </p:blipFill>
        <p:spPr>
          <a:xfrm>
            <a:off x="77556" y="1088901"/>
            <a:ext cx="4342477" cy="5770614"/>
          </a:xfrm>
          <a:prstGeom prst="rect">
            <a:avLst/>
          </a:prstGeom>
        </p:spPr>
      </p:pic>
      <p:grpSp>
        <p:nvGrpSpPr>
          <p:cNvPr id="13" name="Group 12">
            <a:extLst>
              <a:ext uri="{FF2B5EF4-FFF2-40B4-BE49-F238E27FC236}">
                <a16:creationId xmlns:a16="http://schemas.microsoft.com/office/drawing/2014/main" id="{C5314570-9B06-4D37-8CBD-EDD67C2FA205}"/>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14" name="Freeform: Shape 13">
              <a:extLst>
                <a:ext uri="{FF2B5EF4-FFF2-40B4-BE49-F238E27FC236}">
                  <a16:creationId xmlns:a16="http://schemas.microsoft.com/office/drawing/2014/main" id="{A204F55B-358D-4FB5-9979-6724C64154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C4F77C62-9DDF-48D3-A074-159A32767AA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DEB07022-F30B-49CA-B1DD-A826815C4AC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F7C47E16-167C-48BF-9FC9-08787D3489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49F5EDDC-CCCD-9683-0B8F-8B987E33E0A2}"/>
              </a:ext>
            </a:extLst>
          </p:cNvPr>
          <p:cNvSpPr>
            <a:spLocks noGrp="1"/>
          </p:cNvSpPr>
          <p:nvPr>
            <p:ph idx="1"/>
          </p:nvPr>
        </p:nvSpPr>
        <p:spPr>
          <a:xfrm>
            <a:off x="4697203" y="672711"/>
            <a:ext cx="4977578" cy="3639289"/>
          </a:xfrm>
        </p:spPr>
        <p:txBody>
          <a:bodyPr vert="horz" lIns="91440" tIns="45720" rIns="91440" bIns="45720" rtlCol="0" anchor="ctr">
            <a:normAutofit/>
          </a:bodyPr>
          <a:lstStyle/>
          <a:p>
            <a:r>
              <a:rPr lang="en-US" sz="1800">
                <a:solidFill>
                  <a:schemeClr val="tx2"/>
                </a:solidFill>
              </a:rPr>
              <a:t>We want to deny all IPv6 traffic on this VLAN since we won't be using it</a:t>
            </a:r>
          </a:p>
          <a:p>
            <a:r>
              <a:rPr lang="en-US" sz="1800" b="1">
                <a:solidFill>
                  <a:schemeClr val="tx2"/>
                </a:solidFill>
              </a:rPr>
              <a:t>What should we change?</a:t>
            </a:r>
          </a:p>
        </p:txBody>
      </p:sp>
      <p:pic>
        <p:nvPicPr>
          <p:cNvPr id="8" name="Picture 7" descr="A blue and yellow logo&#10;&#10;AI-generated content may be incorrect.">
            <a:extLst>
              <a:ext uri="{FF2B5EF4-FFF2-40B4-BE49-F238E27FC236}">
                <a16:creationId xmlns:a16="http://schemas.microsoft.com/office/drawing/2014/main" id="{8357DEDF-8C15-56A0-9B0E-02856D1D1CCF}"/>
              </a:ext>
            </a:extLst>
          </p:cNvPr>
          <p:cNvPicPr>
            <a:picLocks noChangeAspect="1"/>
          </p:cNvPicPr>
          <p:nvPr/>
        </p:nvPicPr>
        <p:blipFill>
          <a:blip r:embed="rId3"/>
          <a:stretch>
            <a:fillRect/>
          </a:stretch>
        </p:blipFill>
        <p:spPr>
          <a:xfrm>
            <a:off x="2114550" y="222022"/>
            <a:ext cx="2498272" cy="738869"/>
          </a:xfrm>
          <a:prstGeom prst="rect">
            <a:avLst/>
          </a:prstGeom>
        </p:spPr>
      </p:pic>
      <p:sp>
        <p:nvSpPr>
          <p:cNvPr id="6" name="TextBox 5">
            <a:extLst>
              <a:ext uri="{FF2B5EF4-FFF2-40B4-BE49-F238E27FC236}">
                <a16:creationId xmlns:a16="http://schemas.microsoft.com/office/drawing/2014/main" id="{5F78DB93-69CE-9D83-03E4-2A47A21566F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893946709"/>
      </p:ext>
    </p:extLst>
  </p:cSld>
  <p:clrMapOvr>
    <a:masterClrMapping/>
  </p:clrMapOvr>
</p:sld>
</file>

<file path=ppt/slides/slide11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940C5E19-6094-2922-7B29-B69863F027EC}"/>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F5DAB605-59C9-08BD-1DE0-8771D7EFE2B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3E8DF9D1-BFA0-E7E1-00E7-21146D71B18C}"/>
              </a:ext>
            </a:extLst>
          </p:cNvPr>
          <p:cNvSpPr>
            <a:spLocks noGrp="1"/>
          </p:cNvSpPr>
          <p:nvPr>
            <p:ph type="title"/>
          </p:nvPr>
        </p:nvSpPr>
        <p:spPr>
          <a:xfrm>
            <a:off x="77933" y="-503331"/>
            <a:ext cx="4977976" cy="1455996"/>
          </a:xfrm>
        </p:spPr>
        <p:txBody>
          <a:bodyPr anchor="b">
            <a:normAutofit/>
          </a:bodyPr>
          <a:lstStyle/>
          <a:p>
            <a:r>
              <a:rPr lang="en-US" sz="3600">
                <a:solidFill>
                  <a:schemeClr val="tx2"/>
                </a:solidFill>
              </a:rPr>
              <a:t>First Rule</a:t>
            </a:r>
          </a:p>
        </p:txBody>
      </p:sp>
      <p:pic>
        <p:nvPicPr>
          <p:cNvPr id="4" name="Picture 3">
            <a:extLst>
              <a:ext uri="{FF2B5EF4-FFF2-40B4-BE49-F238E27FC236}">
                <a16:creationId xmlns:a16="http://schemas.microsoft.com/office/drawing/2014/main" id="{1A1EB12A-4705-2AFC-68F5-FC052883CA6F}"/>
              </a:ext>
            </a:extLst>
          </p:cNvPr>
          <p:cNvPicPr>
            <a:picLocks noChangeAspect="1"/>
          </p:cNvPicPr>
          <p:nvPr/>
        </p:nvPicPr>
        <p:blipFill>
          <a:blip r:embed="rId2"/>
          <a:srcRect l="9821" t="18061" r="59583" b="10044"/>
          <a:stretch>
            <a:fillRect/>
          </a:stretch>
        </p:blipFill>
        <p:spPr>
          <a:xfrm>
            <a:off x="77556" y="1088901"/>
            <a:ext cx="4342477" cy="5770614"/>
          </a:xfrm>
          <a:prstGeom prst="rect">
            <a:avLst/>
          </a:prstGeom>
        </p:spPr>
      </p:pic>
      <p:grpSp>
        <p:nvGrpSpPr>
          <p:cNvPr id="13" name="Group 12">
            <a:extLst>
              <a:ext uri="{FF2B5EF4-FFF2-40B4-BE49-F238E27FC236}">
                <a16:creationId xmlns:a16="http://schemas.microsoft.com/office/drawing/2014/main" id="{7EC4C9AD-A231-31FA-CAF3-CE8E4D10D88C}"/>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14" name="Freeform: Shape 13">
              <a:extLst>
                <a:ext uri="{FF2B5EF4-FFF2-40B4-BE49-F238E27FC236}">
                  <a16:creationId xmlns:a16="http://schemas.microsoft.com/office/drawing/2014/main" id="{A7D0BC0B-C429-C68D-CE13-06ED1017FA3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DB5B6E9C-8D0E-D40C-B0A3-648CE844A9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FA0116A-C7A9-A4D8-8DB7-1C4F771C01F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86C7B0F3-AA46-C918-64E6-57BD5C0E9BCB}"/>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6" name="Picture 5" descr="A screenshot of a computer&#10;&#10;AI-generated content may be incorrect.">
            <a:extLst>
              <a:ext uri="{FF2B5EF4-FFF2-40B4-BE49-F238E27FC236}">
                <a16:creationId xmlns:a16="http://schemas.microsoft.com/office/drawing/2014/main" id="{F2406205-7674-772E-D1A9-60FA0C6EE60B}"/>
              </a:ext>
            </a:extLst>
          </p:cNvPr>
          <p:cNvPicPr>
            <a:picLocks noChangeAspect="1"/>
          </p:cNvPicPr>
          <p:nvPr/>
        </p:nvPicPr>
        <p:blipFill>
          <a:blip r:embed="rId2"/>
          <a:srcRect l="59590" t="18498" r="9643" b="9841"/>
          <a:stretch>
            <a:fillRect/>
          </a:stretch>
        </p:blipFill>
        <p:spPr>
          <a:xfrm>
            <a:off x="5554672" y="1089111"/>
            <a:ext cx="4382817" cy="5777871"/>
          </a:xfrm>
          <a:prstGeom prst="rect">
            <a:avLst/>
          </a:prstGeom>
        </p:spPr>
      </p:pic>
      <p:pic>
        <p:nvPicPr>
          <p:cNvPr id="7" name="Picture 6" descr="A blue and yellow logo&#10;&#10;AI-generated content may be incorrect.">
            <a:extLst>
              <a:ext uri="{FF2B5EF4-FFF2-40B4-BE49-F238E27FC236}">
                <a16:creationId xmlns:a16="http://schemas.microsoft.com/office/drawing/2014/main" id="{22546342-C07D-513C-A737-14B97CF6B257}"/>
              </a:ext>
            </a:extLst>
          </p:cNvPr>
          <p:cNvPicPr>
            <a:picLocks noChangeAspect="1"/>
          </p:cNvPicPr>
          <p:nvPr/>
        </p:nvPicPr>
        <p:blipFill>
          <a:blip r:embed="rId3"/>
          <a:stretch>
            <a:fillRect/>
          </a:stretch>
        </p:blipFill>
        <p:spPr>
          <a:xfrm>
            <a:off x="2114550" y="222022"/>
            <a:ext cx="2498272" cy="738869"/>
          </a:xfrm>
          <a:prstGeom prst="rect">
            <a:avLst/>
          </a:prstGeom>
        </p:spPr>
      </p:pic>
      <p:sp>
        <p:nvSpPr>
          <p:cNvPr id="10" name="Arrow: Right 9">
            <a:extLst>
              <a:ext uri="{FF2B5EF4-FFF2-40B4-BE49-F238E27FC236}">
                <a16:creationId xmlns:a16="http://schemas.microsoft.com/office/drawing/2014/main" id="{C38FD7FC-2BDE-19AA-4664-BD0AF2E604E8}"/>
              </a:ext>
            </a:extLst>
          </p:cNvPr>
          <p:cNvSpPr/>
          <p:nvPr/>
        </p:nvSpPr>
        <p:spPr>
          <a:xfrm>
            <a:off x="4564851" y="3490576"/>
            <a:ext cx="978408" cy="4846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extBox 4">
            <a:extLst>
              <a:ext uri="{FF2B5EF4-FFF2-40B4-BE49-F238E27FC236}">
                <a16:creationId xmlns:a16="http://schemas.microsoft.com/office/drawing/2014/main" id="{C068F6E7-BCC2-A1B2-0B2E-1B754CB07BC5}"/>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2524170109"/>
      </p:ext>
    </p:extLst>
  </p:cSld>
  <p:clrMapOvr>
    <a:masterClrMapping/>
  </p:clrMapOvr>
</p:sld>
</file>

<file path=ppt/slides/slide11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9864843-BE68-2CFB-328A-58174392365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9F111B6-B18D-6AD9-AEC8-C23F7109010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3ED5B4E-B88E-A321-D7AA-73513F456DA1}"/>
              </a:ext>
            </a:extLst>
          </p:cNvPr>
          <p:cNvSpPr>
            <a:spLocks noGrp="1"/>
          </p:cNvSpPr>
          <p:nvPr>
            <p:ph type="title"/>
          </p:nvPr>
        </p:nvSpPr>
        <p:spPr>
          <a:xfrm>
            <a:off x="77933" y="-503331"/>
            <a:ext cx="4977976" cy="1455996"/>
          </a:xfrm>
        </p:spPr>
        <p:txBody>
          <a:bodyPr anchor="b">
            <a:normAutofit/>
          </a:bodyPr>
          <a:lstStyle/>
          <a:p>
            <a:r>
              <a:rPr lang="en-US" sz="3600">
                <a:solidFill>
                  <a:schemeClr val="tx2"/>
                </a:solidFill>
              </a:rPr>
              <a:t>Second Rule</a:t>
            </a:r>
          </a:p>
        </p:txBody>
      </p:sp>
      <p:grpSp>
        <p:nvGrpSpPr>
          <p:cNvPr id="13" name="Group 12">
            <a:extLst>
              <a:ext uri="{FF2B5EF4-FFF2-40B4-BE49-F238E27FC236}">
                <a16:creationId xmlns:a16="http://schemas.microsoft.com/office/drawing/2014/main" id="{9D56DF76-7FEA-A721-9F76-77972529AEC2}"/>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14" name="Freeform: Shape 13">
              <a:extLst>
                <a:ext uri="{FF2B5EF4-FFF2-40B4-BE49-F238E27FC236}">
                  <a16:creationId xmlns:a16="http://schemas.microsoft.com/office/drawing/2014/main" id="{50287D21-48D5-D7FC-792D-7376C33416E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53C4E0F8-A99A-3440-5AE3-82A97FCB282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9CA2B968-1AE8-1ACC-0925-4712FD543D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6F8D9375-8432-8672-61AF-48C025A29C8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99FD472A-41D4-0A79-5169-282E88B48E5F}"/>
              </a:ext>
            </a:extLst>
          </p:cNvPr>
          <p:cNvSpPr>
            <a:spLocks noGrp="1"/>
          </p:cNvSpPr>
          <p:nvPr>
            <p:ph idx="1"/>
          </p:nvPr>
        </p:nvSpPr>
        <p:spPr>
          <a:xfrm>
            <a:off x="4697203" y="672711"/>
            <a:ext cx="4977578" cy="3639289"/>
          </a:xfrm>
        </p:spPr>
        <p:txBody>
          <a:bodyPr vert="horz" lIns="91440" tIns="45720" rIns="91440" bIns="45720" rtlCol="0" anchor="ctr">
            <a:normAutofit/>
          </a:bodyPr>
          <a:lstStyle/>
          <a:p>
            <a:r>
              <a:rPr lang="en-US" sz="1800">
                <a:solidFill>
                  <a:schemeClr val="tx2"/>
                </a:solidFill>
              </a:rPr>
              <a:t>We want to allow VLAN50 to talk to itself in all cases (e.g. gateway); not usually needed as a command</a:t>
            </a:r>
          </a:p>
          <a:p>
            <a:r>
              <a:rPr lang="en-US" sz="1800" b="1">
                <a:solidFill>
                  <a:schemeClr val="tx2"/>
                </a:solidFill>
              </a:rPr>
              <a:t>What should we change?</a:t>
            </a:r>
          </a:p>
        </p:txBody>
      </p:sp>
      <p:pic>
        <p:nvPicPr>
          <p:cNvPr id="8" name="Picture 7" descr="A blue and yellow logo&#10;&#10;AI-generated content may be incorrect.">
            <a:extLst>
              <a:ext uri="{FF2B5EF4-FFF2-40B4-BE49-F238E27FC236}">
                <a16:creationId xmlns:a16="http://schemas.microsoft.com/office/drawing/2014/main" id="{E6718544-1803-C234-71CF-C253596CB29B}"/>
              </a:ext>
            </a:extLst>
          </p:cNvPr>
          <p:cNvPicPr>
            <a:picLocks noChangeAspect="1"/>
          </p:cNvPicPr>
          <p:nvPr/>
        </p:nvPicPr>
        <p:blipFill>
          <a:blip r:embed="rId2"/>
          <a:stretch>
            <a:fillRect/>
          </a:stretch>
        </p:blipFill>
        <p:spPr>
          <a:xfrm>
            <a:off x="2564493" y="214765"/>
            <a:ext cx="2498272" cy="738869"/>
          </a:xfrm>
          <a:prstGeom prst="rect">
            <a:avLst/>
          </a:prstGeom>
        </p:spPr>
      </p:pic>
      <p:pic>
        <p:nvPicPr>
          <p:cNvPr id="5" name="Picture 4">
            <a:extLst>
              <a:ext uri="{FF2B5EF4-FFF2-40B4-BE49-F238E27FC236}">
                <a16:creationId xmlns:a16="http://schemas.microsoft.com/office/drawing/2014/main" id="{DFAEEA96-6144-06D6-0DDA-F1EE2B43F0E9}"/>
              </a:ext>
            </a:extLst>
          </p:cNvPr>
          <p:cNvPicPr>
            <a:picLocks noChangeAspect="1"/>
          </p:cNvPicPr>
          <p:nvPr/>
        </p:nvPicPr>
        <p:blipFill>
          <a:blip r:embed="rId3"/>
          <a:srcRect l="9702" t="18942" r="59687" b="9936"/>
          <a:stretch>
            <a:fillRect/>
          </a:stretch>
        </p:blipFill>
        <p:spPr>
          <a:xfrm>
            <a:off x="696685" y="1081315"/>
            <a:ext cx="3732082" cy="4877595"/>
          </a:xfrm>
          <a:prstGeom prst="rect">
            <a:avLst/>
          </a:prstGeom>
        </p:spPr>
      </p:pic>
      <p:sp>
        <p:nvSpPr>
          <p:cNvPr id="6" name="TextBox 5">
            <a:extLst>
              <a:ext uri="{FF2B5EF4-FFF2-40B4-BE49-F238E27FC236}">
                <a16:creationId xmlns:a16="http://schemas.microsoft.com/office/drawing/2014/main" id="{88A9B680-FEFD-381E-5905-53F5EF014BA3}"/>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674606870"/>
      </p:ext>
    </p:extLst>
  </p:cSld>
  <p:clrMapOvr>
    <a:masterClrMapping/>
  </p:clrMapOvr>
</p:sld>
</file>

<file path=ppt/slides/slide11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114DDC6-B500-DB86-7425-6D47F80B1924}"/>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17CA240F-F5CE-42E3-6E86-872212E604E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A0870DB-24BA-18E1-AD33-B4C7A254871E}"/>
              </a:ext>
            </a:extLst>
          </p:cNvPr>
          <p:cNvSpPr>
            <a:spLocks noGrp="1"/>
          </p:cNvSpPr>
          <p:nvPr>
            <p:ph type="title"/>
          </p:nvPr>
        </p:nvSpPr>
        <p:spPr>
          <a:xfrm>
            <a:off x="77933" y="-503331"/>
            <a:ext cx="4977976" cy="1455996"/>
          </a:xfrm>
        </p:spPr>
        <p:txBody>
          <a:bodyPr anchor="b">
            <a:normAutofit/>
          </a:bodyPr>
          <a:lstStyle/>
          <a:p>
            <a:r>
              <a:rPr lang="en-US" sz="3600">
                <a:solidFill>
                  <a:schemeClr val="tx2"/>
                </a:solidFill>
              </a:rPr>
              <a:t>Second Rule</a:t>
            </a:r>
          </a:p>
        </p:txBody>
      </p:sp>
      <p:grpSp>
        <p:nvGrpSpPr>
          <p:cNvPr id="13" name="Group 12">
            <a:extLst>
              <a:ext uri="{FF2B5EF4-FFF2-40B4-BE49-F238E27FC236}">
                <a16:creationId xmlns:a16="http://schemas.microsoft.com/office/drawing/2014/main" id="{7AD910B2-8091-19E1-19AA-E3B848DC3DC3}"/>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14" name="Freeform: Shape 13">
              <a:extLst>
                <a:ext uri="{FF2B5EF4-FFF2-40B4-BE49-F238E27FC236}">
                  <a16:creationId xmlns:a16="http://schemas.microsoft.com/office/drawing/2014/main" id="{F11B260D-DD6B-0875-AA97-45ABA475606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991C2E9D-82C7-792C-ECF7-1EA97452F19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52A3D416-C4C5-8B42-344F-F1F31388B3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7773220F-0B9B-D80C-0ACF-C6C5F2A84714}"/>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descr="A blue and yellow logo&#10;&#10;AI-generated content may be incorrect.">
            <a:extLst>
              <a:ext uri="{FF2B5EF4-FFF2-40B4-BE49-F238E27FC236}">
                <a16:creationId xmlns:a16="http://schemas.microsoft.com/office/drawing/2014/main" id="{E75F90A3-5E59-E04C-55FD-F212642094D7}"/>
              </a:ext>
            </a:extLst>
          </p:cNvPr>
          <p:cNvPicPr>
            <a:picLocks noChangeAspect="1"/>
          </p:cNvPicPr>
          <p:nvPr/>
        </p:nvPicPr>
        <p:blipFill>
          <a:blip r:embed="rId2"/>
          <a:stretch>
            <a:fillRect/>
          </a:stretch>
        </p:blipFill>
        <p:spPr>
          <a:xfrm>
            <a:off x="2564493" y="222022"/>
            <a:ext cx="2498272" cy="738869"/>
          </a:xfrm>
          <a:prstGeom prst="rect">
            <a:avLst/>
          </a:prstGeom>
        </p:spPr>
      </p:pic>
      <p:sp>
        <p:nvSpPr>
          <p:cNvPr id="10" name="Arrow: Right 9">
            <a:extLst>
              <a:ext uri="{FF2B5EF4-FFF2-40B4-BE49-F238E27FC236}">
                <a16:creationId xmlns:a16="http://schemas.microsoft.com/office/drawing/2014/main" id="{5EA952C7-CA5A-4A5C-359D-A82B17EBA575}"/>
              </a:ext>
            </a:extLst>
          </p:cNvPr>
          <p:cNvSpPr/>
          <p:nvPr/>
        </p:nvSpPr>
        <p:spPr>
          <a:xfrm>
            <a:off x="4564851" y="3490576"/>
            <a:ext cx="978408" cy="4846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screenshot of a computer&#10;&#10;AI-generated content may be incorrect.">
            <a:extLst>
              <a:ext uri="{FF2B5EF4-FFF2-40B4-BE49-F238E27FC236}">
                <a16:creationId xmlns:a16="http://schemas.microsoft.com/office/drawing/2014/main" id="{30C2684A-0D9D-2E53-32C7-CB8C5109B2FD}"/>
              </a:ext>
            </a:extLst>
          </p:cNvPr>
          <p:cNvPicPr>
            <a:picLocks noChangeAspect="1"/>
          </p:cNvPicPr>
          <p:nvPr/>
        </p:nvPicPr>
        <p:blipFill>
          <a:blip r:embed="rId3"/>
          <a:srcRect l="9702" t="18942" r="59687" b="9936"/>
          <a:stretch>
            <a:fillRect/>
          </a:stretch>
        </p:blipFill>
        <p:spPr>
          <a:xfrm>
            <a:off x="696685" y="1081315"/>
            <a:ext cx="3732082" cy="4877595"/>
          </a:xfrm>
          <a:prstGeom prst="rect">
            <a:avLst/>
          </a:prstGeom>
        </p:spPr>
      </p:pic>
      <p:pic>
        <p:nvPicPr>
          <p:cNvPr id="9" name="Picture 8" descr="A screenshot of a computer&#10;&#10;AI-generated content may be incorrect.">
            <a:extLst>
              <a:ext uri="{FF2B5EF4-FFF2-40B4-BE49-F238E27FC236}">
                <a16:creationId xmlns:a16="http://schemas.microsoft.com/office/drawing/2014/main" id="{8B9A9CEA-9D1B-E18B-F18E-561694E60CD5}"/>
              </a:ext>
            </a:extLst>
          </p:cNvPr>
          <p:cNvPicPr>
            <a:picLocks noChangeAspect="1"/>
          </p:cNvPicPr>
          <p:nvPr/>
        </p:nvPicPr>
        <p:blipFill>
          <a:blip r:embed="rId3"/>
          <a:srcRect l="59559" t="18624" r="9589" b="10264"/>
          <a:stretch>
            <a:fillRect/>
          </a:stretch>
        </p:blipFill>
        <p:spPr>
          <a:xfrm>
            <a:off x="5632234" y="1291772"/>
            <a:ext cx="3761368" cy="4876882"/>
          </a:xfrm>
          <a:prstGeom prst="rect">
            <a:avLst/>
          </a:prstGeom>
        </p:spPr>
      </p:pic>
      <p:sp>
        <p:nvSpPr>
          <p:cNvPr id="4" name="TextBox 3">
            <a:extLst>
              <a:ext uri="{FF2B5EF4-FFF2-40B4-BE49-F238E27FC236}">
                <a16:creationId xmlns:a16="http://schemas.microsoft.com/office/drawing/2014/main" id="{85C584E0-9082-481A-ACD8-5E2F0EA8C354}"/>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4194628088"/>
      </p:ext>
    </p:extLst>
  </p:cSld>
  <p:clrMapOvr>
    <a:masterClrMapping/>
  </p:clrMapOvr>
</p:sld>
</file>

<file path=ppt/slides/slide114.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18288D5F-5C2D-FE59-29FF-A01321BA86BF}"/>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5894CE16-5075-7522-4433-BC1131A1B8D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E4FCD16A-9EC8-5635-5596-AC865276E5D8}"/>
              </a:ext>
            </a:extLst>
          </p:cNvPr>
          <p:cNvSpPr>
            <a:spLocks noGrp="1"/>
          </p:cNvSpPr>
          <p:nvPr>
            <p:ph type="title"/>
          </p:nvPr>
        </p:nvSpPr>
        <p:spPr>
          <a:xfrm>
            <a:off x="77933" y="-503331"/>
            <a:ext cx="4977976" cy="1455996"/>
          </a:xfrm>
        </p:spPr>
        <p:txBody>
          <a:bodyPr anchor="b">
            <a:normAutofit/>
          </a:bodyPr>
          <a:lstStyle/>
          <a:p>
            <a:r>
              <a:rPr lang="en-US" sz="3600">
                <a:solidFill>
                  <a:schemeClr val="tx2"/>
                </a:solidFill>
              </a:rPr>
              <a:t>Third Rule</a:t>
            </a:r>
          </a:p>
        </p:txBody>
      </p:sp>
      <p:grpSp>
        <p:nvGrpSpPr>
          <p:cNvPr id="13" name="Group 12">
            <a:extLst>
              <a:ext uri="{FF2B5EF4-FFF2-40B4-BE49-F238E27FC236}">
                <a16:creationId xmlns:a16="http://schemas.microsoft.com/office/drawing/2014/main" id="{5DD10A74-B0FD-99DB-97BF-65C54E6FB44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14" name="Freeform: Shape 13">
              <a:extLst>
                <a:ext uri="{FF2B5EF4-FFF2-40B4-BE49-F238E27FC236}">
                  <a16:creationId xmlns:a16="http://schemas.microsoft.com/office/drawing/2014/main" id="{F3180DC2-1900-35BA-86DE-16110126473F}"/>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35AF2798-DA52-224C-5922-F880DB7CC17D}"/>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3229094-0E07-1362-C878-8543B5BEF7F8}"/>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8487553E-AC65-F1A8-067F-FBCA64FD84D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178E761E-DD84-FE4D-EB00-F7024276351E}"/>
              </a:ext>
            </a:extLst>
          </p:cNvPr>
          <p:cNvSpPr>
            <a:spLocks noGrp="1"/>
          </p:cNvSpPr>
          <p:nvPr>
            <p:ph idx="1"/>
          </p:nvPr>
        </p:nvSpPr>
        <p:spPr>
          <a:xfrm>
            <a:off x="4697203" y="672711"/>
            <a:ext cx="4977578" cy="3639289"/>
          </a:xfrm>
        </p:spPr>
        <p:txBody>
          <a:bodyPr vert="horz" lIns="91440" tIns="45720" rIns="91440" bIns="45720" rtlCol="0" anchor="ctr">
            <a:normAutofit/>
          </a:bodyPr>
          <a:lstStyle/>
          <a:p>
            <a:r>
              <a:rPr lang="en-US" sz="1800">
                <a:solidFill>
                  <a:schemeClr val="tx2"/>
                </a:solidFill>
              </a:rPr>
              <a:t>We want to deny traffic from all other VLANs?</a:t>
            </a:r>
          </a:p>
          <a:p>
            <a:r>
              <a:rPr lang="en-US" sz="1800" b="1">
                <a:solidFill>
                  <a:schemeClr val="tx2"/>
                </a:solidFill>
              </a:rPr>
              <a:t>What should we change?</a:t>
            </a:r>
          </a:p>
        </p:txBody>
      </p:sp>
      <p:pic>
        <p:nvPicPr>
          <p:cNvPr id="8" name="Picture 7" descr="A blue and yellow logo&#10;&#10;AI-generated content may be incorrect.">
            <a:extLst>
              <a:ext uri="{FF2B5EF4-FFF2-40B4-BE49-F238E27FC236}">
                <a16:creationId xmlns:a16="http://schemas.microsoft.com/office/drawing/2014/main" id="{1EFC756F-4CD1-0CEE-51C2-EAF70C4B7CE2}"/>
              </a:ext>
            </a:extLst>
          </p:cNvPr>
          <p:cNvPicPr>
            <a:picLocks noChangeAspect="1"/>
          </p:cNvPicPr>
          <p:nvPr/>
        </p:nvPicPr>
        <p:blipFill>
          <a:blip r:embed="rId2"/>
          <a:stretch>
            <a:fillRect/>
          </a:stretch>
        </p:blipFill>
        <p:spPr>
          <a:xfrm>
            <a:off x="2114550" y="222022"/>
            <a:ext cx="2498272" cy="738869"/>
          </a:xfrm>
          <a:prstGeom prst="rect">
            <a:avLst/>
          </a:prstGeom>
        </p:spPr>
      </p:pic>
      <p:pic>
        <p:nvPicPr>
          <p:cNvPr id="5" name="Picture 4">
            <a:extLst>
              <a:ext uri="{FF2B5EF4-FFF2-40B4-BE49-F238E27FC236}">
                <a16:creationId xmlns:a16="http://schemas.microsoft.com/office/drawing/2014/main" id="{B5BD5C68-5033-A7BF-3D3A-44E8259482D0}"/>
              </a:ext>
            </a:extLst>
          </p:cNvPr>
          <p:cNvPicPr>
            <a:picLocks noChangeAspect="1"/>
          </p:cNvPicPr>
          <p:nvPr/>
        </p:nvPicPr>
        <p:blipFill>
          <a:blip r:embed="rId3"/>
          <a:srcRect l="9583" t="18730" r="59568" b="10204"/>
          <a:stretch>
            <a:fillRect/>
          </a:stretch>
        </p:blipFill>
        <p:spPr>
          <a:xfrm>
            <a:off x="1168400" y="1284514"/>
            <a:ext cx="3761110" cy="4873720"/>
          </a:xfrm>
          <a:prstGeom prst="rect">
            <a:avLst/>
          </a:prstGeom>
        </p:spPr>
      </p:pic>
      <p:sp>
        <p:nvSpPr>
          <p:cNvPr id="6" name="TextBox 5">
            <a:extLst>
              <a:ext uri="{FF2B5EF4-FFF2-40B4-BE49-F238E27FC236}">
                <a16:creationId xmlns:a16="http://schemas.microsoft.com/office/drawing/2014/main" id="{80625010-1078-2335-11B2-084E5D4DC8DE}"/>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683149044"/>
      </p:ext>
    </p:extLst>
  </p:cSld>
  <p:clrMapOvr>
    <a:masterClrMapping/>
  </p:clrMapOvr>
</p:sld>
</file>

<file path=ppt/slides/slide115.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1B4524A-7C50-36D6-1E82-956F02C0A691}"/>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AA5A764-836F-6A4B-A84D-C2796CAC8811}"/>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A5DA9652-8EB1-B7A5-A9AE-08447DBC5650}"/>
              </a:ext>
            </a:extLst>
          </p:cNvPr>
          <p:cNvSpPr>
            <a:spLocks noGrp="1"/>
          </p:cNvSpPr>
          <p:nvPr>
            <p:ph type="title"/>
          </p:nvPr>
        </p:nvSpPr>
        <p:spPr>
          <a:xfrm>
            <a:off x="77933" y="-503331"/>
            <a:ext cx="4977976" cy="1455996"/>
          </a:xfrm>
        </p:spPr>
        <p:txBody>
          <a:bodyPr anchor="b">
            <a:normAutofit/>
          </a:bodyPr>
          <a:lstStyle/>
          <a:p>
            <a:r>
              <a:rPr lang="en-US" sz="3600">
                <a:solidFill>
                  <a:schemeClr val="tx2"/>
                </a:solidFill>
              </a:rPr>
              <a:t>Third Rule</a:t>
            </a:r>
          </a:p>
        </p:txBody>
      </p:sp>
      <p:grpSp>
        <p:nvGrpSpPr>
          <p:cNvPr id="13" name="Group 12">
            <a:extLst>
              <a:ext uri="{FF2B5EF4-FFF2-40B4-BE49-F238E27FC236}">
                <a16:creationId xmlns:a16="http://schemas.microsoft.com/office/drawing/2014/main" id="{8EE26978-9E7E-FA19-E364-73C8EE9812B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14" name="Freeform: Shape 13">
              <a:extLst>
                <a:ext uri="{FF2B5EF4-FFF2-40B4-BE49-F238E27FC236}">
                  <a16:creationId xmlns:a16="http://schemas.microsoft.com/office/drawing/2014/main" id="{1DEAD257-2AAB-5187-071F-044268C277E7}"/>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6A69CE48-C7B6-0323-AD78-0FA9B1EBDDD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16362288-860A-FA73-5955-C5216DFFBC40}"/>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025108CF-A407-FCF8-41D3-0ED0A8A846E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descr="A blue and yellow logo&#10;&#10;AI-generated content may be incorrect.">
            <a:extLst>
              <a:ext uri="{FF2B5EF4-FFF2-40B4-BE49-F238E27FC236}">
                <a16:creationId xmlns:a16="http://schemas.microsoft.com/office/drawing/2014/main" id="{2F34D803-609F-E52F-2C76-84BCA317E4E3}"/>
              </a:ext>
            </a:extLst>
          </p:cNvPr>
          <p:cNvPicPr>
            <a:picLocks noChangeAspect="1"/>
          </p:cNvPicPr>
          <p:nvPr/>
        </p:nvPicPr>
        <p:blipFill>
          <a:blip r:embed="rId2"/>
          <a:stretch>
            <a:fillRect/>
          </a:stretch>
        </p:blipFill>
        <p:spPr>
          <a:xfrm>
            <a:off x="2114550" y="222022"/>
            <a:ext cx="2498272" cy="738869"/>
          </a:xfrm>
          <a:prstGeom prst="rect">
            <a:avLst/>
          </a:prstGeom>
        </p:spPr>
      </p:pic>
      <p:sp>
        <p:nvSpPr>
          <p:cNvPr id="10" name="Arrow: Right 9">
            <a:extLst>
              <a:ext uri="{FF2B5EF4-FFF2-40B4-BE49-F238E27FC236}">
                <a16:creationId xmlns:a16="http://schemas.microsoft.com/office/drawing/2014/main" id="{B645316F-F5C7-59B4-140C-88D4EE694BBE}"/>
              </a:ext>
            </a:extLst>
          </p:cNvPr>
          <p:cNvSpPr/>
          <p:nvPr/>
        </p:nvSpPr>
        <p:spPr>
          <a:xfrm>
            <a:off x="4564851" y="3490576"/>
            <a:ext cx="978408" cy="4846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descr="Screens screenshot of a computer&#10;&#10;AI-generated content may be incorrect.">
            <a:extLst>
              <a:ext uri="{FF2B5EF4-FFF2-40B4-BE49-F238E27FC236}">
                <a16:creationId xmlns:a16="http://schemas.microsoft.com/office/drawing/2014/main" id="{D8F33E97-CC1D-97D1-1ED4-91BED0E615C6}"/>
              </a:ext>
            </a:extLst>
          </p:cNvPr>
          <p:cNvPicPr>
            <a:picLocks noChangeAspect="1"/>
          </p:cNvPicPr>
          <p:nvPr/>
        </p:nvPicPr>
        <p:blipFill>
          <a:blip r:embed="rId3"/>
          <a:srcRect l="9583" t="18730" r="59568" b="10204"/>
          <a:stretch>
            <a:fillRect/>
          </a:stretch>
        </p:blipFill>
        <p:spPr>
          <a:xfrm>
            <a:off x="689429" y="1291771"/>
            <a:ext cx="3761110" cy="4873720"/>
          </a:xfrm>
          <a:prstGeom prst="rect">
            <a:avLst/>
          </a:prstGeom>
        </p:spPr>
      </p:pic>
      <p:pic>
        <p:nvPicPr>
          <p:cNvPr id="6" name="Picture 5" descr="Screens screenshot of a computer&#10;&#10;AI-generated content may be incorrect.">
            <a:extLst>
              <a:ext uri="{FF2B5EF4-FFF2-40B4-BE49-F238E27FC236}">
                <a16:creationId xmlns:a16="http://schemas.microsoft.com/office/drawing/2014/main" id="{3ABA5B42-E60C-35F2-6EC4-E3399C8FBEA4}"/>
              </a:ext>
            </a:extLst>
          </p:cNvPr>
          <p:cNvPicPr>
            <a:picLocks noChangeAspect="1"/>
          </p:cNvPicPr>
          <p:nvPr/>
        </p:nvPicPr>
        <p:blipFill>
          <a:blip r:embed="rId3"/>
          <a:srcRect l="59583" t="18307" r="10000" b="10614"/>
          <a:stretch>
            <a:fillRect/>
          </a:stretch>
        </p:blipFill>
        <p:spPr>
          <a:xfrm>
            <a:off x="5660572" y="1291771"/>
            <a:ext cx="3708453" cy="4874612"/>
          </a:xfrm>
          <a:prstGeom prst="rect">
            <a:avLst/>
          </a:prstGeom>
        </p:spPr>
      </p:pic>
      <p:sp>
        <p:nvSpPr>
          <p:cNvPr id="5" name="TextBox 4">
            <a:extLst>
              <a:ext uri="{FF2B5EF4-FFF2-40B4-BE49-F238E27FC236}">
                <a16:creationId xmlns:a16="http://schemas.microsoft.com/office/drawing/2014/main" id="{BCA25EE6-9FE9-5834-19B9-912D4400144F}"/>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2975660236"/>
      </p:ext>
    </p:extLst>
  </p:cSld>
  <p:clrMapOvr>
    <a:masterClrMapping/>
  </p:clrMapOvr>
</p:sld>
</file>

<file path=ppt/slides/slide116.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24B62E04-1229-533E-A497-43E963B69928}"/>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85988DDA-E0C0-C80A-7003-CE4FF3B19F09}"/>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9525D38F-2257-F255-D083-A558AEFC0860}"/>
              </a:ext>
            </a:extLst>
          </p:cNvPr>
          <p:cNvSpPr>
            <a:spLocks noGrp="1"/>
          </p:cNvSpPr>
          <p:nvPr>
            <p:ph type="title"/>
          </p:nvPr>
        </p:nvSpPr>
        <p:spPr>
          <a:xfrm>
            <a:off x="77933" y="-503331"/>
            <a:ext cx="4977976" cy="1455996"/>
          </a:xfrm>
        </p:spPr>
        <p:txBody>
          <a:bodyPr anchor="b">
            <a:normAutofit/>
          </a:bodyPr>
          <a:lstStyle/>
          <a:p>
            <a:r>
              <a:rPr lang="en-US" sz="3600">
                <a:solidFill>
                  <a:schemeClr val="tx2"/>
                </a:solidFill>
              </a:rPr>
              <a:t>Fourth Rule</a:t>
            </a:r>
          </a:p>
        </p:txBody>
      </p:sp>
      <p:grpSp>
        <p:nvGrpSpPr>
          <p:cNvPr id="13" name="Group 12">
            <a:extLst>
              <a:ext uri="{FF2B5EF4-FFF2-40B4-BE49-F238E27FC236}">
                <a16:creationId xmlns:a16="http://schemas.microsoft.com/office/drawing/2014/main" id="{17BB84D9-5AB2-3881-481D-477503E99316}"/>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14" name="Freeform: Shape 13">
              <a:extLst>
                <a:ext uri="{FF2B5EF4-FFF2-40B4-BE49-F238E27FC236}">
                  <a16:creationId xmlns:a16="http://schemas.microsoft.com/office/drawing/2014/main" id="{7269AF62-A515-0630-4B68-4B47C0642482}"/>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90FB93F-69A8-6F12-F0B1-D61ACB71B51A}"/>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F7E68643-4B73-51B3-4DE7-930B764DB6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05C7FD84-2AEE-9AD8-4757-239770CF9CE3}"/>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sp>
        <p:nvSpPr>
          <p:cNvPr id="3" name="Content Placeholder 2">
            <a:extLst>
              <a:ext uri="{FF2B5EF4-FFF2-40B4-BE49-F238E27FC236}">
                <a16:creationId xmlns:a16="http://schemas.microsoft.com/office/drawing/2014/main" id="{4BCAC634-AEFB-476C-E8F0-F420D9B4810C}"/>
              </a:ext>
            </a:extLst>
          </p:cNvPr>
          <p:cNvSpPr>
            <a:spLocks noGrp="1"/>
          </p:cNvSpPr>
          <p:nvPr>
            <p:ph idx="1"/>
          </p:nvPr>
        </p:nvSpPr>
        <p:spPr>
          <a:xfrm>
            <a:off x="4697203" y="672711"/>
            <a:ext cx="4977578" cy="3639289"/>
          </a:xfrm>
        </p:spPr>
        <p:txBody>
          <a:bodyPr vert="horz" lIns="91440" tIns="45720" rIns="91440" bIns="45720" rtlCol="0" anchor="ctr">
            <a:normAutofit/>
          </a:bodyPr>
          <a:lstStyle/>
          <a:p>
            <a:r>
              <a:rPr lang="en-US" sz="1800">
                <a:solidFill>
                  <a:schemeClr val="tx2"/>
                </a:solidFill>
              </a:rPr>
              <a:t>We want to deny all other traffic not specifically approved</a:t>
            </a:r>
          </a:p>
          <a:p>
            <a:r>
              <a:rPr lang="en-US" sz="1800" b="1">
                <a:solidFill>
                  <a:schemeClr val="tx2"/>
                </a:solidFill>
              </a:rPr>
              <a:t>What should we change?</a:t>
            </a:r>
          </a:p>
        </p:txBody>
      </p:sp>
      <p:pic>
        <p:nvPicPr>
          <p:cNvPr id="8" name="Picture 7" descr="A blue and yellow logo&#10;&#10;AI-generated content may be incorrect.">
            <a:extLst>
              <a:ext uri="{FF2B5EF4-FFF2-40B4-BE49-F238E27FC236}">
                <a16:creationId xmlns:a16="http://schemas.microsoft.com/office/drawing/2014/main" id="{9588B5A3-6724-F8FC-80B0-814D47CF6845}"/>
              </a:ext>
            </a:extLst>
          </p:cNvPr>
          <p:cNvPicPr>
            <a:picLocks noChangeAspect="1"/>
          </p:cNvPicPr>
          <p:nvPr/>
        </p:nvPicPr>
        <p:blipFill>
          <a:blip r:embed="rId2"/>
          <a:stretch>
            <a:fillRect/>
          </a:stretch>
        </p:blipFill>
        <p:spPr>
          <a:xfrm>
            <a:off x="2339522" y="222022"/>
            <a:ext cx="2498272" cy="738869"/>
          </a:xfrm>
          <a:prstGeom prst="rect">
            <a:avLst/>
          </a:prstGeom>
        </p:spPr>
      </p:pic>
      <p:pic>
        <p:nvPicPr>
          <p:cNvPr id="5" name="Picture 4" descr="Screens screenshot of a computer&#10;&#10;AI-generated content may be incorrect.">
            <a:extLst>
              <a:ext uri="{FF2B5EF4-FFF2-40B4-BE49-F238E27FC236}">
                <a16:creationId xmlns:a16="http://schemas.microsoft.com/office/drawing/2014/main" id="{99F8F8D4-F7E0-FB3D-CC1A-3304161CAC6A}"/>
              </a:ext>
            </a:extLst>
          </p:cNvPr>
          <p:cNvPicPr>
            <a:picLocks noChangeAspect="1"/>
          </p:cNvPicPr>
          <p:nvPr/>
        </p:nvPicPr>
        <p:blipFill>
          <a:blip r:embed="rId3"/>
          <a:srcRect l="9583" t="18730" r="59568" b="10204"/>
          <a:stretch>
            <a:fillRect/>
          </a:stretch>
        </p:blipFill>
        <p:spPr>
          <a:xfrm>
            <a:off x="457200" y="1081314"/>
            <a:ext cx="3761110" cy="4873720"/>
          </a:xfrm>
          <a:prstGeom prst="rect">
            <a:avLst/>
          </a:prstGeom>
        </p:spPr>
      </p:pic>
      <p:sp>
        <p:nvSpPr>
          <p:cNvPr id="6" name="TextBox 5">
            <a:extLst>
              <a:ext uri="{FF2B5EF4-FFF2-40B4-BE49-F238E27FC236}">
                <a16:creationId xmlns:a16="http://schemas.microsoft.com/office/drawing/2014/main" id="{885E86BE-ACE8-ED98-DDE1-1DFBDC66F3A2}"/>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2853727777"/>
      </p:ext>
    </p:extLst>
  </p:cSld>
  <p:clrMapOvr>
    <a:masterClrMapping/>
  </p:clrMapOvr>
</p:sld>
</file>

<file path=ppt/slides/slide11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9C45153-7010-0526-864C-93E8E7BC08B2}"/>
            </a:ext>
          </a:extLst>
        </p:cNvPr>
        <p:cNvGrpSpPr/>
        <p:nvPr/>
      </p:nvGrpSpPr>
      <p:grpSpPr>
        <a:xfrm>
          <a:off x="0" y="0"/>
          <a:ext cx="0" cy="0"/>
          <a:chOff x="0" y="0"/>
          <a:chExt cx="0" cy="0"/>
        </a:xfrm>
      </p:grpSpPr>
      <p:sp useBgFill="1">
        <p:nvSpPr>
          <p:cNvPr id="11" name="Rectangle 10">
            <a:extLst>
              <a:ext uri="{FF2B5EF4-FFF2-40B4-BE49-F238E27FC236}">
                <a16:creationId xmlns:a16="http://schemas.microsoft.com/office/drawing/2014/main" id="{335E2624-F80A-07A9-D9FB-BBA75246A237}"/>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695"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55AA2FCF-4D8D-E6C9-F9AF-F7FC668B6D61}"/>
              </a:ext>
            </a:extLst>
          </p:cNvPr>
          <p:cNvSpPr>
            <a:spLocks noGrp="1"/>
          </p:cNvSpPr>
          <p:nvPr>
            <p:ph type="title"/>
          </p:nvPr>
        </p:nvSpPr>
        <p:spPr>
          <a:xfrm>
            <a:off x="77933" y="-503331"/>
            <a:ext cx="4977976" cy="1455996"/>
          </a:xfrm>
        </p:spPr>
        <p:txBody>
          <a:bodyPr anchor="b">
            <a:normAutofit/>
          </a:bodyPr>
          <a:lstStyle/>
          <a:p>
            <a:r>
              <a:rPr lang="en-US" sz="3600">
                <a:solidFill>
                  <a:schemeClr val="tx2"/>
                </a:solidFill>
              </a:rPr>
              <a:t>Fourth Rule</a:t>
            </a:r>
          </a:p>
        </p:txBody>
      </p:sp>
      <p:grpSp>
        <p:nvGrpSpPr>
          <p:cNvPr id="13" name="Group 12">
            <a:extLst>
              <a:ext uri="{FF2B5EF4-FFF2-40B4-BE49-F238E27FC236}">
                <a16:creationId xmlns:a16="http://schemas.microsoft.com/office/drawing/2014/main" id="{CC3280AA-E687-151B-8EF7-CC4CAD42F1A7}"/>
              </a:ext>
              <a:ext uri="{C183D7F6-B498-43B3-948B-1728B52AA6E4}">
                <adec:decorative xmlns:adec="http://schemas.microsoft.com/office/drawing/2017/decorative" val="1"/>
              </a:ext>
            </a:extLst>
          </p:cNvPr>
          <p:cNvGrpSpPr>
            <a:grpSpLocks noGrp="1" noUngrp="1" noRot="1" noChangeAspect="1" noMove="1" noResize="1"/>
          </p:cNvGrpSpPr>
          <p:nvPr>
            <p:extLst>
              <p:ext uri="{386F3935-93C4-4BCD-93E2-E3B085C9AB24}">
                <p16:designElem xmlns:p16="http://schemas.microsoft.com/office/powerpoint/2015/main" val="1"/>
              </p:ext>
            </p:extLst>
          </p:nvPr>
        </p:nvGrpSpPr>
        <p:grpSpPr>
          <a:xfrm flipH="1">
            <a:off x="9676747" y="-4155"/>
            <a:ext cx="2514948" cy="2174333"/>
            <a:chOff x="-305" y="-4155"/>
            <a:chExt cx="2514948" cy="2174333"/>
          </a:xfrm>
        </p:grpSpPr>
        <p:sp>
          <p:nvSpPr>
            <p:cNvPr id="14" name="Freeform: Shape 13">
              <a:extLst>
                <a:ext uri="{FF2B5EF4-FFF2-40B4-BE49-F238E27FC236}">
                  <a16:creationId xmlns:a16="http://schemas.microsoft.com/office/drawing/2014/main" id="{C6B7426D-A63B-6725-AE3A-1BA4C36DB1E1}"/>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14948" cy="2170178"/>
            </a:xfrm>
            <a:custGeom>
              <a:avLst/>
              <a:gdLst>
                <a:gd name="connsiteX0" fmla="*/ 2466091 w 2514948"/>
                <a:gd name="connsiteY0" fmla="*/ 0 h 2170178"/>
                <a:gd name="connsiteX1" fmla="*/ 2514948 w 2514948"/>
                <a:gd name="connsiteY1" fmla="*/ 0 h 2170178"/>
                <a:gd name="connsiteX2" fmla="*/ 2512286 w 2514948"/>
                <a:gd name="connsiteY2" fmla="*/ 12375 h 2170178"/>
                <a:gd name="connsiteX3" fmla="*/ 2394961 w 2514948"/>
                <a:gd name="connsiteY3" fmla="*/ 368660 h 2170178"/>
                <a:gd name="connsiteX4" fmla="*/ 2289734 w 2514948"/>
                <a:gd name="connsiteY4" fmla="*/ 598078 h 2170178"/>
                <a:gd name="connsiteX5" fmla="*/ 2163747 w 2514948"/>
                <a:gd name="connsiteY5" fmla="*/ 819078 h 2170178"/>
                <a:gd name="connsiteX6" fmla="*/ 1852241 w 2514948"/>
                <a:gd name="connsiteY6" fmla="*/ 1228932 h 2170178"/>
                <a:gd name="connsiteX7" fmla="*/ 1668235 w 2514948"/>
                <a:gd name="connsiteY7" fmla="*/ 1413844 h 2170178"/>
                <a:gd name="connsiteX8" fmla="*/ 1619510 w 2514948"/>
                <a:gd name="connsiteY8" fmla="*/ 1457722 h 2170178"/>
                <a:gd name="connsiteX9" fmla="*/ 1569835 w 2514948"/>
                <a:gd name="connsiteY9" fmla="*/ 1500704 h 2170178"/>
                <a:gd name="connsiteX10" fmla="*/ 1467169 w 2514948"/>
                <a:gd name="connsiteY10" fmla="*/ 1583266 h 2170178"/>
                <a:gd name="connsiteX11" fmla="*/ 1018393 w 2514948"/>
                <a:gd name="connsiteY11" fmla="*/ 1867576 h 2170178"/>
                <a:gd name="connsiteX12" fmla="*/ 255857 w 2514948"/>
                <a:gd name="connsiteY12" fmla="*/ 2133049 h 2170178"/>
                <a:gd name="connsiteX13" fmla="*/ 0 w 2514948"/>
                <a:gd name="connsiteY13" fmla="*/ 2170178 h 2170178"/>
                <a:gd name="connsiteX14" fmla="*/ 0 w 2514948"/>
                <a:gd name="connsiteY14" fmla="*/ 1940056 h 2170178"/>
                <a:gd name="connsiteX15" fmla="*/ 201609 w 2514948"/>
                <a:gd name="connsiteY15" fmla="*/ 1902856 h 2170178"/>
                <a:gd name="connsiteX16" fmla="*/ 440974 w 2514948"/>
                <a:gd name="connsiteY16" fmla="*/ 1838472 h 2170178"/>
                <a:gd name="connsiteX17" fmla="*/ 674558 w 2514948"/>
                <a:gd name="connsiteY17" fmla="*/ 1756359 h 2170178"/>
                <a:gd name="connsiteX18" fmla="*/ 901222 w 2514948"/>
                <a:gd name="connsiteY18" fmla="*/ 1657142 h 2170178"/>
                <a:gd name="connsiteX19" fmla="*/ 1330943 w 2514948"/>
                <a:gd name="connsiteY19" fmla="*/ 1413396 h 2170178"/>
                <a:gd name="connsiteX20" fmla="*/ 1432566 w 2514948"/>
                <a:gd name="connsiteY20" fmla="*/ 1343193 h 2170178"/>
                <a:gd name="connsiteX21" fmla="*/ 1482527 w 2514948"/>
                <a:gd name="connsiteY21" fmla="*/ 1306926 h 2170178"/>
                <a:gd name="connsiteX22" fmla="*/ 1531821 w 2514948"/>
                <a:gd name="connsiteY22" fmla="*/ 1269765 h 2170178"/>
                <a:gd name="connsiteX23" fmla="*/ 1721986 w 2514948"/>
                <a:gd name="connsiteY23" fmla="*/ 1112073 h 2170178"/>
                <a:gd name="connsiteX24" fmla="*/ 2061460 w 2514948"/>
                <a:gd name="connsiteY24" fmla="*/ 754336 h 2170178"/>
                <a:gd name="connsiteX25" fmla="*/ 2206218 w 2514948"/>
                <a:gd name="connsiteY25" fmla="*/ 554827 h 2170178"/>
                <a:gd name="connsiteX26" fmla="*/ 2329455 w 2514948"/>
                <a:gd name="connsiteY26" fmla="*/ 341886 h 2170178"/>
                <a:gd name="connsiteX27" fmla="*/ 2356757 w 2514948"/>
                <a:gd name="connsiteY27" fmla="*/ 286815 h 2170178"/>
                <a:gd name="connsiteX28" fmla="*/ 2370030 w 2514948"/>
                <a:gd name="connsiteY28" fmla="*/ 259056 h 2170178"/>
                <a:gd name="connsiteX29" fmla="*/ 2382637 w 2514948"/>
                <a:gd name="connsiteY29" fmla="*/ 231028 h 2170178"/>
                <a:gd name="connsiteX30" fmla="*/ 2406716 w 2514948"/>
                <a:gd name="connsiteY30" fmla="*/ 174525 h 2170178"/>
                <a:gd name="connsiteX31" fmla="*/ 2429278 w 2514948"/>
                <a:gd name="connsiteY31" fmla="*/ 117393 h 21701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514948" h="2170178">
                  <a:moveTo>
                    <a:pt x="2466091" y="0"/>
                  </a:moveTo>
                  <a:lnTo>
                    <a:pt x="2514948" y="0"/>
                  </a:lnTo>
                  <a:lnTo>
                    <a:pt x="2512286" y="12375"/>
                  </a:lnTo>
                  <a:cubicBezTo>
                    <a:pt x="2481760" y="133161"/>
                    <a:pt x="2442526" y="252239"/>
                    <a:pt x="2394961" y="368660"/>
                  </a:cubicBezTo>
                  <a:cubicBezTo>
                    <a:pt x="2363109" y="446208"/>
                    <a:pt x="2328603" y="523039"/>
                    <a:pt x="2289734" y="598078"/>
                  </a:cubicBezTo>
                  <a:cubicBezTo>
                    <a:pt x="2251436" y="673387"/>
                    <a:pt x="2209251" y="747083"/>
                    <a:pt x="2163747" y="819078"/>
                  </a:cubicBezTo>
                  <a:cubicBezTo>
                    <a:pt x="2072646" y="962979"/>
                    <a:pt x="1968652" y="1100611"/>
                    <a:pt x="1852241" y="1228932"/>
                  </a:cubicBezTo>
                  <a:cubicBezTo>
                    <a:pt x="1793748" y="1292868"/>
                    <a:pt x="1732698" y="1354923"/>
                    <a:pt x="1668235" y="1413844"/>
                  </a:cubicBezTo>
                  <a:cubicBezTo>
                    <a:pt x="1652214" y="1428709"/>
                    <a:pt x="1636100" y="1443395"/>
                    <a:pt x="1619510" y="1457722"/>
                  </a:cubicBezTo>
                  <a:cubicBezTo>
                    <a:pt x="1603015" y="1472140"/>
                    <a:pt x="1586805" y="1486825"/>
                    <a:pt x="1569835" y="1500704"/>
                  </a:cubicBezTo>
                  <a:cubicBezTo>
                    <a:pt x="1536276" y="1528911"/>
                    <a:pt x="1501865" y="1556223"/>
                    <a:pt x="1467169" y="1583266"/>
                  </a:cubicBezTo>
                  <a:cubicBezTo>
                    <a:pt x="1327719" y="1690722"/>
                    <a:pt x="1177085" y="1785910"/>
                    <a:pt x="1018393" y="1867576"/>
                  </a:cubicBezTo>
                  <a:cubicBezTo>
                    <a:pt x="780425" y="1990142"/>
                    <a:pt x="522567" y="2080875"/>
                    <a:pt x="255857" y="2133049"/>
                  </a:cubicBezTo>
                  <a:lnTo>
                    <a:pt x="0" y="2170178"/>
                  </a:lnTo>
                  <a:lnTo>
                    <a:pt x="0" y="1940056"/>
                  </a:lnTo>
                  <a:lnTo>
                    <a:pt x="201609" y="1902856"/>
                  </a:lnTo>
                  <a:cubicBezTo>
                    <a:pt x="282186" y="1884231"/>
                    <a:pt x="362102" y="1863008"/>
                    <a:pt x="440974" y="1838472"/>
                  </a:cubicBezTo>
                  <a:cubicBezTo>
                    <a:pt x="519848" y="1814027"/>
                    <a:pt x="597771" y="1786627"/>
                    <a:pt x="674558" y="1756359"/>
                  </a:cubicBezTo>
                  <a:cubicBezTo>
                    <a:pt x="751250" y="1726003"/>
                    <a:pt x="826900" y="1692870"/>
                    <a:pt x="901222" y="1657142"/>
                  </a:cubicBezTo>
                  <a:cubicBezTo>
                    <a:pt x="1049865" y="1585774"/>
                    <a:pt x="1193581" y="1504376"/>
                    <a:pt x="1330943" y="1413396"/>
                  </a:cubicBezTo>
                  <a:cubicBezTo>
                    <a:pt x="1365165" y="1390563"/>
                    <a:pt x="1399293" y="1367370"/>
                    <a:pt x="1432566" y="1343193"/>
                  </a:cubicBezTo>
                  <a:cubicBezTo>
                    <a:pt x="1449441" y="1331373"/>
                    <a:pt x="1465936" y="1319104"/>
                    <a:pt x="1482527" y="1306926"/>
                  </a:cubicBezTo>
                  <a:cubicBezTo>
                    <a:pt x="1499210" y="1294837"/>
                    <a:pt x="1515611" y="1282391"/>
                    <a:pt x="1531821" y="1269765"/>
                  </a:cubicBezTo>
                  <a:cubicBezTo>
                    <a:pt x="1596947" y="1219350"/>
                    <a:pt x="1660652" y="1167055"/>
                    <a:pt x="1721986" y="1112073"/>
                  </a:cubicBezTo>
                  <a:cubicBezTo>
                    <a:pt x="1844940" y="1002469"/>
                    <a:pt x="1958983" y="882926"/>
                    <a:pt x="2061460" y="754336"/>
                  </a:cubicBezTo>
                  <a:cubicBezTo>
                    <a:pt x="2112652" y="690042"/>
                    <a:pt x="2161094" y="623510"/>
                    <a:pt x="2206218" y="554827"/>
                  </a:cubicBezTo>
                  <a:cubicBezTo>
                    <a:pt x="2250583" y="485787"/>
                    <a:pt x="2292484" y="415046"/>
                    <a:pt x="2329455" y="341886"/>
                  </a:cubicBezTo>
                  <a:cubicBezTo>
                    <a:pt x="2339030" y="323709"/>
                    <a:pt x="2347941" y="305261"/>
                    <a:pt x="2356757" y="286815"/>
                  </a:cubicBezTo>
                  <a:lnTo>
                    <a:pt x="2370030" y="259056"/>
                  </a:lnTo>
                  <a:lnTo>
                    <a:pt x="2382637" y="231028"/>
                  </a:lnTo>
                  <a:cubicBezTo>
                    <a:pt x="2390885" y="212312"/>
                    <a:pt x="2399227" y="193598"/>
                    <a:pt x="2406716" y="174525"/>
                  </a:cubicBezTo>
                  <a:cubicBezTo>
                    <a:pt x="2414206" y="155452"/>
                    <a:pt x="2422453" y="136646"/>
                    <a:pt x="2429278" y="11739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Freeform: Shape 14">
              <a:extLst>
                <a:ext uri="{FF2B5EF4-FFF2-40B4-BE49-F238E27FC236}">
                  <a16:creationId xmlns:a16="http://schemas.microsoft.com/office/drawing/2014/main" id="{71C6FC15-EFFA-D003-7FB5-DAB8FDDC964C}"/>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4155"/>
              <a:ext cx="2493062" cy="1947896"/>
            </a:xfrm>
            <a:custGeom>
              <a:avLst/>
              <a:gdLst>
                <a:gd name="connsiteX0" fmla="*/ 1896911 w 2493062"/>
                <a:gd name="connsiteY0" fmla="*/ 0 h 1947896"/>
                <a:gd name="connsiteX1" fmla="*/ 2493062 w 2493062"/>
                <a:gd name="connsiteY1" fmla="*/ 0 h 1947896"/>
                <a:gd name="connsiteX2" fmla="*/ 2435315 w 2493062"/>
                <a:gd name="connsiteY2" fmla="*/ 178165 h 1947896"/>
                <a:gd name="connsiteX3" fmla="*/ 93066 w 2493062"/>
                <a:gd name="connsiteY3" fmla="*/ 1935859 h 1947896"/>
                <a:gd name="connsiteX4" fmla="*/ 0 w 2493062"/>
                <a:gd name="connsiteY4" fmla="*/ 1947896 h 1947896"/>
                <a:gd name="connsiteX5" fmla="*/ 0 w 2493062"/>
                <a:gd name="connsiteY5" fmla="*/ 1404756 h 1947896"/>
                <a:gd name="connsiteX6" fmla="*/ 17392 w 2493062"/>
                <a:gd name="connsiteY6" fmla="*/ 1402364 h 1947896"/>
                <a:gd name="connsiteX7" fmla="*/ 464249 w 2493062"/>
                <a:gd name="connsiteY7" fmla="*/ 1281208 h 1947896"/>
                <a:gd name="connsiteX8" fmla="*/ 1260556 w 2493062"/>
                <a:gd name="connsiteY8" fmla="*/ 833835 h 1947896"/>
                <a:gd name="connsiteX9" fmla="*/ 1807924 w 2493062"/>
                <a:gd name="connsiteY9" fmla="*/ 193222 h 1947896"/>
                <a:gd name="connsiteX10" fmla="*/ 1874357 w 2493062"/>
                <a:gd name="connsiteY10" fmla="*/ 58333 h 194789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3062" h="1947896">
                  <a:moveTo>
                    <a:pt x="1896911" y="0"/>
                  </a:moveTo>
                  <a:lnTo>
                    <a:pt x="2493062" y="0"/>
                  </a:lnTo>
                  <a:lnTo>
                    <a:pt x="2435315" y="178165"/>
                  </a:lnTo>
                  <a:cubicBezTo>
                    <a:pt x="2088122" y="1071812"/>
                    <a:pt x="1129732" y="1758033"/>
                    <a:pt x="93066" y="1935859"/>
                  </a:cubicBezTo>
                  <a:lnTo>
                    <a:pt x="0" y="1947896"/>
                  </a:lnTo>
                  <a:lnTo>
                    <a:pt x="0" y="1404756"/>
                  </a:lnTo>
                  <a:lnTo>
                    <a:pt x="17392" y="1402364"/>
                  </a:lnTo>
                  <a:cubicBezTo>
                    <a:pt x="167719" y="1375030"/>
                    <a:pt x="318070" y="1334398"/>
                    <a:pt x="464249" y="1281208"/>
                  </a:cubicBezTo>
                  <a:cubicBezTo>
                    <a:pt x="753480" y="1176081"/>
                    <a:pt x="1028869" y="1021346"/>
                    <a:pt x="1260556" y="833835"/>
                  </a:cubicBezTo>
                  <a:cubicBezTo>
                    <a:pt x="1491960" y="646594"/>
                    <a:pt x="1681177" y="425056"/>
                    <a:pt x="1807924" y="193222"/>
                  </a:cubicBezTo>
                  <a:cubicBezTo>
                    <a:pt x="1832328" y="148578"/>
                    <a:pt x="1854477" y="103599"/>
                    <a:pt x="1874357" y="58333"/>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6" name="Freeform: Shape 15">
              <a:extLst>
                <a:ext uri="{FF2B5EF4-FFF2-40B4-BE49-F238E27FC236}">
                  <a16:creationId xmlns:a16="http://schemas.microsoft.com/office/drawing/2014/main" id="{66C6AC3D-73C0-F2DA-C724-5DCBE693B23E}"/>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0"/>
              <a:ext cx="2501089" cy="1972702"/>
            </a:xfrm>
            <a:custGeom>
              <a:avLst/>
              <a:gdLst>
                <a:gd name="connsiteX0" fmla="*/ 2318728 w 2501089"/>
                <a:gd name="connsiteY0" fmla="*/ 0 h 1972702"/>
                <a:gd name="connsiteX1" fmla="*/ 2501089 w 2501089"/>
                <a:gd name="connsiteY1" fmla="*/ 0 h 1972702"/>
                <a:gd name="connsiteX2" fmla="*/ 2453909 w 2501089"/>
                <a:gd name="connsiteY2" fmla="*/ 167837 h 1972702"/>
                <a:gd name="connsiteX3" fmla="*/ 2361125 w 2501089"/>
                <a:gd name="connsiteY3" fmla="*/ 392084 h 1972702"/>
                <a:gd name="connsiteX4" fmla="*/ 1768255 w 2501089"/>
                <a:gd name="connsiteY4" fmla="*/ 1167644 h 1972702"/>
                <a:gd name="connsiteX5" fmla="*/ 1375125 w 2501089"/>
                <a:gd name="connsiteY5" fmla="*/ 1471474 h 1972702"/>
                <a:gd name="connsiteX6" fmla="*/ 935735 w 2501089"/>
                <a:gd name="connsiteY6" fmla="*/ 1712713 h 1972702"/>
                <a:gd name="connsiteX7" fmla="*/ 212353 w 2501089"/>
                <a:gd name="connsiteY7" fmla="*/ 1940294 h 1972702"/>
                <a:gd name="connsiteX8" fmla="*/ 0 w 2501089"/>
                <a:gd name="connsiteY8" fmla="*/ 1972702 h 1972702"/>
                <a:gd name="connsiteX9" fmla="*/ 0 w 2501089"/>
                <a:gd name="connsiteY9" fmla="*/ 1732181 h 1972702"/>
                <a:gd name="connsiteX10" fmla="*/ 161195 w 2501089"/>
                <a:gd name="connsiteY10" fmla="*/ 1706590 h 1972702"/>
                <a:gd name="connsiteX11" fmla="*/ 388463 w 2501089"/>
                <a:gd name="connsiteY11" fmla="*/ 1652268 h 1972702"/>
                <a:gd name="connsiteX12" fmla="*/ 826716 w 2501089"/>
                <a:gd name="connsiteY12" fmla="*/ 1493950 h 1972702"/>
                <a:gd name="connsiteX13" fmla="*/ 1609847 w 2501089"/>
                <a:gd name="connsiteY13" fmla="*/ 1007535 h 1972702"/>
                <a:gd name="connsiteX14" fmla="*/ 1929982 w 2501089"/>
                <a:gd name="connsiteY14" fmla="*/ 682930 h 1972702"/>
                <a:gd name="connsiteX15" fmla="*/ 2183093 w 2501089"/>
                <a:gd name="connsiteY15" fmla="*/ 310149 h 1972702"/>
                <a:gd name="connsiteX16" fmla="*/ 2280286 w 2501089"/>
                <a:gd name="connsiteY16" fmla="*/ 108435 h 19727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2501089" h="1972702">
                  <a:moveTo>
                    <a:pt x="2318728" y="0"/>
                  </a:moveTo>
                  <a:lnTo>
                    <a:pt x="2501089" y="0"/>
                  </a:lnTo>
                  <a:lnTo>
                    <a:pt x="2453909" y="167837"/>
                  </a:lnTo>
                  <a:cubicBezTo>
                    <a:pt x="2427555" y="244153"/>
                    <a:pt x="2396627" y="319103"/>
                    <a:pt x="2361125" y="392084"/>
                  </a:cubicBezTo>
                  <a:cubicBezTo>
                    <a:pt x="2218453" y="684005"/>
                    <a:pt x="2011698" y="945211"/>
                    <a:pt x="1768255" y="1167644"/>
                  </a:cubicBezTo>
                  <a:cubicBezTo>
                    <a:pt x="1646250" y="1278860"/>
                    <a:pt x="1514385" y="1380316"/>
                    <a:pt x="1375125" y="1471474"/>
                  </a:cubicBezTo>
                  <a:cubicBezTo>
                    <a:pt x="1235677" y="1562542"/>
                    <a:pt x="1088928" y="1643672"/>
                    <a:pt x="935735" y="1712713"/>
                  </a:cubicBezTo>
                  <a:cubicBezTo>
                    <a:pt x="705659" y="1815533"/>
                    <a:pt x="462359" y="1892212"/>
                    <a:pt x="212353" y="1940294"/>
                  </a:cubicBezTo>
                  <a:lnTo>
                    <a:pt x="0" y="1972702"/>
                  </a:lnTo>
                  <a:lnTo>
                    <a:pt x="0" y="1732181"/>
                  </a:lnTo>
                  <a:lnTo>
                    <a:pt x="161195" y="1706590"/>
                  </a:lnTo>
                  <a:cubicBezTo>
                    <a:pt x="237638" y="1691378"/>
                    <a:pt x="313477" y="1673222"/>
                    <a:pt x="388463" y="1652268"/>
                  </a:cubicBezTo>
                  <a:cubicBezTo>
                    <a:pt x="538529" y="1610539"/>
                    <a:pt x="684898" y="1556543"/>
                    <a:pt x="826716" y="1493950"/>
                  </a:cubicBezTo>
                  <a:cubicBezTo>
                    <a:pt x="1111207" y="1370107"/>
                    <a:pt x="1376832" y="1205881"/>
                    <a:pt x="1609847" y="1007535"/>
                  </a:cubicBezTo>
                  <a:cubicBezTo>
                    <a:pt x="1725975" y="908049"/>
                    <a:pt x="1833571" y="799519"/>
                    <a:pt x="1929982" y="682930"/>
                  </a:cubicBezTo>
                  <a:cubicBezTo>
                    <a:pt x="2026581" y="566520"/>
                    <a:pt x="2111806" y="441692"/>
                    <a:pt x="2183093" y="310149"/>
                  </a:cubicBezTo>
                  <a:cubicBezTo>
                    <a:pt x="2218738" y="244422"/>
                    <a:pt x="2251396" y="177150"/>
                    <a:pt x="2280286" y="10843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wrap="square" rtlCol="0" anchor="ctr">
              <a:noAutofit/>
            </a:bodyPr>
            <a:lstStyle/>
            <a:p>
              <a:pPr algn="ctr"/>
              <a:endParaRPr lang="en-US" sz="800"/>
            </a:p>
          </p:txBody>
        </p:sp>
        <p:sp>
          <p:nvSpPr>
            <p:cNvPr id="17" name="Freeform: Shape 16">
              <a:extLst>
                <a:ext uri="{FF2B5EF4-FFF2-40B4-BE49-F238E27FC236}">
                  <a16:creationId xmlns:a16="http://schemas.microsoft.com/office/drawing/2014/main" id="{08BE4F31-49EC-545D-3E6F-899D0BF5E785}"/>
                </a:ext>
                <a:ext uri="{C183D7F6-B498-43B3-948B-1728B52AA6E4}">
                  <adec:decorative xmlns:adec="http://schemas.microsoft.com/office/drawing/2017/decorative" val="1"/>
                </a:ext>
              </a:extLst>
            </p:cNvPr>
            <p:cNvSpPr/>
            <p:nvPr>
              <p:extLst>
                <p:ext uri="{386F3935-93C4-4BCD-93E2-E3B085C9AB24}">
                  <p16:designElem xmlns:p16="http://schemas.microsoft.com/office/powerpoint/2015/main" val="1"/>
                </p:ext>
              </p:extLst>
            </p:nvPr>
          </p:nvSpPr>
          <p:spPr>
            <a:xfrm>
              <a:off x="305" y="1"/>
              <a:ext cx="2491105" cy="1943661"/>
            </a:xfrm>
            <a:custGeom>
              <a:avLst/>
              <a:gdLst>
                <a:gd name="connsiteX0" fmla="*/ 1995408 w 2491105"/>
                <a:gd name="connsiteY0" fmla="*/ 0 h 1943661"/>
                <a:gd name="connsiteX1" fmla="*/ 2491105 w 2491105"/>
                <a:gd name="connsiteY1" fmla="*/ 0 h 1943661"/>
                <a:gd name="connsiteX2" fmla="*/ 2434705 w 2491105"/>
                <a:gd name="connsiteY2" fmla="*/ 174009 h 1943661"/>
                <a:gd name="connsiteX3" fmla="*/ 92457 w 2491105"/>
                <a:gd name="connsiteY3" fmla="*/ 1931703 h 1943661"/>
                <a:gd name="connsiteX4" fmla="*/ 0 w 2491105"/>
                <a:gd name="connsiteY4" fmla="*/ 1943661 h 1943661"/>
                <a:gd name="connsiteX5" fmla="*/ 0 w 2491105"/>
                <a:gd name="connsiteY5" fmla="*/ 1491489 h 1943661"/>
                <a:gd name="connsiteX6" fmla="*/ 34107 w 2491105"/>
                <a:gd name="connsiteY6" fmla="*/ 1486836 h 1943661"/>
                <a:gd name="connsiteX7" fmla="*/ 497577 w 2491105"/>
                <a:gd name="connsiteY7" fmla="*/ 1360598 h 1943661"/>
                <a:gd name="connsiteX8" fmla="*/ 1321566 w 2491105"/>
                <a:gd name="connsiteY8" fmla="*/ 897645 h 1943661"/>
                <a:gd name="connsiteX9" fmla="*/ 1891495 w 2491105"/>
                <a:gd name="connsiteY9" fmla="*/ 230078 h 1943661"/>
                <a:gd name="connsiteX10" fmla="*/ 1961469 w 2491105"/>
                <a:gd name="connsiteY10" fmla="*/ 87885 h 19436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2491105" h="1943661">
                  <a:moveTo>
                    <a:pt x="1995408" y="0"/>
                  </a:moveTo>
                  <a:lnTo>
                    <a:pt x="2491105" y="0"/>
                  </a:lnTo>
                  <a:lnTo>
                    <a:pt x="2434705" y="174009"/>
                  </a:lnTo>
                  <a:cubicBezTo>
                    <a:pt x="2087512" y="1067655"/>
                    <a:pt x="1129122" y="1753877"/>
                    <a:pt x="92457" y="1931703"/>
                  </a:cubicBezTo>
                  <a:lnTo>
                    <a:pt x="0" y="1943661"/>
                  </a:lnTo>
                  <a:lnTo>
                    <a:pt x="0" y="1491489"/>
                  </a:lnTo>
                  <a:lnTo>
                    <a:pt x="34107" y="1486836"/>
                  </a:lnTo>
                  <a:cubicBezTo>
                    <a:pt x="189055" y="1458696"/>
                    <a:pt x="343908" y="1416565"/>
                    <a:pt x="497577" y="1360598"/>
                  </a:cubicBezTo>
                  <a:cubicBezTo>
                    <a:pt x="796856" y="1251889"/>
                    <a:pt x="1081725" y="1091781"/>
                    <a:pt x="1321566" y="897645"/>
                  </a:cubicBezTo>
                  <a:cubicBezTo>
                    <a:pt x="1565577" y="700195"/>
                    <a:pt x="1757355" y="475523"/>
                    <a:pt x="1891495" y="230078"/>
                  </a:cubicBezTo>
                  <a:cubicBezTo>
                    <a:pt x="1917197" y="183033"/>
                    <a:pt x="1940526" y="135619"/>
                    <a:pt x="1961469" y="87885"/>
                  </a:cubicBezTo>
                  <a:close/>
                </a:path>
              </a:pathLst>
            </a:custGeom>
            <a:gradFill>
              <a:gsLst>
                <a:gs pos="2000">
                  <a:schemeClr val="bg1">
                    <a:alpha val="10000"/>
                  </a:schemeClr>
                </a:gs>
                <a:gs pos="16000">
                  <a:schemeClr val="accent6">
                    <a:alpha val="10000"/>
                  </a:schemeClr>
                </a:gs>
                <a:gs pos="100000">
                  <a:schemeClr val="bg1">
                    <a:alpha val="10000"/>
                  </a:schemeClr>
                </a:gs>
                <a:gs pos="85000">
                  <a:schemeClr val="accent1">
                    <a:alpha val="10000"/>
                  </a:schemeClr>
                </a:gs>
              </a:gsLst>
              <a:lin ang="12000000" scaled="0"/>
            </a:gra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grpSp>
      <p:pic>
        <p:nvPicPr>
          <p:cNvPr id="7" name="Picture 6" descr="A blue and yellow logo&#10;&#10;AI-generated content may be incorrect.">
            <a:extLst>
              <a:ext uri="{FF2B5EF4-FFF2-40B4-BE49-F238E27FC236}">
                <a16:creationId xmlns:a16="http://schemas.microsoft.com/office/drawing/2014/main" id="{2BE830BB-ED93-F6B0-E46F-A0AB47C6BDA0}"/>
              </a:ext>
            </a:extLst>
          </p:cNvPr>
          <p:cNvPicPr>
            <a:picLocks noChangeAspect="1"/>
          </p:cNvPicPr>
          <p:nvPr/>
        </p:nvPicPr>
        <p:blipFill>
          <a:blip r:embed="rId2"/>
          <a:stretch>
            <a:fillRect/>
          </a:stretch>
        </p:blipFill>
        <p:spPr>
          <a:xfrm>
            <a:off x="2354036" y="214765"/>
            <a:ext cx="2498272" cy="738869"/>
          </a:xfrm>
          <a:prstGeom prst="rect">
            <a:avLst/>
          </a:prstGeom>
        </p:spPr>
      </p:pic>
      <p:sp>
        <p:nvSpPr>
          <p:cNvPr id="10" name="Arrow: Right 9">
            <a:extLst>
              <a:ext uri="{FF2B5EF4-FFF2-40B4-BE49-F238E27FC236}">
                <a16:creationId xmlns:a16="http://schemas.microsoft.com/office/drawing/2014/main" id="{65379560-E94C-9A46-264B-5672EBA93EE2}"/>
              </a:ext>
            </a:extLst>
          </p:cNvPr>
          <p:cNvSpPr/>
          <p:nvPr/>
        </p:nvSpPr>
        <p:spPr>
          <a:xfrm>
            <a:off x="4231022" y="3490576"/>
            <a:ext cx="978408" cy="484631"/>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4" name="Picture 3">
            <a:extLst>
              <a:ext uri="{FF2B5EF4-FFF2-40B4-BE49-F238E27FC236}">
                <a16:creationId xmlns:a16="http://schemas.microsoft.com/office/drawing/2014/main" id="{A7B1FE5C-115E-F728-9A40-C4C8CD5F5FBA}"/>
              </a:ext>
            </a:extLst>
          </p:cNvPr>
          <p:cNvPicPr>
            <a:picLocks noChangeAspect="1"/>
          </p:cNvPicPr>
          <p:nvPr/>
        </p:nvPicPr>
        <p:blipFill>
          <a:blip r:embed="rId3"/>
          <a:srcRect l="9583" t="18730" r="59568" b="10204"/>
          <a:stretch>
            <a:fillRect/>
          </a:stretch>
        </p:blipFill>
        <p:spPr>
          <a:xfrm>
            <a:off x="471714" y="1291771"/>
            <a:ext cx="3761110" cy="4873720"/>
          </a:xfrm>
          <a:prstGeom prst="rect">
            <a:avLst/>
          </a:prstGeom>
        </p:spPr>
      </p:pic>
      <p:pic>
        <p:nvPicPr>
          <p:cNvPr id="5" name="Picture 4">
            <a:extLst>
              <a:ext uri="{FF2B5EF4-FFF2-40B4-BE49-F238E27FC236}">
                <a16:creationId xmlns:a16="http://schemas.microsoft.com/office/drawing/2014/main" id="{4AD9ABB3-570C-C42C-8305-08870D11F974}"/>
              </a:ext>
            </a:extLst>
          </p:cNvPr>
          <p:cNvPicPr>
            <a:picLocks noChangeAspect="1"/>
          </p:cNvPicPr>
          <p:nvPr/>
        </p:nvPicPr>
        <p:blipFill>
          <a:blip r:embed="rId4"/>
          <a:srcRect l="59524" t="18826" r="9685" b="10085"/>
          <a:stretch>
            <a:fillRect/>
          </a:stretch>
        </p:blipFill>
        <p:spPr>
          <a:xfrm>
            <a:off x="5210629" y="1537840"/>
            <a:ext cx="3754014" cy="4875270"/>
          </a:xfrm>
          <a:prstGeom prst="rect">
            <a:avLst/>
          </a:prstGeom>
        </p:spPr>
      </p:pic>
      <p:sp>
        <p:nvSpPr>
          <p:cNvPr id="6" name="TextBox 5">
            <a:extLst>
              <a:ext uri="{FF2B5EF4-FFF2-40B4-BE49-F238E27FC236}">
                <a16:creationId xmlns:a16="http://schemas.microsoft.com/office/drawing/2014/main" id="{FC7B710A-FFE4-ECB2-B871-C6227245C656}"/>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1569519420"/>
      </p:ext>
    </p:extLst>
  </p:cSld>
  <p:clrMapOvr>
    <a:masterClrMapping/>
  </p:clrMapOvr>
</p:sld>
</file>

<file path=ppt/slides/slide118.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7" name="Rectangle 6">
            <a:extLst>
              <a:ext uri="{FF2B5EF4-FFF2-40B4-BE49-F238E27FC236}">
                <a16:creationId xmlns:a16="http://schemas.microsoft.com/office/drawing/2014/main" id="{4522B21E-B2B9-4C72-9A71-C87EFD137480}"/>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1999" cy="6857365"/>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Rectangle 8">
            <a:extLst>
              <a:ext uri="{FF2B5EF4-FFF2-40B4-BE49-F238E27FC236}">
                <a16:creationId xmlns:a16="http://schemas.microsoft.com/office/drawing/2014/main" id="{5EB7D2A2-F448-44D4-938C-DC84CBCB3B1E}"/>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2"/>
            <a:ext cx="12192000" cy="4412583"/>
          </a:xfrm>
          <a:prstGeom prst="rect">
            <a:avLst/>
          </a:prstGeom>
          <a:solidFill>
            <a:schemeClr val="accent4"/>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1" name="Rectangle 10">
            <a:extLst>
              <a:ext uri="{FF2B5EF4-FFF2-40B4-BE49-F238E27FC236}">
                <a16:creationId xmlns:a16="http://schemas.microsoft.com/office/drawing/2014/main" id="{871AEA07-1E14-44B4-8E55-64EF049CD66F}"/>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596464" y="551962"/>
            <a:ext cx="10999072" cy="4618549"/>
          </a:xfrm>
          <a:prstGeom prst="rect">
            <a:avLst/>
          </a:prstGeom>
          <a:solidFill>
            <a:schemeClr val="bg1"/>
          </a:solidFill>
          <a:ln>
            <a:noFill/>
          </a:ln>
          <a:effectLst>
            <a:outerShdw blurRad="139700" dist="127000" dir="5400000" algn="t" rotWithShape="0">
              <a:prstClr val="black">
                <a:alpha val="15000"/>
              </a:prstClr>
            </a:outerShdw>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B5505296-7BBE-53EF-B0F5-825D9D3A62C8}"/>
              </a:ext>
            </a:extLst>
          </p:cNvPr>
          <p:cNvSpPr>
            <a:spLocks noGrp="1"/>
          </p:cNvSpPr>
          <p:nvPr>
            <p:ph type="title"/>
          </p:nvPr>
        </p:nvSpPr>
        <p:spPr>
          <a:xfrm>
            <a:off x="1524000" y="1293338"/>
            <a:ext cx="9144000" cy="3274592"/>
          </a:xfrm>
        </p:spPr>
        <p:txBody>
          <a:bodyPr vert="horz" lIns="91440" tIns="45720" rIns="91440" bIns="45720" rtlCol="0" anchor="ctr">
            <a:normAutofit/>
          </a:bodyPr>
          <a:lstStyle/>
          <a:p>
            <a:pPr algn="ctr"/>
            <a:r>
              <a:rPr lang="en-US" sz="7200" kern="1200">
                <a:latin typeface="+mj-lt"/>
                <a:ea typeface="+mj-ea"/>
                <a:cs typeface="+mj-cs"/>
              </a:rPr>
              <a:t>Our Baseline </a:t>
            </a:r>
            <a:r>
              <a:rPr lang="en-US" sz="7200"/>
              <a:t>For All 3 VLANs Is</a:t>
            </a:r>
            <a:r>
              <a:rPr lang="en-US" sz="7200" kern="1200">
                <a:latin typeface="+mj-lt"/>
                <a:ea typeface="+mj-ea"/>
                <a:cs typeface="+mj-cs"/>
              </a:rPr>
              <a:t> Set</a:t>
            </a:r>
          </a:p>
        </p:txBody>
      </p:sp>
      <p:cxnSp>
        <p:nvCxnSpPr>
          <p:cNvPr id="13" name="Straight Connector 12">
            <a:extLst>
              <a:ext uri="{FF2B5EF4-FFF2-40B4-BE49-F238E27FC236}">
                <a16:creationId xmlns:a16="http://schemas.microsoft.com/office/drawing/2014/main" id="{F7C8EA93-3210-4C62-99E9-153C275E3A87}"/>
              </a:ext>
              <a:ext uri="{C183D7F6-B498-43B3-948B-1728B52AA6E4}">
                <adec:decorative xmlns:adec="http://schemas.microsoft.com/office/drawing/2017/decorative" val="1"/>
              </a:ext>
            </a:extLst>
          </p:cNvPr>
          <p:cNvCxnSpPr>
            <a:cxnSpLocks noGrp="1" noRot="1" noChangeAspect="1" noMove="1" noResize="1" noEditPoints="1" noAdjustHandles="1" noChangeArrowheads="1" noChangeShapeType="1"/>
          </p:cNvCxnSpPr>
          <p:nvPr>
            <p:extLst>
              <p:ext uri="{386F3935-93C4-4BCD-93E2-E3B085C9AB24}">
                <p16:designElem xmlns:p16="http://schemas.microsoft.com/office/powerpoint/2015/main" val="1"/>
              </p:ext>
            </p:extLst>
          </p:nvPr>
        </p:nvCxnSpPr>
        <p:spPr>
          <a:xfrm flipH="1">
            <a:off x="596464" y="6354708"/>
            <a:ext cx="11000232" cy="0"/>
          </a:xfrm>
          <a:prstGeom prst="line">
            <a:avLst/>
          </a:prstGeom>
          <a:ln w="101600">
            <a:solidFill>
              <a:schemeClr val="accent4"/>
            </a:solidFill>
          </a:ln>
        </p:spPr>
        <p:style>
          <a:lnRef idx="1">
            <a:schemeClr val="accent1"/>
          </a:lnRef>
          <a:fillRef idx="0">
            <a:schemeClr val="accent1"/>
          </a:fillRef>
          <a:effectRef idx="0">
            <a:schemeClr val="accent1"/>
          </a:effectRef>
          <a:fontRef idx="minor">
            <a:schemeClr val="tx1"/>
          </a:fontRef>
        </p:style>
      </p:cxnSp>
      <p:pic>
        <p:nvPicPr>
          <p:cNvPr id="5" name="Picture 4" descr="A blue and yellow logo&#10;&#10;AI-generated content may be incorrect.">
            <a:extLst>
              <a:ext uri="{FF2B5EF4-FFF2-40B4-BE49-F238E27FC236}">
                <a16:creationId xmlns:a16="http://schemas.microsoft.com/office/drawing/2014/main" id="{E8778CAE-7C26-2781-8827-0E341E6061A2}"/>
              </a:ext>
            </a:extLst>
          </p:cNvPr>
          <p:cNvPicPr>
            <a:picLocks noChangeAspect="1"/>
          </p:cNvPicPr>
          <p:nvPr/>
        </p:nvPicPr>
        <p:blipFill>
          <a:blip r:embed="rId2"/>
          <a:stretch>
            <a:fillRect/>
          </a:stretch>
        </p:blipFill>
        <p:spPr>
          <a:xfrm>
            <a:off x="133350" y="5410879"/>
            <a:ext cx="2498272" cy="738869"/>
          </a:xfrm>
          <a:prstGeom prst="rect">
            <a:avLst/>
          </a:prstGeom>
        </p:spPr>
      </p:pic>
      <p:sp>
        <p:nvSpPr>
          <p:cNvPr id="4" name="TextBox 3">
            <a:extLst>
              <a:ext uri="{FF2B5EF4-FFF2-40B4-BE49-F238E27FC236}">
                <a16:creationId xmlns:a16="http://schemas.microsoft.com/office/drawing/2014/main" id="{708B101C-89C0-D8E2-4EF2-987618FA3590}"/>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991052404"/>
      </p:ext>
    </p:extLst>
  </p:cSld>
  <p:clrMapOvr>
    <a:masterClrMapping/>
  </p:clrMapOvr>
</p:sld>
</file>

<file path=ppt/slides/slide119.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BCED4D40-4B67-4331-AC48-79B82B4A47D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92000"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2309A7CF-E407-8171-005E-5BB1265A12B0}"/>
              </a:ext>
            </a:extLst>
          </p:cNvPr>
          <p:cNvSpPr>
            <a:spLocks noGrp="1"/>
          </p:cNvSpPr>
          <p:nvPr>
            <p:ph type="title"/>
          </p:nvPr>
        </p:nvSpPr>
        <p:spPr>
          <a:xfrm>
            <a:off x="638881" y="417576"/>
            <a:ext cx="10909640" cy="1249394"/>
          </a:xfrm>
        </p:spPr>
        <p:txBody>
          <a:bodyPr vert="horz" lIns="91440" tIns="45720" rIns="91440" bIns="45720" rtlCol="0" anchor="ctr">
            <a:normAutofit/>
          </a:bodyPr>
          <a:lstStyle/>
          <a:p>
            <a:pPr algn="ctr"/>
            <a:r>
              <a:rPr lang="en-US" sz="6600" kern="1200">
                <a:solidFill>
                  <a:schemeClr val="tx1"/>
                </a:solidFill>
                <a:latin typeface="+mj-lt"/>
                <a:ea typeface="+mj-ea"/>
                <a:cs typeface="+mj-cs"/>
              </a:rPr>
              <a:t>Testing!</a:t>
            </a:r>
          </a:p>
        </p:txBody>
      </p:sp>
      <p:sp>
        <p:nvSpPr>
          <p:cNvPr id="3" name="Content Placeholder 2">
            <a:extLst>
              <a:ext uri="{FF2B5EF4-FFF2-40B4-BE49-F238E27FC236}">
                <a16:creationId xmlns:a16="http://schemas.microsoft.com/office/drawing/2014/main" id="{E2B472C7-B619-B2A4-7B82-73B8EE3AEB5F}"/>
              </a:ext>
            </a:extLst>
          </p:cNvPr>
          <p:cNvSpPr>
            <a:spLocks noGrp="1"/>
          </p:cNvSpPr>
          <p:nvPr>
            <p:ph type="body" idx="1"/>
          </p:nvPr>
        </p:nvSpPr>
        <p:spPr>
          <a:xfrm>
            <a:off x="638881" y="1809541"/>
            <a:ext cx="10909643" cy="687406"/>
          </a:xfrm>
        </p:spPr>
        <p:txBody>
          <a:bodyPr vert="horz" lIns="91440" tIns="45720" rIns="91440" bIns="45720" rtlCol="0" anchor="ctr">
            <a:normAutofit/>
          </a:bodyPr>
          <a:lstStyle/>
          <a:p>
            <a:pPr algn="ctr"/>
            <a:r>
              <a:rPr lang="en-US" kern="1200">
                <a:solidFill>
                  <a:schemeClr val="tx1"/>
                </a:solidFill>
                <a:latin typeface="+mn-lt"/>
                <a:ea typeface="+mn-ea"/>
                <a:cs typeface="+mn-cs"/>
              </a:rPr>
              <a:t>We'll log into the VMS now that firewall services are configured</a:t>
            </a:r>
          </a:p>
        </p:txBody>
      </p:sp>
      <p:sp>
        <p:nvSpPr>
          <p:cNvPr id="12" name="sketch line">
            <a:extLst>
              <a:ext uri="{FF2B5EF4-FFF2-40B4-BE49-F238E27FC236}">
                <a16:creationId xmlns:a16="http://schemas.microsoft.com/office/drawing/2014/main" id="{670CEDEF-4F34-412E-84EE-329C1E936AF5}"/>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3807702" y="1733454"/>
            <a:ext cx="4572000" cy="18288"/>
          </a:xfrm>
          <a:custGeom>
            <a:avLst/>
            <a:gdLst>
              <a:gd name="csX0" fmla="*/ 0 w 4572000"/>
              <a:gd name="csY0" fmla="*/ 0 h 18288"/>
              <a:gd name="csX1" fmla="*/ 515983 w 4572000"/>
              <a:gd name="csY1" fmla="*/ 0 h 18288"/>
              <a:gd name="csX2" fmla="*/ 1031966 w 4572000"/>
              <a:gd name="csY2" fmla="*/ 0 h 18288"/>
              <a:gd name="csX3" fmla="*/ 1639389 w 4572000"/>
              <a:gd name="csY3" fmla="*/ 0 h 18288"/>
              <a:gd name="csX4" fmla="*/ 2383971 w 4572000"/>
              <a:gd name="csY4" fmla="*/ 0 h 18288"/>
              <a:gd name="csX5" fmla="*/ 2945674 w 4572000"/>
              <a:gd name="csY5" fmla="*/ 0 h 18288"/>
              <a:gd name="csX6" fmla="*/ 3507377 w 4572000"/>
              <a:gd name="csY6" fmla="*/ 0 h 18288"/>
              <a:gd name="csX7" fmla="*/ 4572000 w 4572000"/>
              <a:gd name="csY7" fmla="*/ 0 h 18288"/>
              <a:gd name="csX8" fmla="*/ 4572000 w 4572000"/>
              <a:gd name="csY8" fmla="*/ 18288 h 18288"/>
              <a:gd name="csX9" fmla="*/ 3873137 w 4572000"/>
              <a:gd name="csY9" fmla="*/ 18288 h 18288"/>
              <a:gd name="csX10" fmla="*/ 3311434 w 4572000"/>
              <a:gd name="csY10" fmla="*/ 18288 h 18288"/>
              <a:gd name="csX11" fmla="*/ 2749731 w 4572000"/>
              <a:gd name="csY11" fmla="*/ 18288 h 18288"/>
              <a:gd name="csX12" fmla="*/ 2050869 w 4572000"/>
              <a:gd name="csY12" fmla="*/ 18288 h 18288"/>
              <a:gd name="csX13" fmla="*/ 1306286 w 4572000"/>
              <a:gd name="csY13" fmla="*/ 18288 h 18288"/>
              <a:gd name="csX14" fmla="*/ 790303 w 4572000"/>
              <a:gd name="csY14" fmla="*/ 18288 h 18288"/>
              <a:gd name="csX15" fmla="*/ 0 w 4572000"/>
              <a:gd name="csY15" fmla="*/ 18288 h 18288"/>
              <a:gd name="csX16" fmla="*/ 0 w 4572000"/>
              <a:gd name="csY16"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 ang="0">
                <a:pos x="csX13" y="csY13"/>
              </a:cxn>
              <a:cxn ang="0">
                <a:pos x="csX14" y="csY14"/>
              </a:cxn>
              <a:cxn ang="0">
                <a:pos x="csX15" y="csY15"/>
              </a:cxn>
              <a:cxn ang="0">
                <a:pos x="csX16" y="csY16"/>
              </a:cxn>
            </a:cxnLst>
            <a:rect l="l" t="t" r="r" b="b"/>
            <a:pathLst>
              <a:path w="4572000" h="18288" fill="none" extrusionOk="0">
                <a:moveTo>
                  <a:pt x="0" y="0"/>
                </a:moveTo>
                <a:cubicBezTo>
                  <a:pt x="105156" y="-20963"/>
                  <a:pt x="340432" y="822"/>
                  <a:pt x="515983" y="0"/>
                </a:cubicBezTo>
                <a:cubicBezTo>
                  <a:pt x="691534" y="-822"/>
                  <a:pt x="850679" y="16479"/>
                  <a:pt x="1031966" y="0"/>
                </a:cubicBezTo>
                <a:cubicBezTo>
                  <a:pt x="1213253" y="-16479"/>
                  <a:pt x="1443646" y="-18730"/>
                  <a:pt x="1639389" y="0"/>
                </a:cubicBezTo>
                <a:cubicBezTo>
                  <a:pt x="1835132" y="18730"/>
                  <a:pt x="2159975" y="18531"/>
                  <a:pt x="2383971" y="0"/>
                </a:cubicBezTo>
                <a:cubicBezTo>
                  <a:pt x="2607967" y="-18531"/>
                  <a:pt x="2719096" y="-12030"/>
                  <a:pt x="2945674" y="0"/>
                </a:cubicBezTo>
                <a:cubicBezTo>
                  <a:pt x="3172252" y="12030"/>
                  <a:pt x="3269167" y="27666"/>
                  <a:pt x="3507377" y="0"/>
                </a:cubicBezTo>
                <a:cubicBezTo>
                  <a:pt x="3745587" y="-27666"/>
                  <a:pt x="4116741" y="18705"/>
                  <a:pt x="4572000" y="0"/>
                </a:cubicBezTo>
                <a:cubicBezTo>
                  <a:pt x="4572895" y="8974"/>
                  <a:pt x="4571454" y="9359"/>
                  <a:pt x="4572000" y="18288"/>
                </a:cubicBezTo>
                <a:cubicBezTo>
                  <a:pt x="4374698" y="3942"/>
                  <a:pt x="4098874" y="-11042"/>
                  <a:pt x="3873137" y="18288"/>
                </a:cubicBezTo>
                <a:cubicBezTo>
                  <a:pt x="3647400" y="47618"/>
                  <a:pt x="3517055" y="5421"/>
                  <a:pt x="3311434" y="18288"/>
                </a:cubicBezTo>
                <a:cubicBezTo>
                  <a:pt x="3105813" y="31155"/>
                  <a:pt x="3025168" y="17856"/>
                  <a:pt x="2749731" y="18288"/>
                </a:cubicBezTo>
                <a:cubicBezTo>
                  <a:pt x="2474294" y="18720"/>
                  <a:pt x="2291766" y="-14168"/>
                  <a:pt x="2050869" y="18288"/>
                </a:cubicBezTo>
                <a:cubicBezTo>
                  <a:pt x="1809972" y="50744"/>
                  <a:pt x="1540276" y="46798"/>
                  <a:pt x="1306286" y="18288"/>
                </a:cubicBezTo>
                <a:cubicBezTo>
                  <a:pt x="1072296" y="-10222"/>
                  <a:pt x="972445" y="19645"/>
                  <a:pt x="790303" y="18288"/>
                </a:cubicBezTo>
                <a:cubicBezTo>
                  <a:pt x="608161" y="16931"/>
                  <a:pt x="200981" y="8241"/>
                  <a:pt x="0" y="18288"/>
                </a:cubicBezTo>
                <a:cubicBezTo>
                  <a:pt x="-229" y="14222"/>
                  <a:pt x="509" y="5816"/>
                  <a:pt x="0" y="0"/>
                </a:cubicBezTo>
                <a:close/>
              </a:path>
              <a:path w="4572000" h="18288" stroke="0" extrusionOk="0">
                <a:moveTo>
                  <a:pt x="0" y="0"/>
                </a:moveTo>
                <a:cubicBezTo>
                  <a:pt x="143285" y="-9565"/>
                  <a:pt x="327959" y="-11498"/>
                  <a:pt x="561703" y="0"/>
                </a:cubicBezTo>
                <a:cubicBezTo>
                  <a:pt x="795447" y="11498"/>
                  <a:pt x="838260" y="18255"/>
                  <a:pt x="1077686" y="0"/>
                </a:cubicBezTo>
                <a:cubicBezTo>
                  <a:pt x="1317112" y="-18255"/>
                  <a:pt x="1437472" y="23514"/>
                  <a:pt x="1639389" y="0"/>
                </a:cubicBezTo>
                <a:cubicBezTo>
                  <a:pt x="1841306" y="-23514"/>
                  <a:pt x="2037142" y="-12551"/>
                  <a:pt x="2292531" y="0"/>
                </a:cubicBezTo>
                <a:cubicBezTo>
                  <a:pt x="2547920" y="12551"/>
                  <a:pt x="2810436" y="-20352"/>
                  <a:pt x="2991394" y="0"/>
                </a:cubicBezTo>
                <a:cubicBezTo>
                  <a:pt x="3172352" y="20352"/>
                  <a:pt x="3530025" y="-13347"/>
                  <a:pt x="3735977" y="0"/>
                </a:cubicBezTo>
                <a:cubicBezTo>
                  <a:pt x="3941929" y="13347"/>
                  <a:pt x="4161497" y="34086"/>
                  <a:pt x="4572000" y="0"/>
                </a:cubicBezTo>
                <a:cubicBezTo>
                  <a:pt x="4571545" y="6162"/>
                  <a:pt x="4571903" y="11775"/>
                  <a:pt x="4572000" y="18288"/>
                </a:cubicBezTo>
                <a:cubicBezTo>
                  <a:pt x="4228040" y="36490"/>
                  <a:pt x="4199736" y="42557"/>
                  <a:pt x="3873137" y="18288"/>
                </a:cubicBezTo>
                <a:cubicBezTo>
                  <a:pt x="3546538" y="-5981"/>
                  <a:pt x="3472124" y="16809"/>
                  <a:pt x="3128554" y="18288"/>
                </a:cubicBezTo>
                <a:cubicBezTo>
                  <a:pt x="2784984" y="19767"/>
                  <a:pt x="2735896" y="-17781"/>
                  <a:pt x="2383971" y="18288"/>
                </a:cubicBezTo>
                <a:cubicBezTo>
                  <a:pt x="2032046" y="54357"/>
                  <a:pt x="2019324" y="2920"/>
                  <a:pt x="1867989" y="18288"/>
                </a:cubicBezTo>
                <a:cubicBezTo>
                  <a:pt x="1716654" y="33656"/>
                  <a:pt x="1418675" y="32575"/>
                  <a:pt x="1169126" y="18288"/>
                </a:cubicBezTo>
                <a:cubicBezTo>
                  <a:pt x="919577" y="4001"/>
                  <a:pt x="798537" y="16165"/>
                  <a:pt x="561703" y="18288"/>
                </a:cubicBezTo>
                <a:cubicBezTo>
                  <a:pt x="324869" y="20411"/>
                  <a:pt x="221395" y="-912"/>
                  <a:pt x="0" y="18288"/>
                </a:cubicBezTo>
                <a:cubicBezTo>
                  <a:pt x="766" y="10800"/>
                  <a:pt x="-457" y="8180"/>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727557108">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blue and yellow logo&#10;&#10;AI-generated content may be incorrect.">
            <a:extLst>
              <a:ext uri="{FF2B5EF4-FFF2-40B4-BE49-F238E27FC236}">
                <a16:creationId xmlns:a16="http://schemas.microsoft.com/office/drawing/2014/main" id="{F53119AB-E846-ACD5-6744-11F8ECF91722}"/>
              </a:ext>
            </a:extLst>
          </p:cNvPr>
          <p:cNvPicPr>
            <a:picLocks noChangeAspect="1"/>
          </p:cNvPicPr>
          <p:nvPr/>
        </p:nvPicPr>
        <p:blipFill>
          <a:blip r:embed="rId2"/>
          <a:stretch>
            <a:fillRect/>
          </a:stretch>
        </p:blipFill>
        <p:spPr>
          <a:xfrm>
            <a:off x="320040" y="2737626"/>
            <a:ext cx="11548872" cy="3378045"/>
          </a:xfrm>
          <a:prstGeom prst="rect">
            <a:avLst/>
          </a:prstGeom>
        </p:spPr>
      </p:pic>
    </p:spTree>
    <p:extLst>
      <p:ext uri="{BB962C8B-B14F-4D97-AF65-F5344CB8AC3E}">
        <p14:creationId xmlns:p14="http://schemas.microsoft.com/office/powerpoint/2010/main" val="1211440150"/>
      </p:ext>
    </p:extLst>
  </p:cSld>
  <p:clrMapOvr>
    <a:masterClrMapping/>
  </p:clrMapOvr>
</p:sld>
</file>

<file path=ppt/slides/slide120.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38B85847-3A10-8F0F-23E1-7ED3F3206466}"/>
            </a:ext>
          </a:extLst>
        </p:cNvPr>
        <p:cNvGrpSpPr/>
        <p:nvPr/>
      </p:nvGrpSpPr>
      <p:grpSpPr>
        <a:xfrm>
          <a:off x="0" y="0"/>
          <a:ext cx="0" cy="0"/>
          <a:chOff x="0" y="0"/>
          <a:chExt cx="0" cy="0"/>
        </a:xfrm>
      </p:grpSpPr>
      <p:pic>
        <p:nvPicPr>
          <p:cNvPr id="4" name="Picture 3" descr="A screenshot of a computer&#10;&#10;AI-generated content may be incorrect.">
            <a:extLst>
              <a:ext uri="{FF2B5EF4-FFF2-40B4-BE49-F238E27FC236}">
                <a16:creationId xmlns:a16="http://schemas.microsoft.com/office/drawing/2014/main" id="{EB196C85-1017-F1E0-5377-A3EC39C68680}"/>
              </a:ext>
            </a:extLst>
          </p:cNvPr>
          <p:cNvPicPr>
            <a:picLocks noChangeAspect="1"/>
          </p:cNvPicPr>
          <p:nvPr/>
        </p:nvPicPr>
        <p:blipFill>
          <a:blip r:embed="rId3"/>
          <a:srcRect l="20237" t="-177" r="35701" b="65754"/>
          <a:stretch>
            <a:fillRect/>
          </a:stretch>
        </p:blipFill>
        <p:spPr>
          <a:xfrm>
            <a:off x="5874" y="2434"/>
            <a:ext cx="12265978" cy="5360176"/>
          </a:xfrm>
          <a:prstGeom prst="rect">
            <a:avLst/>
          </a:prstGeom>
        </p:spPr>
      </p:pic>
      <p:sp>
        <p:nvSpPr>
          <p:cNvPr id="5" name="Arrow: Up 4">
            <a:extLst>
              <a:ext uri="{FF2B5EF4-FFF2-40B4-BE49-F238E27FC236}">
                <a16:creationId xmlns:a16="http://schemas.microsoft.com/office/drawing/2014/main" id="{35E75DB4-E294-1A60-8107-7C354D61948E}"/>
              </a:ext>
            </a:extLst>
          </p:cNvPr>
          <p:cNvSpPr/>
          <p:nvPr/>
        </p:nvSpPr>
        <p:spPr>
          <a:xfrm>
            <a:off x="843345" y="1156485"/>
            <a:ext cx="1928802" cy="4048179"/>
          </a:xfrm>
          <a:prstGeom prst="upArrow">
            <a:avLst/>
          </a:prstGeom>
          <a:solidFill>
            <a:srgbClr val="C00000"/>
          </a:solidFill>
          <a:ln>
            <a:solidFill>
              <a:srgbClr val="4472C4"/>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7" name="TextBox 6">
            <a:extLst>
              <a:ext uri="{FF2B5EF4-FFF2-40B4-BE49-F238E27FC236}">
                <a16:creationId xmlns:a16="http://schemas.microsoft.com/office/drawing/2014/main" id="{C81A9EAC-8D96-9614-34F8-B1FCB82A2E73}"/>
              </a:ext>
            </a:extLst>
          </p:cNvPr>
          <p:cNvSpPr txBox="1"/>
          <p:nvPr/>
        </p:nvSpPr>
        <p:spPr>
          <a:xfrm>
            <a:off x="4381472" y="1067125"/>
            <a:ext cx="2743200" cy="646331"/>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Type this into your search bar</a:t>
            </a:r>
          </a:p>
        </p:txBody>
      </p:sp>
      <p:pic>
        <p:nvPicPr>
          <p:cNvPr id="3" name="Picture 2" descr="A blue and yellow logo&#10;&#10;AI-generated content may be incorrect.">
            <a:extLst>
              <a:ext uri="{FF2B5EF4-FFF2-40B4-BE49-F238E27FC236}">
                <a16:creationId xmlns:a16="http://schemas.microsoft.com/office/drawing/2014/main" id="{84381815-3054-5145-5EF9-B24DF7BDFDDB}"/>
              </a:ext>
            </a:extLst>
          </p:cNvPr>
          <p:cNvPicPr>
            <a:picLocks noChangeAspect="1"/>
          </p:cNvPicPr>
          <p:nvPr/>
        </p:nvPicPr>
        <p:blipFill>
          <a:blip r:embed="rId4"/>
          <a:stretch>
            <a:fillRect/>
          </a:stretch>
        </p:blipFill>
        <p:spPr>
          <a:xfrm>
            <a:off x="2721" y="6122079"/>
            <a:ext cx="2498272" cy="738869"/>
          </a:xfrm>
          <a:prstGeom prst="rect">
            <a:avLst/>
          </a:prstGeom>
        </p:spPr>
      </p:pic>
      <p:sp>
        <p:nvSpPr>
          <p:cNvPr id="6" name="TextBox 5">
            <a:extLst>
              <a:ext uri="{FF2B5EF4-FFF2-40B4-BE49-F238E27FC236}">
                <a16:creationId xmlns:a16="http://schemas.microsoft.com/office/drawing/2014/main" id="{A798A00C-C729-E094-D24C-A3D8F7FACAC1}"/>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3770382370"/>
      </p:ext>
    </p:extLst>
  </p:cSld>
  <p:clrMapOvr>
    <a:masterClrMapping/>
  </p:clrMapOvr>
</p:sld>
</file>

<file path=ppt/slides/slide121.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7E08A976-B761-1CDA-1F88-E96B6727520D}"/>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D1A32F37-D19B-3787-2353-7B3342E011E4}"/>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7808E937-FAC4-4ADF-542D-1A4CFE7CE372}"/>
              </a:ext>
            </a:extLst>
          </p:cNvPr>
          <p:cNvSpPr>
            <a:spLocks noGrp="1"/>
          </p:cNvSpPr>
          <p:nvPr>
            <p:ph type="body" idx="1"/>
          </p:nvPr>
        </p:nvSpPr>
        <p:spPr/>
        <p:txBody>
          <a:bodyPr/>
          <a:lstStyle/>
          <a:p>
            <a:endParaRPr lang="en-US"/>
          </a:p>
        </p:txBody>
      </p:sp>
      <p:pic>
        <p:nvPicPr>
          <p:cNvPr id="4" name="Picture 3" descr="A screenshot of a computer&#10;&#10;AI-generated content may be incorrect.">
            <a:extLst>
              <a:ext uri="{FF2B5EF4-FFF2-40B4-BE49-F238E27FC236}">
                <a16:creationId xmlns:a16="http://schemas.microsoft.com/office/drawing/2014/main" id="{EF712DDC-0CF3-5E32-1C6A-6F4C6BCAA634}"/>
              </a:ext>
            </a:extLst>
          </p:cNvPr>
          <p:cNvPicPr>
            <a:picLocks noChangeAspect="1"/>
          </p:cNvPicPr>
          <p:nvPr/>
        </p:nvPicPr>
        <p:blipFill>
          <a:blip r:embed="rId3"/>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3B9A64A9-2FCC-6132-5322-D5DCEC4C308A}"/>
              </a:ext>
            </a:extLst>
          </p:cNvPr>
          <p:cNvSpPr txBox="1"/>
          <p:nvPr/>
        </p:nvSpPr>
        <p:spPr>
          <a:xfrm>
            <a:off x="5268252" y="3289327"/>
            <a:ext cx="827315" cy="276999"/>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pPr algn="l"/>
            <a:r>
              <a:rPr lang="en-US" sz="1200" b="1"/>
              <a:t>student1</a:t>
            </a:r>
          </a:p>
        </p:txBody>
      </p:sp>
      <p:sp>
        <p:nvSpPr>
          <p:cNvPr id="6" name="TextBox 5">
            <a:extLst>
              <a:ext uri="{FF2B5EF4-FFF2-40B4-BE49-F238E27FC236}">
                <a16:creationId xmlns:a16="http://schemas.microsoft.com/office/drawing/2014/main" id="{275F8B8D-7444-2D2B-3A93-4AC76B41B109}"/>
              </a:ext>
            </a:extLst>
          </p:cNvPr>
          <p:cNvSpPr txBox="1"/>
          <p:nvPr/>
        </p:nvSpPr>
        <p:spPr>
          <a:xfrm>
            <a:off x="7588805" y="2966763"/>
            <a:ext cx="2743200" cy="1477328"/>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6">
                    <a:lumMod val="60000"/>
                    <a:lumOff val="40000"/>
                  </a:schemeClr>
                </a:solidFill>
              </a:rPr>
              <a:t>Everyone's username and password will be handed out and be student# where # is assigned to you </a:t>
            </a:r>
          </a:p>
        </p:txBody>
      </p:sp>
      <p:pic>
        <p:nvPicPr>
          <p:cNvPr id="8" name="Picture 7" descr="A blue and yellow logo&#10;&#10;AI-generated content may be incorrect.">
            <a:extLst>
              <a:ext uri="{FF2B5EF4-FFF2-40B4-BE49-F238E27FC236}">
                <a16:creationId xmlns:a16="http://schemas.microsoft.com/office/drawing/2014/main" id="{F322E4C2-A6CD-FCBC-1985-5A3104895896}"/>
              </a:ext>
            </a:extLst>
          </p:cNvPr>
          <p:cNvPicPr>
            <a:picLocks noChangeAspect="1"/>
          </p:cNvPicPr>
          <p:nvPr/>
        </p:nvPicPr>
        <p:blipFill>
          <a:blip r:embed="rId4"/>
          <a:stretch>
            <a:fillRect/>
          </a:stretch>
        </p:blipFill>
        <p:spPr>
          <a:xfrm>
            <a:off x="2721" y="6122079"/>
            <a:ext cx="2498272" cy="738869"/>
          </a:xfrm>
          <a:prstGeom prst="rect">
            <a:avLst/>
          </a:prstGeom>
        </p:spPr>
      </p:pic>
      <p:sp>
        <p:nvSpPr>
          <p:cNvPr id="9" name="TextBox 8">
            <a:extLst>
              <a:ext uri="{FF2B5EF4-FFF2-40B4-BE49-F238E27FC236}">
                <a16:creationId xmlns:a16="http://schemas.microsoft.com/office/drawing/2014/main" id="{BEF08D1E-1F85-5DF6-6D6E-F3E3413EFBFF}"/>
              </a:ext>
            </a:extLst>
          </p:cNvPr>
          <p:cNvSpPr txBox="1"/>
          <p:nvPr/>
        </p:nvSpPr>
        <p:spPr>
          <a:xfrm>
            <a:off x="11000073" y="6289017"/>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3032237704"/>
      </p:ext>
    </p:extLst>
  </p:cSld>
  <p:clrMapOvr>
    <a:masterClrMapping/>
  </p:clrMapOvr>
  <p:extLst>
    <p:ext uri="{6950BFC3-D8DA-4A85-94F7-54DA5524770B}">
      <p188:commentRel xmlns:p188="http://schemas.microsoft.com/office/powerpoint/2018/8/main" r:id="rId2"/>
    </p:ext>
  </p:extLst>
</p:sld>
</file>

<file path=ppt/slides/slide122.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588A0FC1-6B7F-6D03-1367-BA3F89794E8C}"/>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64DD50-0081-DDD3-CBEA-9C5FEE529D60}"/>
              </a:ext>
            </a:extLst>
          </p:cNvPr>
          <p:cNvSpPr>
            <a:spLocks noGrp="1"/>
          </p:cNvSpPr>
          <p:nvPr>
            <p:ph type="title"/>
          </p:nvPr>
        </p:nvSpPr>
        <p:spPr/>
        <p:txBody>
          <a:bodyPr/>
          <a:lstStyle/>
          <a:p>
            <a:endParaRPr lang="en-US"/>
          </a:p>
        </p:txBody>
      </p:sp>
      <p:sp>
        <p:nvSpPr>
          <p:cNvPr id="3" name="Text Placeholder 2">
            <a:extLst>
              <a:ext uri="{FF2B5EF4-FFF2-40B4-BE49-F238E27FC236}">
                <a16:creationId xmlns:a16="http://schemas.microsoft.com/office/drawing/2014/main" id="{DF5CF47E-D88E-D199-EA75-0C45B93E03A7}"/>
              </a:ext>
            </a:extLst>
          </p:cNvPr>
          <p:cNvSpPr>
            <a:spLocks noGrp="1"/>
          </p:cNvSpPr>
          <p:nvPr>
            <p:ph type="body" idx="1"/>
          </p:nvPr>
        </p:nvSpPr>
        <p:spPr/>
        <p:txBody>
          <a:bodyPr/>
          <a:lstStyle/>
          <a:p>
            <a:endParaRPr lang="en-US"/>
          </a:p>
        </p:txBody>
      </p:sp>
      <p:pic>
        <p:nvPicPr>
          <p:cNvPr id="4" name="Picture 3" descr="A screenshot of a computer&#10;&#10;AI-generated content may be incorrect.">
            <a:extLst>
              <a:ext uri="{FF2B5EF4-FFF2-40B4-BE49-F238E27FC236}">
                <a16:creationId xmlns:a16="http://schemas.microsoft.com/office/drawing/2014/main" id="{FC11C1A0-47DD-BB72-26F8-E082E460DC27}"/>
              </a:ext>
            </a:extLst>
          </p:cNvPr>
          <p:cNvPicPr>
            <a:picLocks noChangeAspect="1"/>
          </p:cNvPicPr>
          <p:nvPr/>
        </p:nvPicPr>
        <p:blipFill>
          <a:blip r:embed="rId4"/>
          <a:stretch>
            <a:fillRect/>
          </a:stretch>
        </p:blipFill>
        <p:spPr>
          <a:xfrm>
            <a:off x="0" y="0"/>
            <a:ext cx="12192000" cy="6858000"/>
          </a:xfrm>
          <a:prstGeom prst="rect">
            <a:avLst/>
          </a:prstGeom>
        </p:spPr>
      </p:pic>
      <p:sp>
        <p:nvSpPr>
          <p:cNvPr id="5" name="TextBox 4">
            <a:extLst>
              <a:ext uri="{FF2B5EF4-FFF2-40B4-BE49-F238E27FC236}">
                <a16:creationId xmlns:a16="http://schemas.microsoft.com/office/drawing/2014/main" id="{B999DB18-8FD1-A222-D38E-4C67CCE44F2E}"/>
              </a:ext>
            </a:extLst>
          </p:cNvPr>
          <p:cNvSpPr txBox="1"/>
          <p:nvPr/>
        </p:nvSpPr>
        <p:spPr>
          <a:xfrm>
            <a:off x="4060208" y="3002507"/>
            <a:ext cx="2743200" cy="92333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a:solidFill>
                  <a:schemeClr val="accent6">
                    <a:lumMod val="60000"/>
                    <a:lumOff val="40000"/>
                  </a:schemeClr>
                </a:solidFill>
              </a:rPr>
              <a:t>Click on "tg-pve-0" on the left side once. Then, you should see this.</a:t>
            </a:r>
          </a:p>
        </p:txBody>
      </p:sp>
      <p:pic>
        <p:nvPicPr>
          <p:cNvPr id="7" name="Picture 6" descr="A blue and yellow logo&#10;&#10;AI-generated content may be incorrect.">
            <a:extLst>
              <a:ext uri="{FF2B5EF4-FFF2-40B4-BE49-F238E27FC236}">
                <a16:creationId xmlns:a16="http://schemas.microsoft.com/office/drawing/2014/main" id="{0BF597FC-77AC-35FB-1E6B-355C0760C7B4}"/>
              </a:ext>
            </a:extLst>
          </p:cNvPr>
          <p:cNvPicPr>
            <a:picLocks noChangeAspect="1"/>
          </p:cNvPicPr>
          <p:nvPr/>
        </p:nvPicPr>
        <p:blipFill>
          <a:blip r:embed="rId5"/>
          <a:stretch>
            <a:fillRect/>
          </a:stretch>
        </p:blipFill>
        <p:spPr>
          <a:xfrm>
            <a:off x="2721" y="6122079"/>
            <a:ext cx="2498272" cy="738869"/>
          </a:xfrm>
          <a:prstGeom prst="rect">
            <a:avLst/>
          </a:prstGeom>
        </p:spPr>
      </p:pic>
      <p:sp>
        <p:nvSpPr>
          <p:cNvPr id="8" name="TextBox 7">
            <a:extLst>
              <a:ext uri="{FF2B5EF4-FFF2-40B4-BE49-F238E27FC236}">
                <a16:creationId xmlns:a16="http://schemas.microsoft.com/office/drawing/2014/main" id="{D5630ABA-E105-A140-2B7D-87A558421578}"/>
              </a:ext>
            </a:extLst>
          </p:cNvPr>
          <p:cNvSpPr txBox="1"/>
          <p:nvPr/>
        </p:nvSpPr>
        <p:spPr>
          <a:xfrm>
            <a:off x="11029102" y="6289016"/>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718450335"/>
      </p:ext>
    </p:extLst>
  </p:cSld>
  <p:clrMapOvr>
    <a:masterClrMapping/>
  </p:clrMapOvr>
  <p:extLst>
    <p:ext uri="{6950BFC3-D8DA-4A85-94F7-54DA5524770B}">
      <p188:commentRel xmlns:p188="http://schemas.microsoft.com/office/powerpoint/2018/8/main" r:id="rId3"/>
    </p:ext>
  </p:extLst>
</p:sld>
</file>

<file path=ppt/slides/slide123.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a:extLst>
            <a:ext uri="{FF2B5EF4-FFF2-40B4-BE49-F238E27FC236}">
              <a16:creationId xmlns:a16="http://schemas.microsoft.com/office/drawing/2014/main" id="{AC868B27-0CB5-E8AF-5FD3-DB6CC84AAA88}"/>
            </a:ext>
          </a:extLst>
        </p:cNvPr>
        <p:cNvGrpSpPr/>
        <p:nvPr/>
      </p:nvGrpSpPr>
      <p:grpSpPr>
        <a:xfrm>
          <a:off x="0" y="0"/>
          <a:ext cx="0" cy="0"/>
          <a:chOff x="0" y="0"/>
          <a:chExt cx="0" cy="0"/>
        </a:xfrm>
      </p:grpSpPr>
      <p:sp>
        <p:nvSpPr>
          <p:cNvPr id="3" name="Text Placeholder 2">
            <a:extLst>
              <a:ext uri="{FF2B5EF4-FFF2-40B4-BE49-F238E27FC236}">
                <a16:creationId xmlns:a16="http://schemas.microsoft.com/office/drawing/2014/main" id="{441B808B-6FBD-3A83-5CA5-F07C61B428B0}"/>
              </a:ext>
            </a:extLst>
          </p:cNvPr>
          <p:cNvSpPr>
            <a:spLocks noGrp="1"/>
          </p:cNvSpPr>
          <p:nvPr>
            <p:ph type="body" idx="1"/>
          </p:nvPr>
        </p:nvSpPr>
        <p:spPr>
          <a:xfrm>
            <a:off x="-24493" y="5053920"/>
            <a:ext cx="11386457" cy="1463902"/>
          </a:xfrm>
        </p:spPr>
        <p:txBody>
          <a:bodyPr vert="horz" lIns="91440" tIns="45720" rIns="91440" bIns="45720" rtlCol="0" anchor="t">
            <a:normAutofit/>
          </a:bodyPr>
          <a:lstStyle/>
          <a:p>
            <a:r>
              <a:rPr lang="en-US" sz="3600" b="1">
                <a:solidFill>
                  <a:schemeClr val="accent6">
                    <a:lumMod val="60000"/>
                    <a:lumOff val="40000"/>
                  </a:schemeClr>
                </a:solidFill>
              </a:rPr>
              <a:t>We will pass out sheets with your username, password, and VM for this part.</a:t>
            </a:r>
            <a:endParaRPr lang="en-US">
              <a:solidFill>
                <a:schemeClr val="accent6">
                  <a:lumMod val="60000"/>
                  <a:lumOff val="40000"/>
                </a:schemeClr>
              </a:solidFill>
            </a:endParaRPr>
          </a:p>
        </p:txBody>
      </p:sp>
      <p:graphicFrame>
        <p:nvGraphicFramePr>
          <p:cNvPr id="6" name="Table 5">
            <a:extLst>
              <a:ext uri="{FF2B5EF4-FFF2-40B4-BE49-F238E27FC236}">
                <a16:creationId xmlns:a16="http://schemas.microsoft.com/office/drawing/2014/main" id="{4A32D52E-3D7F-3C4B-4CB2-44FB39495A5F}"/>
              </a:ext>
            </a:extLst>
          </p:cNvPr>
          <p:cNvGraphicFramePr>
            <a:graphicFrameLocks noGrp="1"/>
          </p:cNvGraphicFramePr>
          <p:nvPr>
            <p:extLst>
              <p:ext uri="{D42A27DB-BD31-4B8C-83A1-F6EECF244321}">
                <p14:modId xmlns:p14="http://schemas.microsoft.com/office/powerpoint/2010/main" val="1056865850"/>
              </p:ext>
            </p:extLst>
          </p:nvPr>
        </p:nvGraphicFramePr>
        <p:xfrm>
          <a:off x="-27577" y="1898033"/>
          <a:ext cx="8168640" cy="2966720"/>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246302470"/>
                    </a:ext>
                  </a:extLst>
                </a:gridCol>
                <a:gridCol w="4084320">
                  <a:extLst>
                    <a:ext uri="{9D8B030D-6E8A-4147-A177-3AD203B41FA5}">
                      <a16:colId xmlns:a16="http://schemas.microsoft.com/office/drawing/2014/main" val="706118701"/>
                    </a:ext>
                  </a:extLst>
                </a:gridCol>
              </a:tblGrid>
              <a:tr h="370840">
                <a:tc>
                  <a:txBody>
                    <a:bodyPr/>
                    <a:lstStyle/>
                    <a:p>
                      <a:endParaRPr lang="en-US"/>
                    </a:p>
                  </a:txBody>
                  <a:tcPr/>
                </a:tc>
                <a:tc>
                  <a:txBody>
                    <a:bodyPr/>
                    <a:lstStyle/>
                    <a:p>
                      <a:endParaRPr lang="en-US"/>
                    </a:p>
                  </a:txBody>
                  <a:tcPr/>
                </a:tc>
                <a:extLst>
                  <a:ext uri="{0D108BD9-81ED-4DB2-BD59-A6C34878D82A}">
                    <a16:rowId xmlns:a16="http://schemas.microsoft.com/office/drawing/2014/main" val="1989211458"/>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2056085489"/>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4046780729"/>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3125374924"/>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3261268162"/>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1339171364"/>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3605752031"/>
                  </a:ext>
                </a:extLst>
              </a:tr>
              <a:tr h="370840">
                <a:tc>
                  <a:txBody>
                    <a:bodyPr/>
                    <a:lstStyle/>
                    <a:p>
                      <a:pPr lvl="0" algn="l">
                        <a:lnSpc>
                          <a:spcPct val="100000"/>
                        </a:lnSpc>
                        <a:spcBef>
                          <a:spcPts val="0"/>
                        </a:spcBef>
                        <a:spcAft>
                          <a:spcPts val="0"/>
                        </a:spcAft>
                        <a:buNone/>
                      </a:pPr>
                      <a:r>
                        <a:rPr lang="en-US" sz="1800" b="0" i="0" u="none" strike="noStrike" noProof="0" err="1">
                          <a:solidFill>
                            <a:srgbClr val="000000"/>
                          </a:solidFill>
                          <a:latin typeface="Aptos"/>
                        </a:rPr>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1354636698"/>
                  </a:ext>
                </a:extLst>
              </a:tr>
            </a:tbl>
          </a:graphicData>
        </a:graphic>
      </p:graphicFrame>
      <p:graphicFrame>
        <p:nvGraphicFramePr>
          <p:cNvPr id="8" name="Table 7">
            <a:extLst>
              <a:ext uri="{FF2B5EF4-FFF2-40B4-BE49-F238E27FC236}">
                <a16:creationId xmlns:a16="http://schemas.microsoft.com/office/drawing/2014/main" id="{C49758F9-17EF-951E-04F7-7885218205AC}"/>
              </a:ext>
            </a:extLst>
          </p:cNvPr>
          <p:cNvGraphicFramePr>
            <a:graphicFrameLocks noGrp="1"/>
          </p:cNvGraphicFramePr>
          <p:nvPr>
            <p:extLst>
              <p:ext uri="{D42A27DB-BD31-4B8C-83A1-F6EECF244321}">
                <p14:modId xmlns:p14="http://schemas.microsoft.com/office/powerpoint/2010/main" val="2359498577"/>
              </p:ext>
            </p:extLst>
          </p:nvPr>
        </p:nvGraphicFramePr>
        <p:xfrm>
          <a:off x="-27577" y="32947"/>
          <a:ext cx="8168640" cy="2225039"/>
        </p:xfrm>
        <a:graphic>
          <a:graphicData uri="http://schemas.openxmlformats.org/drawingml/2006/table">
            <a:tbl>
              <a:tblPr firstRow="1" bandRow="1">
                <a:tableStyleId>{5C22544A-7EE6-4342-B048-85BDC9FD1C3A}</a:tableStyleId>
              </a:tblPr>
              <a:tblGrid>
                <a:gridCol w="4084320">
                  <a:extLst>
                    <a:ext uri="{9D8B030D-6E8A-4147-A177-3AD203B41FA5}">
                      <a16:colId xmlns:a16="http://schemas.microsoft.com/office/drawing/2014/main" val="2328387232"/>
                    </a:ext>
                  </a:extLst>
                </a:gridCol>
                <a:gridCol w="4084320">
                  <a:extLst>
                    <a:ext uri="{9D8B030D-6E8A-4147-A177-3AD203B41FA5}">
                      <a16:colId xmlns:a16="http://schemas.microsoft.com/office/drawing/2014/main" val="669837372"/>
                    </a:ext>
                  </a:extLst>
                </a:gridCol>
              </a:tblGrid>
              <a:tr h="370840">
                <a:tc>
                  <a:txBody>
                    <a:bodyPr/>
                    <a:lstStyle/>
                    <a:p>
                      <a:r>
                        <a:rPr lang="en-US"/>
                        <a:t>Student</a:t>
                      </a:r>
                    </a:p>
                  </a:txBody>
                  <a:tcPr/>
                </a:tc>
                <a:tc>
                  <a:txBody>
                    <a:bodyPr/>
                    <a:lstStyle/>
                    <a:p>
                      <a:r>
                        <a:rPr lang="en-US"/>
                        <a:t>VM ID</a:t>
                      </a:r>
                    </a:p>
                  </a:txBody>
                  <a:tcPr/>
                </a:tc>
                <a:extLst>
                  <a:ext uri="{0D108BD9-81ED-4DB2-BD59-A6C34878D82A}">
                    <a16:rowId xmlns:a16="http://schemas.microsoft.com/office/drawing/2014/main" val="1158065527"/>
                  </a:ext>
                </a:extLst>
              </a:tr>
              <a:tr h="370839">
                <a:tc>
                  <a:txBody>
                    <a:bodyPr/>
                    <a:lstStyle/>
                    <a:p>
                      <a:r>
                        <a:rPr lang="en-US" err="1"/>
                        <a:t>StudentName</a:t>
                      </a:r>
                    </a:p>
                  </a:txBody>
                  <a:tcPr/>
                </a:tc>
                <a:tc>
                  <a:txBody>
                    <a:bodyPr/>
                    <a:lstStyle/>
                    <a:p>
                      <a:r>
                        <a:rPr lang="en-US"/>
                        <a:t>192.168.xx.xxx</a:t>
                      </a:r>
                    </a:p>
                  </a:txBody>
                  <a:tcPr/>
                </a:tc>
                <a:extLst>
                  <a:ext uri="{0D108BD9-81ED-4DB2-BD59-A6C34878D82A}">
                    <a16:rowId xmlns:a16="http://schemas.microsoft.com/office/drawing/2014/main" val="3872719047"/>
                  </a:ext>
                </a:extLst>
              </a:tr>
              <a:tr h="370840">
                <a:tc>
                  <a:txBody>
                    <a:bodyPr/>
                    <a:lstStyle/>
                    <a:p>
                      <a:pPr lvl="0">
                        <a:buNone/>
                      </a:pPr>
                      <a:r>
                        <a:rPr lang="en-US" err="1"/>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1467833407"/>
                  </a:ext>
                </a:extLst>
              </a:tr>
              <a:tr h="370840">
                <a:tc>
                  <a:txBody>
                    <a:bodyPr/>
                    <a:lstStyle/>
                    <a:p>
                      <a:pPr lvl="0">
                        <a:buNone/>
                      </a:pPr>
                      <a:r>
                        <a:rPr lang="en-US" err="1"/>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1053998084"/>
                  </a:ext>
                </a:extLst>
              </a:tr>
              <a:tr h="370840">
                <a:tc>
                  <a:txBody>
                    <a:bodyPr/>
                    <a:lstStyle/>
                    <a:p>
                      <a:pPr lvl="0">
                        <a:buNone/>
                      </a:pPr>
                      <a:r>
                        <a:rPr lang="en-US" err="1"/>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3940155608"/>
                  </a:ext>
                </a:extLst>
              </a:tr>
              <a:tr h="370840">
                <a:tc>
                  <a:txBody>
                    <a:bodyPr/>
                    <a:lstStyle/>
                    <a:p>
                      <a:pPr lvl="0">
                        <a:buNone/>
                      </a:pPr>
                      <a:r>
                        <a:rPr lang="en-US" err="1"/>
                        <a:t>StudentName</a:t>
                      </a:r>
                    </a:p>
                  </a:txBody>
                  <a:tcPr/>
                </a:tc>
                <a:tc>
                  <a:txBody>
                    <a:bodyPr/>
                    <a:lstStyle/>
                    <a:p>
                      <a:pPr lvl="0" algn="l">
                        <a:lnSpc>
                          <a:spcPct val="100000"/>
                        </a:lnSpc>
                        <a:spcBef>
                          <a:spcPts val="0"/>
                        </a:spcBef>
                        <a:spcAft>
                          <a:spcPts val="0"/>
                        </a:spcAft>
                        <a:buNone/>
                      </a:pPr>
                      <a:r>
                        <a:rPr lang="en-US" sz="1800" b="0" i="0" u="none" strike="noStrike" noProof="0">
                          <a:solidFill>
                            <a:srgbClr val="000000"/>
                          </a:solidFill>
                          <a:latin typeface="Aptos"/>
                        </a:rPr>
                        <a:t>192.168.xx.xxx</a:t>
                      </a:r>
                    </a:p>
                  </a:txBody>
                  <a:tcPr/>
                </a:tc>
                <a:extLst>
                  <a:ext uri="{0D108BD9-81ED-4DB2-BD59-A6C34878D82A}">
                    <a16:rowId xmlns:a16="http://schemas.microsoft.com/office/drawing/2014/main" val="2286345971"/>
                  </a:ext>
                </a:extLst>
              </a:tr>
            </a:tbl>
          </a:graphicData>
        </a:graphic>
      </p:graphicFrame>
      <p:pic>
        <p:nvPicPr>
          <p:cNvPr id="9" name="Picture 8" descr="A blue and yellow logo&#10;&#10;AI-generated content may be incorrect.">
            <a:extLst>
              <a:ext uri="{FF2B5EF4-FFF2-40B4-BE49-F238E27FC236}">
                <a16:creationId xmlns:a16="http://schemas.microsoft.com/office/drawing/2014/main" id="{7DBF50E6-4774-1F63-B848-206AEFC7FB9A}"/>
              </a:ext>
            </a:extLst>
          </p:cNvPr>
          <p:cNvPicPr>
            <a:picLocks noChangeAspect="1"/>
          </p:cNvPicPr>
          <p:nvPr/>
        </p:nvPicPr>
        <p:blipFill>
          <a:blip r:embed="rId2"/>
          <a:stretch>
            <a:fillRect/>
          </a:stretch>
        </p:blipFill>
        <p:spPr>
          <a:xfrm>
            <a:off x="2721" y="6122079"/>
            <a:ext cx="2498272" cy="738869"/>
          </a:xfrm>
          <a:prstGeom prst="rect">
            <a:avLst/>
          </a:prstGeom>
        </p:spPr>
      </p:pic>
      <p:sp>
        <p:nvSpPr>
          <p:cNvPr id="4" name="TextBox 3">
            <a:extLst>
              <a:ext uri="{FF2B5EF4-FFF2-40B4-BE49-F238E27FC236}">
                <a16:creationId xmlns:a16="http://schemas.microsoft.com/office/drawing/2014/main" id="{450E8FFB-E0CC-CED8-22FB-3283DD44C8A3}"/>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1</a:t>
            </a:r>
          </a:p>
        </p:txBody>
      </p:sp>
    </p:spTree>
    <p:extLst>
      <p:ext uri="{BB962C8B-B14F-4D97-AF65-F5344CB8AC3E}">
        <p14:creationId xmlns:p14="http://schemas.microsoft.com/office/powerpoint/2010/main" val="3517576946"/>
      </p:ext>
    </p:extLst>
  </p:cSld>
  <p:clrMapOvr>
    <a:masterClrMapping/>
  </p:clrMapOvr>
</p:sld>
</file>

<file path=ppt/slides/slide1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A81F955-1296-4DE5-6129-0F9FDF2DC5AA}"/>
              </a:ext>
            </a:extLst>
          </p:cNvPr>
          <p:cNvSpPr>
            <a:spLocks noGrp="1"/>
          </p:cNvSpPr>
          <p:nvPr>
            <p:ph type="title"/>
          </p:nvPr>
        </p:nvSpPr>
        <p:spPr/>
        <p:txBody>
          <a:bodyPr/>
          <a:lstStyle/>
          <a:p>
            <a:r>
              <a:rPr lang="en-US"/>
              <a:t>Challenge 1:</a:t>
            </a:r>
          </a:p>
        </p:txBody>
      </p:sp>
      <p:sp>
        <p:nvSpPr>
          <p:cNvPr id="3" name="Text Placeholder 2">
            <a:extLst>
              <a:ext uri="{FF2B5EF4-FFF2-40B4-BE49-F238E27FC236}">
                <a16:creationId xmlns:a16="http://schemas.microsoft.com/office/drawing/2014/main" id="{05D79022-0761-74AD-3B7F-196B24F1F8DC}"/>
              </a:ext>
            </a:extLst>
          </p:cNvPr>
          <p:cNvSpPr>
            <a:spLocks noGrp="1"/>
          </p:cNvSpPr>
          <p:nvPr>
            <p:ph type="body" idx="1"/>
          </p:nvPr>
        </p:nvSpPr>
        <p:spPr/>
        <p:txBody>
          <a:bodyPr vert="horz" lIns="91440" tIns="45720" rIns="91440" bIns="45720" rtlCol="0" anchor="t">
            <a:normAutofit/>
          </a:bodyPr>
          <a:lstStyle/>
          <a:p>
            <a:r>
              <a:rPr lang="en-US" b="1">
                <a:solidFill>
                  <a:schemeClr val="tx1"/>
                </a:solidFill>
                <a:ea typeface="+mn-lt"/>
                <a:cs typeface="+mn-lt"/>
              </a:rPr>
              <a:t>Goal:</a:t>
            </a:r>
            <a:r>
              <a:rPr lang="en-US">
                <a:solidFill>
                  <a:schemeClr val="tx1"/>
                </a:solidFill>
                <a:ea typeface="+mn-lt"/>
                <a:cs typeface="+mn-lt"/>
              </a:rPr>
              <a:t> In your groups, get </a:t>
            </a:r>
            <a:r>
              <a:rPr lang="en-US" b="1">
                <a:solidFill>
                  <a:schemeClr val="tx1"/>
                </a:solidFill>
                <a:ea typeface="+mn-lt"/>
                <a:cs typeface="+mn-lt"/>
              </a:rPr>
              <a:t>Teammate A</a:t>
            </a:r>
            <a:r>
              <a:rPr lang="en-US">
                <a:solidFill>
                  <a:schemeClr val="tx1"/>
                </a:solidFill>
                <a:ea typeface="+mn-lt"/>
                <a:cs typeface="+mn-lt"/>
              </a:rPr>
              <a:t> able to ping </a:t>
            </a:r>
            <a:r>
              <a:rPr lang="en-US" b="1">
                <a:solidFill>
                  <a:schemeClr val="tx1"/>
                </a:solidFill>
                <a:ea typeface="+mn-lt"/>
                <a:cs typeface="+mn-lt"/>
              </a:rPr>
              <a:t>Teammate B</a:t>
            </a:r>
            <a:r>
              <a:rPr lang="en-US">
                <a:solidFill>
                  <a:schemeClr val="tx1"/>
                </a:solidFill>
                <a:ea typeface="+mn-lt"/>
                <a:cs typeface="+mn-lt"/>
              </a:rPr>
              <a:t>. </a:t>
            </a:r>
            <a:r>
              <a:rPr lang="en-US" b="1">
                <a:solidFill>
                  <a:schemeClr val="tx1"/>
                </a:solidFill>
                <a:ea typeface="+mn-lt"/>
                <a:cs typeface="+mn-lt"/>
              </a:rPr>
              <a:t>Teammate B</a:t>
            </a:r>
            <a:r>
              <a:rPr lang="en-US">
                <a:solidFill>
                  <a:schemeClr val="tx1"/>
                </a:solidFill>
                <a:ea typeface="+mn-lt"/>
                <a:cs typeface="+mn-lt"/>
              </a:rPr>
              <a:t> should still </a:t>
            </a:r>
            <a:r>
              <a:rPr lang="en-US" i="1">
                <a:solidFill>
                  <a:schemeClr val="tx1"/>
                </a:solidFill>
                <a:ea typeface="+mn-lt"/>
                <a:cs typeface="+mn-lt"/>
              </a:rPr>
              <a:t>not</a:t>
            </a:r>
            <a:r>
              <a:rPr lang="en-US">
                <a:solidFill>
                  <a:schemeClr val="tx1"/>
                </a:solidFill>
                <a:ea typeface="+mn-lt"/>
                <a:cs typeface="+mn-lt"/>
              </a:rPr>
              <a:t> be able to ping </a:t>
            </a:r>
            <a:r>
              <a:rPr lang="en-US" b="1">
                <a:solidFill>
                  <a:schemeClr val="tx1"/>
                </a:solidFill>
                <a:ea typeface="+mn-lt"/>
                <a:cs typeface="+mn-lt"/>
              </a:rPr>
              <a:t>Teammate A</a:t>
            </a:r>
            <a:r>
              <a:rPr lang="en-US">
                <a:solidFill>
                  <a:schemeClr val="tx1"/>
                </a:solidFill>
                <a:ea typeface="+mn-lt"/>
                <a:cs typeface="+mn-lt"/>
              </a:rPr>
              <a:t>.</a:t>
            </a:r>
            <a:endParaRPr lang="en-US">
              <a:solidFill>
                <a:schemeClr val="tx1"/>
              </a:solidFill>
            </a:endParaRPr>
          </a:p>
        </p:txBody>
      </p:sp>
      <p:sp>
        <p:nvSpPr>
          <p:cNvPr id="4" name="TextBox 3">
            <a:extLst>
              <a:ext uri="{FF2B5EF4-FFF2-40B4-BE49-F238E27FC236}">
                <a16:creationId xmlns:a16="http://schemas.microsoft.com/office/drawing/2014/main" id="{A432DB9B-B93B-B4BF-6629-FD3C212C0FF2}"/>
              </a:ext>
            </a:extLst>
          </p:cNvPr>
          <p:cNvSpPr txBox="1"/>
          <p:nvPr/>
        </p:nvSpPr>
        <p:spPr>
          <a:xfrm>
            <a:off x="438150" y="419100"/>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Note: all challenges only need you to edit the VLAN interfaces for your </a:t>
            </a:r>
            <a:r>
              <a:rPr lang="en-US" b="1" err="1"/>
              <a:t>OPNsense</a:t>
            </a:r>
            <a:r>
              <a:rPr lang="en-US" b="1"/>
              <a:t>. They will  only require you to work in your current groups</a:t>
            </a:r>
          </a:p>
        </p:txBody>
      </p:sp>
      <p:pic>
        <p:nvPicPr>
          <p:cNvPr id="6" name="Picture 5" descr="A blue and yellow logo&#10;&#10;AI-generated content may be incorrect.">
            <a:extLst>
              <a:ext uri="{FF2B5EF4-FFF2-40B4-BE49-F238E27FC236}">
                <a16:creationId xmlns:a16="http://schemas.microsoft.com/office/drawing/2014/main" id="{B6A68228-FB67-DD6A-1FF0-2407EBE2933B}"/>
              </a:ext>
            </a:extLst>
          </p:cNvPr>
          <p:cNvPicPr>
            <a:picLocks noChangeAspect="1"/>
          </p:cNvPicPr>
          <p:nvPr/>
        </p:nvPicPr>
        <p:blipFill>
          <a:blip r:embed="rId3"/>
          <a:stretch>
            <a:fillRect/>
          </a:stretch>
        </p:blipFill>
        <p:spPr>
          <a:xfrm>
            <a:off x="2721" y="6093050"/>
            <a:ext cx="2498272" cy="738869"/>
          </a:xfrm>
          <a:prstGeom prst="rect">
            <a:avLst/>
          </a:prstGeom>
        </p:spPr>
      </p:pic>
      <p:sp>
        <p:nvSpPr>
          <p:cNvPr id="7" name="TextBox 6">
            <a:extLst>
              <a:ext uri="{FF2B5EF4-FFF2-40B4-BE49-F238E27FC236}">
                <a16:creationId xmlns:a16="http://schemas.microsoft.com/office/drawing/2014/main" id="{1C198A4C-64D8-9DD5-1833-E7BAA247663B}"/>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1518604399"/>
      </p:ext>
    </p:extLst>
  </p:cSld>
  <p:clrMapOvr>
    <a:masterClrMapping/>
  </p:clrMapOvr>
</p:sld>
</file>

<file path=ppt/slides/slide1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CBCF19C-5791-973C-1383-421A3473F6C6}"/>
              </a:ext>
            </a:extLst>
          </p:cNvPr>
          <p:cNvSpPr>
            <a:spLocks noGrp="1"/>
          </p:cNvSpPr>
          <p:nvPr>
            <p:ph type="title"/>
          </p:nvPr>
        </p:nvSpPr>
        <p:spPr/>
        <p:txBody>
          <a:bodyPr/>
          <a:lstStyle/>
          <a:p>
            <a:r>
              <a:rPr lang="en-US"/>
              <a:t>Challenge 2:</a:t>
            </a:r>
          </a:p>
        </p:txBody>
      </p:sp>
      <p:sp>
        <p:nvSpPr>
          <p:cNvPr id="3" name="Text Placeholder 2">
            <a:extLst>
              <a:ext uri="{FF2B5EF4-FFF2-40B4-BE49-F238E27FC236}">
                <a16:creationId xmlns:a16="http://schemas.microsoft.com/office/drawing/2014/main" id="{8A721572-C635-EC5B-21BB-A7EE10D526D7}"/>
              </a:ext>
            </a:extLst>
          </p:cNvPr>
          <p:cNvSpPr>
            <a:spLocks noGrp="1"/>
          </p:cNvSpPr>
          <p:nvPr>
            <p:ph type="body" idx="1"/>
          </p:nvPr>
        </p:nvSpPr>
        <p:spPr/>
        <p:txBody>
          <a:bodyPr vert="horz" lIns="91440" tIns="45720" rIns="91440" bIns="45720" rtlCol="0" anchor="t">
            <a:normAutofit/>
          </a:bodyPr>
          <a:lstStyle/>
          <a:p>
            <a:r>
              <a:rPr lang="en-US" b="1">
                <a:solidFill>
                  <a:schemeClr val="tx1"/>
                </a:solidFill>
                <a:ea typeface="+mn-lt"/>
                <a:cs typeface="+mn-lt"/>
              </a:rPr>
              <a:t>Goal:</a:t>
            </a:r>
            <a:r>
              <a:rPr lang="en-US">
                <a:solidFill>
                  <a:schemeClr val="tx1"/>
                </a:solidFill>
                <a:ea typeface="+mn-lt"/>
                <a:cs typeface="+mn-lt"/>
              </a:rPr>
              <a:t> Make </a:t>
            </a:r>
            <a:r>
              <a:rPr lang="en-US" b="1">
                <a:solidFill>
                  <a:schemeClr val="tx1"/>
                </a:solidFill>
                <a:ea typeface="+mn-lt"/>
                <a:cs typeface="+mn-lt"/>
              </a:rPr>
              <a:t>Teammate B</a:t>
            </a:r>
            <a:r>
              <a:rPr lang="en-US">
                <a:solidFill>
                  <a:schemeClr val="tx1"/>
                </a:solidFill>
                <a:ea typeface="+mn-lt"/>
                <a:cs typeface="+mn-lt"/>
              </a:rPr>
              <a:t> and </a:t>
            </a:r>
            <a:r>
              <a:rPr lang="en-US" b="1">
                <a:solidFill>
                  <a:schemeClr val="tx1"/>
                </a:solidFill>
                <a:ea typeface="+mn-lt"/>
                <a:cs typeface="+mn-lt"/>
              </a:rPr>
              <a:t>Teammate C</a:t>
            </a:r>
            <a:r>
              <a:rPr lang="en-US">
                <a:solidFill>
                  <a:schemeClr val="tx1"/>
                </a:solidFill>
                <a:ea typeface="+mn-lt"/>
                <a:cs typeface="+mn-lt"/>
              </a:rPr>
              <a:t> able to ping each other, both directions. </a:t>
            </a:r>
            <a:r>
              <a:rPr lang="en-US" b="1">
                <a:solidFill>
                  <a:schemeClr val="tx1"/>
                </a:solidFill>
                <a:ea typeface="+mn-lt"/>
                <a:cs typeface="+mn-lt"/>
              </a:rPr>
              <a:t>Teammate A</a:t>
            </a:r>
            <a:r>
              <a:rPr lang="en-US">
                <a:solidFill>
                  <a:schemeClr val="tx1"/>
                </a:solidFill>
                <a:ea typeface="+mn-lt"/>
                <a:cs typeface="+mn-lt"/>
              </a:rPr>
              <a:t> should be unreachable by, and unable to reach, either of them.</a:t>
            </a:r>
          </a:p>
        </p:txBody>
      </p:sp>
      <p:pic>
        <p:nvPicPr>
          <p:cNvPr id="5" name="Picture 4" descr="A blue and yellow logo&#10;&#10;AI-generated content may be incorrect.">
            <a:extLst>
              <a:ext uri="{FF2B5EF4-FFF2-40B4-BE49-F238E27FC236}">
                <a16:creationId xmlns:a16="http://schemas.microsoft.com/office/drawing/2014/main" id="{4931F0FB-71A1-0DA4-EF6F-983AE3911479}"/>
              </a:ext>
            </a:extLst>
          </p:cNvPr>
          <p:cNvPicPr>
            <a:picLocks noChangeAspect="1"/>
          </p:cNvPicPr>
          <p:nvPr/>
        </p:nvPicPr>
        <p:blipFill>
          <a:blip r:embed="rId3"/>
          <a:stretch>
            <a:fillRect/>
          </a:stretch>
        </p:blipFill>
        <p:spPr>
          <a:xfrm>
            <a:off x="2721" y="6122079"/>
            <a:ext cx="2498272" cy="738869"/>
          </a:xfrm>
          <a:prstGeom prst="rect">
            <a:avLst/>
          </a:prstGeom>
        </p:spPr>
      </p:pic>
      <p:sp>
        <p:nvSpPr>
          <p:cNvPr id="6" name="TextBox 5">
            <a:extLst>
              <a:ext uri="{FF2B5EF4-FFF2-40B4-BE49-F238E27FC236}">
                <a16:creationId xmlns:a16="http://schemas.microsoft.com/office/drawing/2014/main" id="{D2001362-CFBD-6BC4-15E7-F2FB4C6530A7}"/>
              </a:ext>
            </a:extLst>
          </p:cNvPr>
          <p:cNvSpPr txBox="1"/>
          <p:nvPr/>
        </p:nvSpPr>
        <p:spPr>
          <a:xfrm>
            <a:off x="438150" y="419100"/>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Note: all challenges only need you to edit the VLAN interfaces for your </a:t>
            </a:r>
            <a:r>
              <a:rPr lang="en-US" b="1" err="1"/>
              <a:t>OPNsense</a:t>
            </a:r>
            <a:r>
              <a:rPr lang="en-US" b="1"/>
              <a:t>. They will  only require you to work in your current groups</a:t>
            </a:r>
          </a:p>
        </p:txBody>
      </p:sp>
      <p:sp>
        <p:nvSpPr>
          <p:cNvPr id="7" name="TextBox 6">
            <a:extLst>
              <a:ext uri="{FF2B5EF4-FFF2-40B4-BE49-F238E27FC236}">
                <a16:creationId xmlns:a16="http://schemas.microsoft.com/office/drawing/2014/main" id="{C09A4EB1-944C-05BA-5149-449A3C87E898}"/>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3916893226"/>
      </p:ext>
    </p:extLst>
  </p:cSld>
  <p:clrMapOvr>
    <a:masterClrMapping/>
  </p:clrMapOvr>
</p:sld>
</file>

<file path=ppt/slides/slide1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EE69324-CFE5-D9BA-23EC-0D5638B52809}"/>
              </a:ext>
            </a:extLst>
          </p:cNvPr>
          <p:cNvSpPr>
            <a:spLocks noGrp="1"/>
          </p:cNvSpPr>
          <p:nvPr>
            <p:ph type="title"/>
          </p:nvPr>
        </p:nvSpPr>
        <p:spPr/>
        <p:txBody>
          <a:bodyPr/>
          <a:lstStyle/>
          <a:p>
            <a:r>
              <a:rPr lang="en-US"/>
              <a:t>Challenge 3:</a:t>
            </a:r>
          </a:p>
        </p:txBody>
      </p:sp>
      <p:sp>
        <p:nvSpPr>
          <p:cNvPr id="3" name="Text Placeholder 2">
            <a:extLst>
              <a:ext uri="{FF2B5EF4-FFF2-40B4-BE49-F238E27FC236}">
                <a16:creationId xmlns:a16="http://schemas.microsoft.com/office/drawing/2014/main" id="{4DB71292-34DD-544E-820C-1953383075FB}"/>
              </a:ext>
            </a:extLst>
          </p:cNvPr>
          <p:cNvSpPr>
            <a:spLocks noGrp="1"/>
          </p:cNvSpPr>
          <p:nvPr>
            <p:ph type="body" idx="1"/>
          </p:nvPr>
        </p:nvSpPr>
        <p:spPr/>
        <p:txBody>
          <a:bodyPr vert="horz" lIns="91440" tIns="45720" rIns="91440" bIns="45720" rtlCol="0" anchor="t">
            <a:normAutofit/>
          </a:bodyPr>
          <a:lstStyle/>
          <a:p>
            <a:r>
              <a:rPr lang="en-US" b="1">
                <a:solidFill>
                  <a:schemeClr val="tx1"/>
                </a:solidFill>
                <a:ea typeface="+mn-lt"/>
                <a:cs typeface="+mn-lt"/>
              </a:rPr>
              <a:t>Goal:</a:t>
            </a:r>
            <a:r>
              <a:rPr lang="en-US">
                <a:solidFill>
                  <a:schemeClr val="tx1"/>
                </a:solidFill>
                <a:ea typeface="+mn-lt"/>
                <a:cs typeface="+mn-lt"/>
              </a:rPr>
              <a:t> A rule on </a:t>
            </a:r>
            <a:r>
              <a:rPr lang="en-US" b="1">
                <a:solidFill>
                  <a:schemeClr val="tx1"/>
                </a:solidFill>
                <a:ea typeface="+mn-lt"/>
                <a:cs typeface="+mn-lt"/>
              </a:rPr>
              <a:t>Teammate A's</a:t>
            </a:r>
            <a:r>
              <a:rPr lang="en-US">
                <a:solidFill>
                  <a:schemeClr val="tx1"/>
                </a:solidFill>
                <a:ea typeface="+mn-lt"/>
                <a:cs typeface="+mn-lt"/>
              </a:rPr>
              <a:t> tab is currently too generous, as it lets A reach </a:t>
            </a:r>
            <a:r>
              <a:rPr lang="en-US" b="1">
                <a:solidFill>
                  <a:schemeClr val="tx1"/>
                </a:solidFill>
                <a:ea typeface="+mn-lt"/>
                <a:cs typeface="+mn-lt"/>
              </a:rPr>
              <a:t>both</a:t>
            </a:r>
            <a:r>
              <a:rPr lang="en-US">
                <a:solidFill>
                  <a:schemeClr val="tx1"/>
                </a:solidFill>
                <a:ea typeface="+mn-lt"/>
                <a:cs typeface="+mn-lt"/>
              </a:rPr>
              <a:t> B and C. Create the "generous rule", then change it so only B is reachable from A.</a:t>
            </a:r>
          </a:p>
        </p:txBody>
      </p:sp>
      <p:pic>
        <p:nvPicPr>
          <p:cNvPr id="5" name="Picture 4" descr="A blue and yellow logo&#10;&#10;AI-generated content may be incorrect.">
            <a:extLst>
              <a:ext uri="{FF2B5EF4-FFF2-40B4-BE49-F238E27FC236}">
                <a16:creationId xmlns:a16="http://schemas.microsoft.com/office/drawing/2014/main" id="{1F645671-CADC-8592-2BAD-4F4AC02847D5}"/>
              </a:ext>
            </a:extLst>
          </p:cNvPr>
          <p:cNvPicPr>
            <a:picLocks noChangeAspect="1"/>
          </p:cNvPicPr>
          <p:nvPr/>
        </p:nvPicPr>
        <p:blipFill>
          <a:blip r:embed="rId3"/>
          <a:stretch>
            <a:fillRect/>
          </a:stretch>
        </p:blipFill>
        <p:spPr>
          <a:xfrm>
            <a:off x="2721" y="6093050"/>
            <a:ext cx="2498272" cy="738869"/>
          </a:xfrm>
          <a:prstGeom prst="rect">
            <a:avLst/>
          </a:prstGeom>
        </p:spPr>
      </p:pic>
      <p:sp>
        <p:nvSpPr>
          <p:cNvPr id="6" name="TextBox 5">
            <a:extLst>
              <a:ext uri="{FF2B5EF4-FFF2-40B4-BE49-F238E27FC236}">
                <a16:creationId xmlns:a16="http://schemas.microsoft.com/office/drawing/2014/main" id="{0727DE25-B451-473C-2210-FFD107A72D68}"/>
              </a:ext>
            </a:extLst>
          </p:cNvPr>
          <p:cNvSpPr txBox="1"/>
          <p:nvPr/>
        </p:nvSpPr>
        <p:spPr>
          <a:xfrm>
            <a:off x="438150" y="419100"/>
            <a:ext cx="2743200" cy="1754326"/>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b="1"/>
              <a:t>Note: all challenges only need you to edit the VLAN interfaces for your </a:t>
            </a:r>
            <a:r>
              <a:rPr lang="en-US" b="1" err="1"/>
              <a:t>OPNsense</a:t>
            </a:r>
            <a:r>
              <a:rPr lang="en-US" b="1"/>
              <a:t>. They will  only require you to work in your current groups</a:t>
            </a:r>
          </a:p>
        </p:txBody>
      </p:sp>
      <p:sp>
        <p:nvSpPr>
          <p:cNvPr id="7" name="TextBox 6">
            <a:extLst>
              <a:ext uri="{FF2B5EF4-FFF2-40B4-BE49-F238E27FC236}">
                <a16:creationId xmlns:a16="http://schemas.microsoft.com/office/drawing/2014/main" id="{627C8892-7BDE-069C-CC28-BBE90FB9BF12}"/>
              </a:ext>
            </a:extLst>
          </p:cNvPr>
          <p:cNvSpPr txBox="1"/>
          <p:nvPr/>
        </p:nvSpPr>
        <p:spPr>
          <a:xfrm>
            <a:off x="11050873" y="6455931"/>
            <a:ext cx="2743200" cy="400110"/>
          </a:xfrm>
          <a:prstGeom prst="rect">
            <a:avLst/>
          </a:prstGeom>
          <a:noFill/>
        </p:spPr>
        <p:txBody>
          <a:bodyPr rot="0" spcFirstLastPara="0" vertOverflow="overflow" horzOverflow="overflow" vert="horz" wrap="square" lIns="91440" tIns="45720" rIns="91440" bIns="45720" numCol="1" spcCol="0" rtlCol="0" fromWordArt="0" anchor="t" anchorCtr="0" forceAA="0" compatLnSpc="1">
            <a:prstTxWarp prst="textNoShape">
              <a:avLst/>
            </a:prstTxWarp>
            <a:spAutoFit/>
          </a:bodyPr>
          <a:lstStyle/>
          <a:p>
            <a:r>
              <a:rPr lang="en-US" sz="2000" b="1" u="sng"/>
              <a:t>Lesson 3</a:t>
            </a:r>
          </a:p>
        </p:txBody>
      </p:sp>
    </p:spTree>
    <p:extLst>
      <p:ext uri="{BB962C8B-B14F-4D97-AF65-F5344CB8AC3E}">
        <p14:creationId xmlns:p14="http://schemas.microsoft.com/office/powerpoint/2010/main" val="1090595685"/>
      </p:ext>
    </p:extLst>
  </p:cSld>
  <p:clrMapOvr>
    <a:masterClrMapping/>
  </p:clrMapOvr>
</p:sld>
</file>

<file path=ppt/slides/slide127.xml><?xml version="1.0" encoding="utf-8"?>
<p:sld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useBgFill="1">
        <p:nvSpPr>
          <p:cNvPr id="10" name="Rectangle 9">
            <a:extLst>
              <a:ext uri="{FF2B5EF4-FFF2-40B4-BE49-F238E27FC236}">
                <a16:creationId xmlns:a16="http://schemas.microsoft.com/office/drawing/2014/main" id="{C4879EFC-8E62-4E00-973C-C45EE9EC676D}"/>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0" y="0"/>
            <a:ext cx="12188952" cy="68580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a:extLst>
              <a:ext uri="{FF2B5EF4-FFF2-40B4-BE49-F238E27FC236}">
                <a16:creationId xmlns:a16="http://schemas.microsoft.com/office/drawing/2014/main" id="{609677C4-19BD-99DC-55BE-578391CE9156}"/>
              </a:ext>
            </a:extLst>
          </p:cNvPr>
          <p:cNvSpPr>
            <a:spLocks noGrp="1"/>
          </p:cNvSpPr>
          <p:nvPr>
            <p:ph type="title"/>
          </p:nvPr>
        </p:nvSpPr>
        <p:spPr>
          <a:xfrm>
            <a:off x="638881" y="457200"/>
            <a:ext cx="10909640" cy="1368614"/>
          </a:xfrm>
        </p:spPr>
        <p:txBody>
          <a:bodyPr vert="horz" lIns="91440" tIns="45720" rIns="91440" bIns="45720" rtlCol="0" anchor="ctr">
            <a:normAutofit/>
          </a:bodyPr>
          <a:lstStyle/>
          <a:p>
            <a:pPr algn="ctr"/>
            <a:r>
              <a:rPr lang="en-US" sz="6600"/>
              <a:t>Feedback Form</a:t>
            </a:r>
          </a:p>
        </p:txBody>
      </p:sp>
      <p:sp>
        <p:nvSpPr>
          <p:cNvPr id="12" name="sketch line">
            <a:extLst>
              <a:ext uri="{FF2B5EF4-FFF2-40B4-BE49-F238E27FC236}">
                <a16:creationId xmlns:a16="http://schemas.microsoft.com/office/drawing/2014/main" id="{D6A9C53F-5F90-40A5-8C85-5412D39C8C68}"/>
              </a:ext>
              <a:ext uri="{C183D7F6-B498-43B3-948B-1728B52AA6E4}">
                <adec:decorative xmlns:adec="http://schemas.microsoft.com/office/drawing/2017/decorative" val="1"/>
              </a:ext>
            </a:extLst>
          </p:cNvPr>
          <p:cNvSpPr>
            <a:spLocks noGrp="1" noRot="1" noChangeAspect="1" noMove="1" noResize="1" noEditPoints="1" noAdjustHandles="1" noChangeArrowheads="1" noChangeShapeType="1" noTextEdit="1"/>
          </p:cNvSpPr>
          <p:nvPr>
            <p:extLst>
              <p:ext uri="{386F3935-93C4-4BCD-93E2-E3B085C9AB24}">
                <p16:designElem xmlns:p16="http://schemas.microsoft.com/office/powerpoint/2015/main" val="1"/>
              </p:ext>
            </p:extLst>
          </p:nvPr>
        </p:nvSpPr>
        <p:spPr>
          <a:xfrm>
            <a:off x="4450080" y="1850683"/>
            <a:ext cx="3291840" cy="18288"/>
          </a:xfrm>
          <a:custGeom>
            <a:avLst/>
            <a:gdLst>
              <a:gd name="csX0" fmla="*/ 0 w 3291840"/>
              <a:gd name="csY0" fmla="*/ 0 h 18288"/>
              <a:gd name="csX1" fmla="*/ 658368 w 3291840"/>
              <a:gd name="csY1" fmla="*/ 0 h 18288"/>
              <a:gd name="csX2" fmla="*/ 1283818 w 3291840"/>
              <a:gd name="csY2" fmla="*/ 0 h 18288"/>
              <a:gd name="csX3" fmla="*/ 1909267 w 3291840"/>
              <a:gd name="csY3" fmla="*/ 0 h 18288"/>
              <a:gd name="csX4" fmla="*/ 2633472 w 3291840"/>
              <a:gd name="csY4" fmla="*/ 0 h 18288"/>
              <a:gd name="csX5" fmla="*/ 3291840 w 3291840"/>
              <a:gd name="csY5" fmla="*/ 0 h 18288"/>
              <a:gd name="csX6" fmla="*/ 3291840 w 3291840"/>
              <a:gd name="csY6" fmla="*/ 18288 h 18288"/>
              <a:gd name="csX7" fmla="*/ 2633472 w 3291840"/>
              <a:gd name="csY7" fmla="*/ 18288 h 18288"/>
              <a:gd name="csX8" fmla="*/ 2073859 w 3291840"/>
              <a:gd name="csY8" fmla="*/ 18288 h 18288"/>
              <a:gd name="csX9" fmla="*/ 1448410 w 3291840"/>
              <a:gd name="csY9" fmla="*/ 18288 h 18288"/>
              <a:gd name="csX10" fmla="*/ 822960 w 3291840"/>
              <a:gd name="csY10" fmla="*/ 18288 h 18288"/>
              <a:gd name="csX11" fmla="*/ 0 w 3291840"/>
              <a:gd name="csY11" fmla="*/ 18288 h 18288"/>
              <a:gd name="csX12" fmla="*/ 0 w 3291840"/>
              <a:gd name="csY12" fmla="*/ 0 h 18288"/>
            </a:gdLst>
            <a:ahLst/>
            <a:cxnLst>
              <a:cxn ang="0">
                <a:pos x="csX0" y="csY0"/>
              </a:cxn>
              <a:cxn ang="0">
                <a:pos x="csX1" y="csY1"/>
              </a:cxn>
              <a:cxn ang="0">
                <a:pos x="csX2" y="csY2"/>
              </a:cxn>
              <a:cxn ang="0">
                <a:pos x="csX3" y="csY3"/>
              </a:cxn>
              <a:cxn ang="0">
                <a:pos x="csX4" y="csY4"/>
              </a:cxn>
              <a:cxn ang="0">
                <a:pos x="csX5" y="csY5"/>
              </a:cxn>
              <a:cxn ang="0">
                <a:pos x="csX6" y="csY6"/>
              </a:cxn>
              <a:cxn ang="0">
                <a:pos x="csX7" y="csY7"/>
              </a:cxn>
              <a:cxn ang="0">
                <a:pos x="csX8" y="csY8"/>
              </a:cxn>
              <a:cxn ang="0">
                <a:pos x="csX9" y="csY9"/>
              </a:cxn>
              <a:cxn ang="0">
                <a:pos x="csX10" y="csY10"/>
              </a:cxn>
              <a:cxn ang="0">
                <a:pos x="csX11" y="csY11"/>
              </a:cxn>
              <a:cxn ang="0">
                <a:pos x="csX12" y="csY12"/>
              </a:cxn>
            </a:cxnLst>
            <a:rect l="l" t="t" r="r" b="b"/>
            <a:pathLst>
              <a:path w="3291840" h="18288" fill="none" extrusionOk="0">
                <a:moveTo>
                  <a:pt x="0" y="0"/>
                </a:moveTo>
                <a:cubicBezTo>
                  <a:pt x="173077" y="-20031"/>
                  <a:pt x="443104" y="6424"/>
                  <a:pt x="658368" y="0"/>
                </a:cubicBezTo>
                <a:cubicBezTo>
                  <a:pt x="873632" y="-6424"/>
                  <a:pt x="1034028" y="11764"/>
                  <a:pt x="1283818" y="0"/>
                </a:cubicBezTo>
                <a:cubicBezTo>
                  <a:pt x="1533608" y="-11764"/>
                  <a:pt x="1691227" y="-30112"/>
                  <a:pt x="1909267" y="0"/>
                </a:cubicBezTo>
                <a:cubicBezTo>
                  <a:pt x="2127307" y="30112"/>
                  <a:pt x="2272465" y="-18735"/>
                  <a:pt x="2633472" y="0"/>
                </a:cubicBezTo>
                <a:cubicBezTo>
                  <a:pt x="2994479" y="18735"/>
                  <a:pt x="3023324" y="-32030"/>
                  <a:pt x="3291840" y="0"/>
                </a:cubicBezTo>
                <a:cubicBezTo>
                  <a:pt x="3291406" y="7551"/>
                  <a:pt x="3291373" y="9822"/>
                  <a:pt x="3291840" y="18288"/>
                </a:cubicBezTo>
                <a:cubicBezTo>
                  <a:pt x="3048445" y="38989"/>
                  <a:pt x="2846548" y="-14400"/>
                  <a:pt x="2633472" y="18288"/>
                </a:cubicBezTo>
                <a:cubicBezTo>
                  <a:pt x="2420396" y="50976"/>
                  <a:pt x="2304099" y="6336"/>
                  <a:pt x="2073859" y="18288"/>
                </a:cubicBezTo>
                <a:cubicBezTo>
                  <a:pt x="1843619" y="30240"/>
                  <a:pt x="1706926" y="10778"/>
                  <a:pt x="1448410" y="18288"/>
                </a:cubicBezTo>
                <a:cubicBezTo>
                  <a:pt x="1189894" y="25798"/>
                  <a:pt x="1002278" y="8992"/>
                  <a:pt x="822960" y="18288"/>
                </a:cubicBezTo>
                <a:cubicBezTo>
                  <a:pt x="643642" y="27585"/>
                  <a:pt x="307039" y="38051"/>
                  <a:pt x="0" y="18288"/>
                </a:cubicBezTo>
                <a:cubicBezTo>
                  <a:pt x="60" y="11696"/>
                  <a:pt x="66" y="3758"/>
                  <a:pt x="0" y="0"/>
                </a:cubicBezTo>
                <a:close/>
              </a:path>
              <a:path w="3291840" h="18288" stroke="0" extrusionOk="0">
                <a:moveTo>
                  <a:pt x="0" y="0"/>
                </a:moveTo>
                <a:cubicBezTo>
                  <a:pt x="195850" y="28018"/>
                  <a:pt x="434891" y="17390"/>
                  <a:pt x="592531" y="0"/>
                </a:cubicBezTo>
                <a:cubicBezTo>
                  <a:pt x="750171" y="-17390"/>
                  <a:pt x="1018709" y="32200"/>
                  <a:pt x="1316736" y="0"/>
                </a:cubicBezTo>
                <a:cubicBezTo>
                  <a:pt x="1614763" y="-32200"/>
                  <a:pt x="1696480" y="-11367"/>
                  <a:pt x="1876349" y="0"/>
                </a:cubicBezTo>
                <a:cubicBezTo>
                  <a:pt x="2056218" y="11367"/>
                  <a:pt x="2193364" y="13433"/>
                  <a:pt x="2435962" y="0"/>
                </a:cubicBezTo>
                <a:cubicBezTo>
                  <a:pt x="2678560" y="-13433"/>
                  <a:pt x="3010901" y="-42367"/>
                  <a:pt x="3291840" y="0"/>
                </a:cubicBezTo>
                <a:cubicBezTo>
                  <a:pt x="3291758" y="4406"/>
                  <a:pt x="3291751" y="9982"/>
                  <a:pt x="3291840" y="18288"/>
                </a:cubicBezTo>
                <a:cubicBezTo>
                  <a:pt x="3108993" y="14228"/>
                  <a:pt x="2952658" y="46900"/>
                  <a:pt x="2666390" y="18288"/>
                </a:cubicBezTo>
                <a:cubicBezTo>
                  <a:pt x="2380122" y="-10324"/>
                  <a:pt x="2263855" y="41055"/>
                  <a:pt x="2040941" y="18288"/>
                </a:cubicBezTo>
                <a:cubicBezTo>
                  <a:pt x="1818027" y="-4479"/>
                  <a:pt x="1675097" y="6509"/>
                  <a:pt x="1415491" y="18288"/>
                </a:cubicBezTo>
                <a:cubicBezTo>
                  <a:pt x="1155885" y="30068"/>
                  <a:pt x="852976" y="36210"/>
                  <a:pt x="691286" y="18288"/>
                </a:cubicBezTo>
                <a:cubicBezTo>
                  <a:pt x="529596" y="366"/>
                  <a:pt x="187183" y="13912"/>
                  <a:pt x="0" y="18288"/>
                </a:cubicBezTo>
                <a:cubicBezTo>
                  <a:pt x="189" y="14288"/>
                  <a:pt x="-703" y="3747"/>
                  <a:pt x="0" y="0"/>
                </a:cubicBezTo>
                <a:close/>
              </a:path>
            </a:pathLst>
          </a:custGeom>
          <a:solidFill>
            <a:schemeClr val="accent2"/>
          </a:solidFill>
          <a:ln w="41275" cap="rnd">
            <a:solidFill>
              <a:schemeClr val="accent2"/>
            </a:solidFill>
            <a:round/>
            <a:extLst>
              <a:ext uri="{C807C97D-BFC1-408E-A445-0C87EB9F89A2}">
                <ask:lineSketchStyleProps xmlns:ask="http://schemas.microsoft.com/office/drawing/2018/sketchyshapes" sd="2863741219">
                  <a:prstGeom prst="rect">
                    <a:avLst/>
                  </a:prstGeom>
                  <ask:type>
                    <ask:lineSketchFreehand/>
                  </ask:type>
                </ask:lineSketchStyleProps>
              </a:ext>
            </a:extLst>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pic>
        <p:nvPicPr>
          <p:cNvPr id="5" name="Picture 4" descr="A qr code with a black background&#10;&#10;AI-generated content may be incorrect.">
            <a:extLst>
              <a:ext uri="{FF2B5EF4-FFF2-40B4-BE49-F238E27FC236}">
                <a16:creationId xmlns:a16="http://schemas.microsoft.com/office/drawing/2014/main" id="{C0EDFFCF-41F4-1E59-B5A4-807D31CF8611}"/>
              </a:ext>
            </a:extLst>
          </p:cNvPr>
          <p:cNvPicPr>
            <a:picLocks noChangeAspect="1"/>
          </p:cNvPicPr>
          <p:nvPr/>
        </p:nvPicPr>
        <p:blipFill>
          <a:blip r:embed="rId3"/>
          <a:stretch>
            <a:fillRect/>
          </a:stretch>
        </p:blipFill>
        <p:spPr>
          <a:xfrm>
            <a:off x="1324356" y="2642616"/>
            <a:ext cx="3605784" cy="3605784"/>
          </a:xfrm>
          <a:prstGeom prst="rect">
            <a:avLst/>
          </a:prstGeom>
        </p:spPr>
      </p:pic>
      <p:pic>
        <p:nvPicPr>
          <p:cNvPr id="4" name="Picture 3" descr="A blue and yellow logo&#10;&#10;AI-generated content may be incorrect.">
            <a:extLst>
              <a:ext uri="{FF2B5EF4-FFF2-40B4-BE49-F238E27FC236}">
                <a16:creationId xmlns:a16="http://schemas.microsoft.com/office/drawing/2014/main" id="{6B8ED9D7-8198-D898-889E-8522BE353781}"/>
              </a:ext>
            </a:extLst>
          </p:cNvPr>
          <p:cNvPicPr>
            <a:picLocks noChangeAspect="1"/>
          </p:cNvPicPr>
          <p:nvPr/>
        </p:nvPicPr>
        <p:blipFill>
          <a:blip r:embed="rId4"/>
          <a:stretch>
            <a:fillRect/>
          </a:stretch>
        </p:blipFill>
        <p:spPr>
          <a:xfrm>
            <a:off x="6254496" y="3624400"/>
            <a:ext cx="5614416" cy="1642216"/>
          </a:xfrm>
          <a:prstGeom prst="rect">
            <a:avLst/>
          </a:prstGeom>
        </p:spPr>
      </p:pic>
    </p:spTree>
    <p:extLst>
      <p:ext uri="{BB962C8B-B14F-4D97-AF65-F5344CB8AC3E}">
        <p14:creationId xmlns:p14="http://schemas.microsoft.com/office/powerpoint/2010/main" val="1545923301"/>
      </p:ext>
    </p:extLst>
  </p:cSld>
  <p:clrMapOvr>
    <a:masterClrMapping/>
  </p:clrMapOvr>
  <p:extLst>
    <p:ext uri="{6950BFC3-D8DA-4A85-94F7-54DA5524770B}">
      <p188:commentRel xmlns:p188="http://schemas.microsoft.com/office/powerpoint/2018/8/main" r:id="rId2"/>
    </p:ext>
  </p:extLs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Theme">
      <a:majorFont>
        <a:latin typeface="Aptos Display" panose="020F0302020204030204"/>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ptos" panose="020B0004020202020204"/>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Them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office theme</Template>
  <Application>Microsoft Office PowerPoint</Application>
  <PresentationFormat>Widescreen</PresentationFormat>
  <Slides>127</Slides>
  <Notes>58</Notes>
  <HiddenSlides>18</HiddenSlides>
  <ScaleCrop>false</ScaleCrop>
  <HeadingPairs>
    <vt:vector size="4" baseType="variant">
      <vt:variant>
        <vt:lpstr>Theme</vt:lpstr>
      </vt:variant>
      <vt:variant>
        <vt:i4>1</vt:i4>
      </vt:variant>
      <vt:variant>
        <vt:lpstr>Slide Titles</vt:lpstr>
      </vt:variant>
      <vt:variant>
        <vt:i4>127</vt:i4>
      </vt:variant>
    </vt:vector>
  </HeadingPairs>
  <TitlesOfParts>
    <vt:vector size="128" baseType="lpstr">
      <vt:lpstr>office theme</vt:lpstr>
      <vt:lpstr>Networking Training Modules</vt:lpstr>
      <vt:lpstr>Note: Have terminology sheets already out</vt:lpstr>
      <vt:lpstr>Module 1 Agenda: IPv4 Network Basics</vt:lpstr>
      <vt:lpstr>Wi-Fi Login</vt:lpstr>
      <vt:lpstr>Question: If your computer had no desktop, no icons, and no mouse, could you still use it?</vt:lpstr>
      <vt:lpstr>Continued...</vt:lpstr>
      <vt:lpstr>Continued...</vt:lpstr>
      <vt:lpstr>Continued...</vt:lpstr>
      <vt:lpstr>What are terminal and Linux command line?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Out Your Linux Cheat Sheets</vt:lpstr>
      <vt:lpstr>Linux Command Line Practice</vt:lpstr>
      <vt:lpstr>What is binary?</vt:lpstr>
      <vt:lpstr>Decimal (Base 10s)</vt:lpstr>
      <vt:lpstr>Base 2 (Two) - Binary</vt:lpstr>
      <vt:lpstr>What number is 0bx0001 0101</vt:lpstr>
      <vt:lpstr>IPv4 (Internet Protocol)</vt:lpstr>
      <vt:lpstr>Example IP</vt:lpstr>
      <vt:lpstr>PowerPoint Presentation</vt:lpstr>
      <vt:lpstr>Information Transfer</vt:lpstr>
      <vt:lpstr>Which of these are valid IP addresses?</vt:lpstr>
      <vt:lpstr>Internal vs External IPs</vt:lpstr>
      <vt:lpstr>Broadcast Domain</vt:lpstr>
      <vt:lpstr>Gateway IPs</vt:lpstr>
      <vt:lpstr>Setting our own IPs statically </vt:lpstr>
      <vt:lpstr>PowerPoint Presentation</vt:lpstr>
      <vt:lpstr>PowerPoint Presentation</vt:lpstr>
      <vt:lpstr>DHCP (Dynamic Host Configuration Protocol)</vt:lpstr>
      <vt:lpstr>DHCP Ranges Visual - GLiNet</vt:lpstr>
      <vt:lpstr>Why may we want a DHCP address instead of statically assigning each device?  </vt:lpstr>
      <vt:lpstr>Rollback, Re-login  </vt:lpstr>
      <vt:lpstr>PowerPoint Presentation</vt:lpstr>
      <vt:lpstr>If DHCP randomly assigns an IP from within a range, why is it the same as before?</vt:lpstr>
      <vt:lpstr>Explanation...</vt:lpstr>
      <vt:lpstr>MAC (Media Access Control) Address</vt:lpstr>
      <vt:lpstr>What is hexadecimal?</vt:lpstr>
      <vt:lpstr>Base 16 - Hexadecimal</vt:lpstr>
      <vt:lpstr>What number is 0x004A</vt:lpstr>
      <vt:lpstr>Checking our MAC addresses </vt:lpstr>
      <vt:lpstr>DNS (Domain Name System)</vt:lpstr>
      <vt:lpstr>We can see the translation and the route being taken in real time</vt:lpstr>
      <vt:lpstr>We can see the translation and the route being taken in real time</vt:lpstr>
      <vt:lpstr>We can see the translation and the route being taken in real time</vt:lpstr>
      <vt:lpstr>We can see the translation and the route being taken in real time</vt:lpstr>
      <vt:lpstr>10 Minute Break</vt:lpstr>
      <vt:lpstr>NTP (Network Time Protocol)</vt:lpstr>
      <vt:lpstr>NTP (Network Time Protocol)</vt:lpstr>
      <vt:lpstr>Testing!</vt:lpstr>
      <vt:lpstr>Where is it getting this delayed time info from?</vt:lpstr>
      <vt:lpstr>LAN (Local Area Network)</vt:lpstr>
      <vt:lpstr>Handouts!</vt:lpstr>
      <vt:lpstr>PowerPoint Presentation</vt:lpstr>
      <vt:lpstr>Physical Training Ground "Tour"</vt:lpstr>
      <vt:lpstr>Network Segmentation</vt:lpstr>
      <vt:lpstr>Why is this a good idea?</vt:lpstr>
      <vt:lpstr>Benefits</vt:lpstr>
      <vt:lpstr>Activity Pt. 1</vt:lpstr>
      <vt:lpstr>Logging Into Different Subnets WSSH</vt:lpstr>
      <vt:lpstr>What are SSH (Secure Shell), WSSH?</vt:lpstr>
      <vt:lpstr>WSSH Login</vt:lpstr>
      <vt:lpstr>PowerPoint Presentation</vt:lpstr>
      <vt:lpstr>Login Directions</vt:lpstr>
      <vt:lpstr>Activity Pt. 2</vt:lpstr>
      <vt:lpstr>Diagram of Our Networks</vt:lpstr>
      <vt:lpstr>Ports/Services</vt:lpstr>
      <vt:lpstr>20 Minute Break</vt:lpstr>
      <vt:lpstr>Module 2 Agenda: Firewalls</vt:lpstr>
      <vt:lpstr>What Is A Firewall</vt:lpstr>
      <vt:lpstr>Showing Rule Changes </vt:lpstr>
      <vt:lpstr>Logging In</vt:lpstr>
      <vt:lpstr>PowerPoint Presentation</vt:lpstr>
      <vt:lpstr>PowerPoint Presentation</vt:lpstr>
      <vt:lpstr>Acess the Web User Interface</vt:lpstr>
      <vt:lpstr>PowerPoint Presentation</vt:lpstr>
      <vt:lpstr>10 Minute Break</vt:lpstr>
      <vt:lpstr>Configuring Services</vt:lpstr>
      <vt:lpstr>DHCP/DNS Config</vt:lpstr>
      <vt:lpstr>Example</vt:lpstr>
      <vt:lpstr>DHCP</vt:lpstr>
      <vt:lpstr>Setting DHCP/DNS</vt:lpstr>
      <vt:lpstr>Setting DHCP/DNS</vt:lpstr>
      <vt:lpstr>PowerPoint Presentation</vt:lpstr>
      <vt:lpstr>Client Ranges</vt:lpstr>
      <vt:lpstr>Client Ranges</vt:lpstr>
      <vt:lpstr>Client Ranges</vt:lpstr>
      <vt:lpstr>Return to Example</vt:lpstr>
      <vt:lpstr>DNS</vt:lpstr>
      <vt:lpstr>NTP Config</vt:lpstr>
      <vt:lpstr>Apparent Time Tracking Issue</vt:lpstr>
      <vt:lpstr>Setting NTP</vt:lpstr>
      <vt:lpstr>Setting NTP</vt:lpstr>
      <vt:lpstr>Setting NTP</vt:lpstr>
      <vt:lpstr>Returning to Testing!</vt:lpstr>
      <vt:lpstr>Firewall Rules Config</vt:lpstr>
      <vt:lpstr>Firewall Rules</vt:lpstr>
      <vt:lpstr>Practice – LAN Interface:</vt:lpstr>
      <vt:lpstr>Answers</vt:lpstr>
      <vt:lpstr>Practice:</vt:lpstr>
      <vt:lpstr>Answers</vt:lpstr>
      <vt:lpstr>Setting Up Some Baseline Rules</vt:lpstr>
      <vt:lpstr>It Will Be Blank</vt:lpstr>
      <vt:lpstr>First Rule</vt:lpstr>
      <vt:lpstr>First Rule</vt:lpstr>
      <vt:lpstr>Second Rule</vt:lpstr>
      <vt:lpstr>Second Rule</vt:lpstr>
      <vt:lpstr>Third Rule</vt:lpstr>
      <vt:lpstr>Third Rule</vt:lpstr>
      <vt:lpstr>Fourth Rule</vt:lpstr>
      <vt:lpstr>Fourth Rule</vt:lpstr>
      <vt:lpstr>Our Baseline For All 3 VLANs Is Set</vt:lpstr>
      <vt:lpstr>Testing!</vt:lpstr>
      <vt:lpstr>PowerPoint Presentation</vt:lpstr>
      <vt:lpstr>PowerPoint Presentation</vt:lpstr>
      <vt:lpstr>PowerPoint Presentation</vt:lpstr>
      <vt:lpstr>PowerPoint Presentation</vt:lpstr>
      <vt:lpstr>Challenge 1:</vt:lpstr>
      <vt:lpstr>Challenge 2:</vt:lpstr>
      <vt:lpstr>Challenge 3:</vt:lpstr>
      <vt:lpstr>Feedback Form</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
  <cp:revision>54</cp:revision>
  <dcterms:created xsi:type="dcterms:W3CDTF">2026-07-01T18:08:45Z</dcterms:created>
  <dcterms:modified xsi:type="dcterms:W3CDTF">2026-07-29T21:09:30Z</dcterms:modified>
</cp:coreProperties>
</file>