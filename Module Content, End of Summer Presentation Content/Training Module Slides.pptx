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0_68C49C6.xml" ContentType="application/vnd.ms-powerpoint.comments+xml"/>
  <Override PartName="/ppt/comments/modernComment_118_CA6F614C.xml" ContentType="application/vnd.ms-powerpoint.comments+xml"/>
  <Override PartName="/ppt/notesSlides/notesSlide3.xml" ContentType="application/vnd.openxmlformats-officedocument.presentationml.notesSlide+xml"/>
  <Override PartName="/ppt/comments/modernComment_10D_6AD608FA.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comments/modernComment_103_143D41DC.xml" ContentType="application/vnd.ms-powerpoint.comments+xml"/>
  <Override PartName="/ppt/notesSlides/notesSlide6.xml" ContentType="application/vnd.openxmlformats-officedocument.presentationml.notesSlide+xml"/>
  <Override PartName="/ppt/comments/modernComment_13B_63E5F794.xml" ContentType="application/vnd.ms-powerpoint.comments+xml"/>
  <Override PartName="/ppt/notesSlides/notesSlide7.xml" ContentType="application/vnd.openxmlformats-officedocument.presentationml.notesSlide+xml"/>
  <Override PartName="/ppt/comments/modernComment_141_5477177.xml" ContentType="application/vnd.ms-powerpoint.comments+xml"/>
  <Override PartName="/ppt/notesSlides/notesSlide8.xml" ContentType="application/vnd.openxmlformats-officedocument.presentationml.notesSlide+xml"/>
  <Override PartName="/ppt/comments/modernComment_14F_A0D5795E.xml" ContentType="application/vnd.ms-powerpoint.comments+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omments/modernComment_110_2C75EC61.xml" ContentType="application/vnd.ms-powerpoint.comments+xml"/>
  <Override PartName="/ppt/notesSlides/notesSlide10.xml" ContentType="application/vnd.openxmlformats-officedocument.presentationml.notesSlide+xml"/>
  <Override PartName="/ppt/comments/modernComment_113_DADF289.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33_29C1057A.xml" ContentType="application/vnd.ms-powerpoint.comments+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4.xml" ContentType="application/vnd.openxmlformats-officedocument.presentationml.notesSlide+xml"/>
  <Override PartName="/ppt/comments/modernComment_11A_913D2D7.xml" ContentType="application/vnd.ms-powerpoint.comments+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omments/modernComment_13D_FCBC4A8F.xml" ContentType="application/vnd.ms-powerpoint.comments+xml"/>
  <Override PartName="/ppt/notesSlides/notesSlide19.xml" ContentType="application/vnd.openxmlformats-officedocument.presentationml.notesSlide+xml"/>
  <Override PartName="/ppt/comments/modernComment_11D_1659F78C.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omments/modernComment_115_AEB10A88.xml" ContentType="application/vnd.ms-powerpoint.comments+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modernComment_138_5843067.xml" ContentType="application/vnd.ms-powerpoint.comments+xml"/>
  <Override PartName="/ppt/notesSlides/notesSlide27.xml" ContentType="application/vnd.openxmlformats-officedocument.presentationml.notesSlide+xml"/>
  <Override PartName="/ppt/comments/modernComment_11F_4C12A447.xml" ContentType="application/vnd.ms-powerpoint.comments+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28.xml" ContentType="application/vnd.openxmlformats-officedocument.presentationml.notesSlide+xml"/>
  <Override PartName="/ppt/comments/modernComment_149_17B28CE5.xml" ContentType="application/vnd.ms-powerpoint.comments+xml"/>
  <Override PartName="/ppt/notesSlides/notesSlide29.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30.xml" ContentType="application/vnd.openxmlformats-officedocument.presentationml.notesSlide+xml"/>
  <Override PartName="/ppt/comments/modernComment_14A_9B6AE226.xml" ContentType="application/vnd.ms-powerpoint.comment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omments/modernComment_121_C391E173.xml" ContentType="application/vnd.ms-powerpoint.comments+xml"/>
  <Override PartName="/ppt/notesSlides/notesSlide33.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omments/modernComment_125_50735C17.xml" ContentType="application/vnd.ms-powerpoint.comments+xml"/>
  <Override PartName="/ppt/comments/modernComment_14E_DE6C9D26.xml" ContentType="application/vnd.ms-powerpoint.comments+xml"/>
  <Override PartName="/ppt/notesSlides/notesSlide36.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comments/modernComment_123_4F2B5FA7.xml" ContentType="application/vnd.ms-powerpoint.comment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39.xml" ContentType="application/vnd.openxmlformats-officedocument.presentationml.notesSlide+xml"/>
  <Override PartName="/ppt/comments/modernComment_104_4B6A82FD.xml" ContentType="application/vnd.ms-powerpoint.comments+xml"/>
  <Override PartName="/ppt/comments/modernComment_12D_CC7B37B7.xml" ContentType="application/vnd.ms-powerpoint.comments+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omments/modernComment_13F_533DAB2A.xml" ContentType="application/vnd.ms-powerpoint.comments+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42.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comments/modernComment_12B_AF2C9B4C.xml" ContentType="application/vnd.ms-powerpoint.comment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omments/modernComment_156_32D349DE.xml" ContentType="application/vnd.ms-powerpoint.comments+xml"/>
  <Override PartName="/ppt/notesSlides/notesSlide45.xml" ContentType="application/vnd.openxmlformats-officedocument.presentationml.notesSlide+xml"/>
  <Override PartName="/ppt/comments/modernComment_158_8B9892E2.xml" ContentType="application/vnd.ms-powerpoint.comments+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omments/modernComment_17F_3741EB1C.xml" ContentType="application/vnd.ms-powerpoint.comments+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omments/modernComment_1AC_B4BC4688.xml" ContentType="application/vnd.ms-powerpoint.comments+xml"/>
  <Override PartName="/ppt/notesSlides/notesSlide54.xml" ContentType="application/vnd.openxmlformats-officedocument.presentationml.notesSlide+xml"/>
  <Override PartName="/ppt/comments/modernComment_1AB_2AD2AE9F.xml" ContentType="application/vnd.ms-powerpoint.comments+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comments/modernComment_105_5C24EAE5.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6"/>
  </p:notesMasterIdLst>
  <p:sldIdLst>
    <p:sldId id="432" r:id="rId2"/>
    <p:sldId id="256" r:id="rId3"/>
    <p:sldId id="336" r:id="rId4"/>
    <p:sldId id="257" r:id="rId5"/>
    <p:sldId id="280" r:id="rId6"/>
    <p:sldId id="269" r:id="rId7"/>
    <p:sldId id="270" r:id="rId8"/>
    <p:sldId id="268" r:id="rId9"/>
    <p:sldId id="259" r:id="rId10"/>
    <p:sldId id="320" r:id="rId11"/>
    <p:sldId id="315" r:id="rId12"/>
    <p:sldId id="431" r:id="rId13"/>
    <p:sldId id="321" r:id="rId14"/>
    <p:sldId id="322" r:id="rId15"/>
    <p:sldId id="323" r:id="rId16"/>
    <p:sldId id="335" r:id="rId17"/>
    <p:sldId id="264" r:id="rId18"/>
    <p:sldId id="265" r:id="rId19"/>
    <p:sldId id="271" r:id="rId20"/>
    <p:sldId id="272" r:id="rId21"/>
    <p:sldId id="275" r:id="rId22"/>
    <p:sldId id="278" r:id="rId23"/>
    <p:sldId id="279" r:id="rId24"/>
    <p:sldId id="307" r:id="rId25"/>
    <p:sldId id="281" r:id="rId26"/>
    <p:sldId id="309" r:id="rId27"/>
    <p:sldId id="308" r:id="rId28"/>
    <p:sldId id="282" r:id="rId29"/>
    <p:sldId id="310" r:id="rId30"/>
    <p:sldId id="283" r:id="rId31"/>
    <p:sldId id="316" r:id="rId32"/>
    <p:sldId id="317" r:id="rId33"/>
    <p:sldId id="285" r:id="rId34"/>
    <p:sldId id="350" r:id="rId35"/>
    <p:sldId id="314" r:id="rId36"/>
    <p:sldId id="433" r:id="rId37"/>
    <p:sldId id="340" r:id="rId38"/>
    <p:sldId id="327" r:id="rId39"/>
    <p:sldId id="328" r:id="rId40"/>
    <p:sldId id="277" r:id="rId41"/>
    <p:sldId id="273" r:id="rId42"/>
    <p:sldId id="274" r:id="rId43"/>
    <p:sldId id="276" r:id="rId44"/>
    <p:sldId id="312" r:id="rId45"/>
    <p:sldId id="287" r:id="rId46"/>
    <p:sldId id="329" r:id="rId47"/>
    <p:sldId id="331" r:id="rId48"/>
    <p:sldId id="330" r:id="rId49"/>
    <p:sldId id="341" r:id="rId50"/>
    <p:sldId id="295" r:id="rId51"/>
    <p:sldId id="351" r:id="rId52"/>
    <p:sldId id="289" r:id="rId53"/>
    <p:sldId id="333" r:id="rId54"/>
    <p:sldId id="332" r:id="rId55"/>
    <p:sldId id="293" r:id="rId56"/>
    <p:sldId id="334" r:id="rId57"/>
    <p:sldId id="337" r:id="rId58"/>
    <p:sldId id="304" r:id="rId59"/>
    <p:sldId id="291" r:id="rId60"/>
    <p:sldId id="296" r:id="rId61"/>
    <p:sldId id="297" r:id="rId62"/>
    <p:sldId id="300" r:id="rId63"/>
    <p:sldId id="417" r:id="rId64"/>
    <p:sldId id="260" r:id="rId65"/>
    <p:sldId id="301" r:id="rId66"/>
    <p:sldId id="302" r:id="rId67"/>
    <p:sldId id="319" r:id="rId68"/>
    <p:sldId id="338" r:id="rId69"/>
    <p:sldId id="424" r:id="rId70"/>
    <p:sldId id="416" r:id="rId71"/>
    <p:sldId id="299" r:id="rId72"/>
    <p:sldId id="369" r:id="rId73"/>
    <p:sldId id="342" r:id="rId74"/>
    <p:sldId id="344" r:id="rId75"/>
    <p:sldId id="361" r:id="rId76"/>
    <p:sldId id="358" r:id="rId77"/>
    <p:sldId id="374" r:id="rId78"/>
    <p:sldId id="375" r:id="rId79"/>
    <p:sldId id="376" r:id="rId80"/>
    <p:sldId id="349" r:id="rId81"/>
    <p:sldId id="352" r:id="rId82"/>
    <p:sldId id="393" r:id="rId83"/>
    <p:sldId id="389" r:id="rId84"/>
    <p:sldId id="353" r:id="rId85"/>
    <p:sldId id="381" r:id="rId86"/>
    <p:sldId id="391" r:id="rId87"/>
    <p:sldId id="421" r:id="rId88"/>
    <p:sldId id="379" r:id="rId89"/>
    <p:sldId id="390" r:id="rId90"/>
    <p:sldId id="423" r:id="rId91"/>
    <p:sldId id="388" r:id="rId92"/>
    <p:sldId id="354" r:id="rId93"/>
    <p:sldId id="394" r:id="rId94"/>
    <p:sldId id="383" r:id="rId95"/>
    <p:sldId id="387" r:id="rId96"/>
    <p:sldId id="385" r:id="rId97"/>
    <p:sldId id="382" r:id="rId98"/>
    <p:sldId id="386" r:id="rId99"/>
    <p:sldId id="399" r:id="rId100"/>
    <p:sldId id="356" r:id="rId101"/>
    <p:sldId id="377" r:id="rId102"/>
    <p:sldId id="396" r:id="rId103"/>
    <p:sldId id="395" r:id="rId104"/>
    <p:sldId id="397" r:id="rId105"/>
    <p:sldId id="398" r:id="rId106"/>
    <p:sldId id="400" r:id="rId107"/>
    <p:sldId id="401" r:id="rId108"/>
    <p:sldId id="402" r:id="rId109"/>
    <p:sldId id="404" r:id="rId110"/>
    <p:sldId id="403" r:id="rId111"/>
    <p:sldId id="406" r:id="rId112"/>
    <p:sldId id="405" r:id="rId113"/>
    <p:sldId id="408" r:id="rId114"/>
    <p:sldId id="407" r:id="rId115"/>
    <p:sldId id="409" r:id="rId116"/>
    <p:sldId id="430" r:id="rId117"/>
    <p:sldId id="429" r:id="rId118"/>
    <p:sldId id="428" r:id="rId119"/>
    <p:sldId id="427" r:id="rId120"/>
    <p:sldId id="426" r:id="rId121"/>
    <p:sldId id="410" r:id="rId122"/>
    <p:sldId id="411" r:id="rId123"/>
    <p:sldId id="412" r:id="rId124"/>
    <p:sldId id="261" r:id="rId1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BE9B0B-D6E8-8C65-FE6C-22ED85D8CC3A}" name="Caden Kelly" initials="CK" userId="S::cckelly2@alaska.edu::a48921e0-4498-4772-90de-fad5b838a91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4A68047-7882-1517-FA22-2312F689FC9D}" v="481" dt="2026-07-27T19:31:41.5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microsoft.com/office/2018/10/relationships/authors" Target="author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omments/modernComment_1AB_2AD2AE9F.xml><?xml version="1.0" encoding="utf-8"?>
<p188:cmLst xmlns:a="http://schemas.openxmlformats.org/drawingml/2006/main" xmlns:r="http://schemas.openxmlformats.org/officeDocument/2006/relationships" xmlns:p188="http://schemas.microsoft.com/office/powerpoint/2018/8/main">
  <p188:cm id="{5BDF1810-64CF-463C-A178-3D13682E6BCC}" authorId="{25BE9B0B-D6E8-8C65-FE6C-22ED85D8CC3A}" created="2026-07-13T03:09:01.658">
    <ac:deMkLst xmlns:ac="http://schemas.microsoft.com/office/drawing/2013/main/command">
      <pc:docMk xmlns:pc="http://schemas.microsoft.com/office/powerpoint/2013/main/command"/>
      <pc:sldMk xmlns:pc="http://schemas.microsoft.com/office/powerpoint/2013/main/command" cId="88568183" sldId="321"/>
      <ac:picMk id="4" creationId="{06A9A205-0D3F-CA2F-A8CF-EF8A185611B5}"/>
    </ac:deMkLst>
    <p188:txBody>
      <a:bodyPr/>
      <a:lstStyle/>
      <a:p>
        <a:r>
          <a:rPr lang="en-US"/>
          <a:t>fix to look accurate</a:t>
        </a:r>
      </a:p>
    </p188:txBody>
  </p188:cm>
</p188:cmLst>
</file>

<file path=ppt/comments/modernComment_1AC_B4BC4688.xml><?xml version="1.0" encoding="utf-8"?>
<p188:cmLst xmlns:a="http://schemas.openxmlformats.org/drawingml/2006/main" xmlns:r="http://schemas.openxmlformats.org/officeDocument/2006/relationships" xmlns:p188="http://schemas.microsoft.com/office/powerpoint/2018/8/main">
  <p188:cm id="{B53EAC95-86E6-4309-9929-CAEA966DC0D4}" authorId="{25BE9B0B-D6E8-8C65-FE6C-22ED85D8CC3A}" created="2026-07-13T18:06:30.564">
    <ac:deMkLst xmlns:ac="http://schemas.microsoft.com/office/drawing/2013/main/command">
      <pc:docMk xmlns:pc="http://schemas.microsoft.com/office/powerpoint/2013/main/command"/>
      <pc:sldMk xmlns:pc="http://schemas.microsoft.com/office/powerpoint/2013/main/command" cId="1676015508" sldId="315"/>
      <ac:picMk id="4" creationId="{E8594B8B-9B1B-3783-016F-34D776B68233}"/>
    </ac:deMkLst>
    <p188:txBody>
      <a:bodyPr/>
      <a:lstStyle/>
      <a:p>
        <a:r>
          <a:rPr lang="en-US"/>
          <a:t>give this handout earier </a:t>
        </a:r>
      </a:p>
    </p188:txBody>
  </p188:cm>
</p188:cmLst>
</file>

<file path=ppt/comments/modernComment_10D_6AD608FA.xml><?xml version="1.0" encoding="utf-8"?>
<p188:cmLst xmlns:a="http://schemas.openxmlformats.org/drawingml/2006/main" xmlns:r="http://schemas.openxmlformats.org/officeDocument/2006/relationships" xmlns:p188="http://schemas.microsoft.com/office/powerpoint/2018/8/main">
  <p188:cm id="{E6C8F7F5-60C4-4970-AC31-96FF6B936567}" authorId="{25BE9B0B-D6E8-8C65-FE6C-22ED85D8CC3A}" created="2026-07-01T22:57:45.925">
    <ac:txMkLst xmlns:ac="http://schemas.microsoft.com/office/drawing/2013/main/command">
      <pc:docMk xmlns:pc="http://schemas.microsoft.com/office/powerpoint/2013/main/command"/>
      <pc:sldMk xmlns:pc="http://schemas.microsoft.com/office/powerpoint/2013/main/command" cId="1792411898" sldId="269"/>
      <ac:spMk id="2" creationId="{4E36C230-70B4-54D6-1BC3-3CBEE2F647A4}"/>
      <ac:txMk cp="0" len="12">
        <ac:context len="13" hash="2390413824"/>
      </ac:txMk>
    </ac:txMkLst>
    <p188:pos x="2735942" y="747485"/>
    <p188:txBody>
      <a:bodyPr/>
      <a:lstStyle/>
      <a:p>
        <a:r>
          <a:rPr lang="en-US"/>
          <a:t>They will get an static ip for the jum host to wssh into their own subnet</a:t>
        </a:r>
      </a:p>
    </p188:txBody>
  </p188:cm>
</p188:cmLst>
</file>

<file path=ppt/comments/modernComment_11A_913D2D7.xml><?xml version="1.0" encoding="utf-8"?>
<p188:cmLst xmlns:a="http://schemas.openxmlformats.org/drawingml/2006/main" xmlns:r="http://schemas.openxmlformats.org/officeDocument/2006/relationships" xmlns:p188="http://schemas.microsoft.com/office/powerpoint/2018/8/main">
  <p188:cm id="{FBF8DC08-66AF-4528-B0E0-D34E51AF35EE}" authorId="{25BE9B0B-D6E8-8C65-FE6C-22ED85D8CC3A}" created="2026-07-13T19:14:01.377">
    <ac:deMkLst xmlns:ac="http://schemas.microsoft.com/office/drawing/2013/main/command">
      <pc:docMk xmlns:pc="http://schemas.microsoft.com/office/powerpoint/2013/main/command"/>
      <pc:sldMk xmlns:pc="http://schemas.microsoft.com/office/powerpoint/2013/main/command" cId="152294103" sldId="282"/>
      <ac:graphicFrameMk id="7" creationId="{45E3708B-93A3-CBA5-4C7A-BF102260E00D}"/>
    </ac:deMkLst>
    <p188:txBody>
      <a:bodyPr/>
      <a:lstStyle/>
      <a:p>
        <a:r>
          <a:rPr lang="en-US"/>
          <a:t>door diagram with rooms</a:t>
        </a:r>
      </a:p>
    </p188:txBody>
  </p188:cm>
</p188:cmLst>
</file>

<file path=ppt/comments/modernComment_11D_1659F78C.xml><?xml version="1.0" encoding="utf-8"?>
<p188:cmLst xmlns:a="http://schemas.openxmlformats.org/drawingml/2006/main" xmlns:r="http://schemas.openxmlformats.org/officeDocument/2006/relationships" xmlns:p188="http://schemas.microsoft.com/office/powerpoint/2018/8/main">
  <p188:cm id="{D73A9741-AFBD-44C8-8968-F796477C5BAD}" authorId="{25BE9B0B-D6E8-8C65-FE6C-22ED85D8CC3A}" created="2026-07-06T21:05:50.964">
    <ac:txMkLst xmlns:ac="http://schemas.microsoft.com/office/drawing/2013/main/command">
      <pc:docMk xmlns:pc="http://schemas.microsoft.com/office/powerpoint/2013/main/command"/>
      <pc:sldMk xmlns:pc="http://schemas.microsoft.com/office/powerpoint/2013/main/command" cId="374994828" sldId="285"/>
      <ac:spMk id="3" creationId="{ABD2457F-F86E-C5C7-FD89-7A82449AA193}"/>
      <ac:txMk cp="214">
        <ac:context len="215" hash="409668746"/>
      </ac:txMk>
    </ac:txMkLst>
    <p188:pos x="3556000" y="1676400"/>
    <p188:txBody>
      <a:bodyPr/>
      <a:lstStyle/>
      <a:p>
        <a:r>
          <a:rPr lang="en-US"/>
          <a:t>show setting static and keep getting dynamic</a:t>
        </a:r>
      </a:p>
    </p188:txBody>
  </p188:cm>
  <p188:cm id="{3DA260E1-2C07-441C-AE40-E1FF86A90DA3}" authorId="{25BE9B0B-D6E8-8C65-FE6C-22ED85D8CC3A}" status="resolved" created="2026-07-13T19:17:20.516" complete="100000">
    <ac:deMkLst xmlns:ac="http://schemas.microsoft.com/office/drawing/2013/main/command">
      <pc:docMk xmlns:pc="http://schemas.microsoft.com/office/powerpoint/2013/main/command"/>
      <pc:sldMk xmlns:pc="http://schemas.microsoft.com/office/powerpoint/2013/main/command" cId="374994828" sldId="285"/>
      <ac:picMk id="6" creationId="{0A520194-A33F-AD70-2E37-E46E1CF6A5E0}"/>
    </ac:deMkLst>
    <p188:txBody>
      <a:bodyPr/>
      <a:lstStyle/>
      <a:p>
        <a:r>
          <a:rPr lang="en-US"/>
          <a:t>take off dora</a:t>
        </a:r>
      </a:p>
    </p188:txBody>
  </p188:cm>
  <p188:cm id="{24BB7093-D50E-485C-933A-AC073EF4CC21}" authorId="{25BE9B0B-D6E8-8C65-FE6C-22ED85D8CC3A}" created="2026-07-14T21:12:28.751">
    <ac:txMkLst xmlns:ac="http://schemas.microsoft.com/office/drawing/2013/main/command">
      <pc:docMk xmlns:pc="http://schemas.microsoft.com/office/powerpoint/2013/main/command"/>
      <pc:sldMk xmlns:pc="http://schemas.microsoft.com/office/powerpoint/2013/main/command" cId="374994828" sldId="285"/>
      <ac:spMk id="3" creationId="{ABD2457F-F86E-C5C7-FD89-7A82449AA193}"/>
      <ac:txMk cp="90" len="58">
        <ac:context len="185" hash="4011670172"/>
      </ac:txMk>
    </ac:txMkLst>
    <p188:pos x="1422400" y="2075542"/>
    <p188:txBody>
      <a:bodyPr/>
      <a:lstStyle/>
      <a:p>
        <a:r>
          <a:rPr lang="en-US"/>
          <a:t>analogize</a:t>
        </a:r>
      </a:p>
    </p188:txBody>
  </p188:cm>
</p188:cmLst>
</file>

<file path=ppt/comments/modernComment_11F_4C12A447.xml><?xml version="1.0" encoding="utf-8"?>
<p188:cmLst xmlns:a="http://schemas.openxmlformats.org/drawingml/2006/main" xmlns:r="http://schemas.openxmlformats.org/officeDocument/2006/relationships" xmlns:p188="http://schemas.microsoft.com/office/powerpoint/2018/8/main">
  <p188:cm id="{8522EAEA-6545-4299-8E2C-1A4672856A84}" authorId="{25BE9B0B-D6E8-8C65-FE6C-22ED85D8CC3A}" created="2026-07-13T19:28:22.824">
    <ac:deMkLst xmlns:ac="http://schemas.microsoft.com/office/drawing/2013/main/command">
      <pc:docMk xmlns:pc="http://schemas.microsoft.com/office/powerpoint/2013/main/command"/>
      <pc:sldMk xmlns:pc="http://schemas.microsoft.com/office/powerpoint/2013/main/command" cId="1276290119" sldId="287"/>
      <ac:graphicFrameMk id="22" creationId="{3FC85266-6DAA-8C84-893A-1C97B60C3AC2}"/>
    </ac:deMkLst>
    <p188:txBody>
      <a:bodyPr/>
      <a:lstStyle/>
      <a:p>
        <a:r>
          <a:rPr lang="en-US"/>
          <a:t>phonebooks </a:t>
        </a:r>
      </a:p>
    </p188:txBody>
  </p188:cm>
  <p188:cm id="{3158019C-C922-4E2A-B975-B30C6877FFD0}" authorId="{25BE9B0B-D6E8-8C65-FE6C-22ED85D8CC3A}" created="2026-07-16T18:53:55.007">
    <ac:deMkLst xmlns:ac="http://schemas.microsoft.com/office/drawing/2013/main/command">
      <pc:docMk xmlns:pc="http://schemas.microsoft.com/office/powerpoint/2013/main/command"/>
      <pc:sldMk xmlns:pc="http://schemas.microsoft.com/office/powerpoint/2013/main/command" cId="1276290119" sldId="287"/>
      <ac:picMk id="7" creationId="{9B1A2C2A-46B5-7CA6-5738-22C09469EFD7}"/>
    </ac:deMkLst>
    <p188:txBody>
      <a:bodyPr/>
      <a:lstStyle/>
      <a:p>
        <a:r>
          <a:rPr lang="en-US"/>
          <a:t>maybe recreate myself something similar</a:t>
        </a:r>
      </a:p>
    </p188:txBody>
  </p188:cm>
</p188:cmLst>
</file>

<file path=ppt/comments/modernComment_12B_AF2C9B4C.xml><?xml version="1.0" encoding="utf-8"?>
<p188:cmLst xmlns:a="http://schemas.openxmlformats.org/drawingml/2006/main" xmlns:r="http://schemas.openxmlformats.org/officeDocument/2006/relationships" xmlns:p188="http://schemas.microsoft.com/office/powerpoint/2018/8/main">
  <p188:cm id="{A214A229-3864-423A-AEBB-17F9EF626972}" authorId="{25BE9B0B-D6E8-8C65-FE6C-22ED85D8CC3A}" created="2026-07-17T23:57:06.606">
    <pc:sldMkLst xmlns:pc="http://schemas.microsoft.com/office/powerpoint/2013/main/command">
      <pc:docMk/>
      <pc:sldMk cId="2938936140" sldId="299"/>
    </pc:sldMkLst>
    <p188:replyLst>
      <p188:reply id="{68335F30-94AA-480B-A995-0C219C1C0B10}" authorId="{25BE9B0B-D6E8-8C65-FE6C-22ED85D8CC3A}" created="2026-07-27T19:22:31.023">
        <p188:txBody>
          <a:bodyPr/>
          <a:lstStyle/>
          <a:p>
            <a:r>
              <a:rPr lang="en-US"/>
              <a:t>turn off dhcp vm and turn on opnsense firewall main one; mine for demos then turn it off after demos</a:t>
            </a:r>
          </a:p>
        </p188:txBody>
      </p188:reply>
    </p188:replyLst>
    <p188:txBody>
      <a:bodyPr/>
      <a:lstStyle/>
      <a:p>
        <a:r>
          <a:rPr lang="en-US"/>
          <a:t>talk about what i have planned for module 2</a:t>
        </a:r>
      </a:p>
    </p188:txBody>
  </p188:cm>
</p188:cmLst>
</file>

<file path=ppt/comments/modernComment_12D_CC7B37B7.xml><?xml version="1.0" encoding="utf-8"?>
<p188:cmLst xmlns:a="http://schemas.openxmlformats.org/drawingml/2006/main" xmlns:r="http://schemas.openxmlformats.org/officeDocument/2006/relationships" xmlns:p188="http://schemas.microsoft.com/office/powerpoint/2018/8/main">
  <p188:cm id="{A4C74123-0F46-4884-862E-51B8F389952E}" authorId="{25BE9B0B-D6E8-8C65-FE6C-22ED85D8CC3A}" status="resolved" created="2026-07-06T21:25:56.526" complete="100000">
    <ac:txMkLst xmlns:ac="http://schemas.microsoft.com/office/drawing/2013/main/command">
      <pc:docMk xmlns:pc="http://schemas.microsoft.com/office/powerpoint/2013/main/command"/>
      <pc:sldMk xmlns:pc="http://schemas.microsoft.com/office/powerpoint/2013/main/command" cId="3430627255" sldId="301"/>
      <ac:spMk id="4" creationId="{C62BD662-5C09-0213-45F8-C2BFF0E43ABE}"/>
      <ac:txMk cp="0" len="27">
        <ac:context len="28" hash="2371058672"/>
      </ac:txMk>
    </ac:txMkLst>
    <p188:pos x="5087257" y="312057"/>
    <p188:replyLst>
      <p188:reply id="{F1F7FFEE-FB42-4F73-8645-948676309092}" authorId="{25BE9B0B-D6E8-8C65-FE6C-22ED85D8CC3A}" created="2026-07-13T20:00:55.254">
        <p188:txBody>
          <a:bodyPr/>
          <a:lstStyle/>
          <a:p>
            <a:r>
              <a:rPr lang="en-US"/>
              <a:t>This, L Com and Line, then proxmox connections as a second way</a:t>
            </a:r>
          </a:p>
        </p188:txBody>
      </p188:reply>
    </p188:replyLst>
    <p188:txBody>
      <a:bodyPr/>
      <a:lstStyle/>
      <a:p>
        <a:r>
          <a:rPr lang="en-US"/>
          <a:t>have everyone follow me logging into the .20. maybe add screensjhots of process</a:t>
        </a:r>
      </a:p>
    </p188:txBody>
  </p188:cm>
</p188:cmLst>
</file>

<file path=ppt/comments/modernComment_13B_63E5F794.xml><?xml version="1.0" encoding="utf-8"?>
<p188:cmLst xmlns:a="http://schemas.openxmlformats.org/drawingml/2006/main" xmlns:r="http://schemas.openxmlformats.org/officeDocument/2006/relationships" xmlns:p188="http://schemas.microsoft.com/office/powerpoint/2018/8/main">
  <p188:cm id="{22470478-8038-4D6B-B2A6-D9C0BD3DEA6E}" authorId="{25BE9B0B-D6E8-8C65-FE6C-22ED85D8CC3A}" created="2026-07-13T18:06:30.564">
    <ac:deMkLst xmlns:ac="http://schemas.microsoft.com/office/drawing/2013/main/command">
      <pc:docMk xmlns:pc="http://schemas.microsoft.com/office/powerpoint/2013/main/command"/>
      <pc:sldMk xmlns:pc="http://schemas.microsoft.com/office/powerpoint/2013/main/command" cId="1676015508" sldId="315"/>
      <ac:picMk id="4" creationId="{E8594B8B-9B1B-3783-016F-34D776B68233}"/>
    </ac:deMkLst>
    <p188:txBody>
      <a:bodyPr/>
      <a:lstStyle/>
      <a:p>
        <a:r>
          <a:rPr lang="en-US"/>
          <a:t>give this handout earier </a:t>
        </a:r>
      </a:p>
    </p188:txBody>
  </p188:cm>
</p188:cmLst>
</file>

<file path=ppt/comments/modernComment_13D_FCBC4A8F.xml><?xml version="1.0" encoding="utf-8"?>
<p188:cmLst xmlns:a="http://schemas.openxmlformats.org/drawingml/2006/main" xmlns:r="http://schemas.openxmlformats.org/officeDocument/2006/relationships" xmlns:p188="http://schemas.microsoft.com/office/powerpoint/2018/8/main">
  <p188:cm id="{8C5B0641-4186-4126-9CDB-185AFEA18598}" authorId="{25BE9B0B-D6E8-8C65-FE6C-22ED85D8CC3A}" created="2026-07-08T21:13:27.311">
    <ac:txMkLst xmlns:ac="http://schemas.microsoft.com/office/drawing/2013/main/command">
      <pc:docMk xmlns:pc="http://schemas.microsoft.com/office/powerpoint/2013/main/command"/>
      <pc:sldMk xmlns:pc="http://schemas.microsoft.com/office/powerpoint/2013/main/command" cId="4240198287" sldId="317"/>
      <ac:spMk id="3" creationId="{4E6371A8-816C-AB26-0451-0DA9D4C1FDCA}"/>
      <ac:txMk cp="0">
        <ac:context len="1" hash="13"/>
      </ac:txMk>
    </ac:txMkLst>
    <p188:pos x="4085771" y="1197428"/>
    <p188:txBody>
      <a:bodyPr/>
      <a:lstStyle/>
      <a:p>
        <a:r>
          <a:rPr lang="en-US"/>
          <a:t>Don't need text just images</a:t>
        </a:r>
      </a:p>
    </p188:txBody>
  </p188:cm>
</p188:cmLst>
</file>

<file path=ppt/comments/modernComment_13F_533DAB2A.xml><?xml version="1.0" encoding="utf-8"?>
<p188:cmLst xmlns:a="http://schemas.openxmlformats.org/drawingml/2006/main" xmlns:r="http://schemas.openxmlformats.org/officeDocument/2006/relationships" xmlns:p188="http://schemas.microsoft.com/office/powerpoint/2018/8/main">
  <p188:cm id="{B6A9821B-A67F-4C52-A24C-365FE7615A3B}" authorId="{25BE9B0B-D6E8-8C65-FE6C-22ED85D8CC3A}" status="resolved" created="2026-07-08T19:22:54.132" complete="100000">
    <ac:txMkLst xmlns:ac="http://schemas.microsoft.com/office/drawing/2013/main/command">
      <pc:docMk xmlns:pc="http://schemas.microsoft.com/office/powerpoint/2013/main/command"/>
      <pc:sldMk xmlns:pc="http://schemas.microsoft.com/office/powerpoint/2013/main/command" cId="1396550442" sldId="319"/>
      <ac:graphicFrameMk id="35" creationId="{FF421B95-160C-CE64-38C6-7C2EE1DC6AD6}"/>
      <ac:tblMk/>
      <ac:tcMk rowId="3872719047" colId="2328387232"/>
      <ac:txMk cp="0" len="11">
        <ac:context len="12" hash="69854677"/>
      </ac:txMk>
    </ac:txMkLst>
    <p188:pos x="1306285" y="805542"/>
    <p188:txBody>
      <a:bodyPr/>
      <a:lstStyle/>
      <a:p>
        <a:r>
          <a:rPr lang="en-US"/>
          <a:t>Currently need to turn off dhcp then turn on the opnsense firewalls for this</a:t>
        </a:r>
      </a:p>
    </p188:txBody>
  </p188:cm>
</p188:cmLst>
</file>

<file path=ppt/comments/modernComment_14A_9B6AE226.xml><?xml version="1.0" encoding="utf-8"?>
<p188:cmLst xmlns:a="http://schemas.openxmlformats.org/drawingml/2006/main" xmlns:r="http://schemas.openxmlformats.org/officeDocument/2006/relationships" xmlns:p188="http://schemas.microsoft.com/office/powerpoint/2018/8/main">
  <p188:cm id="{701B0883-16E3-4A41-A573-F2DD92BA393D}" authorId="{25BE9B0B-D6E8-8C65-FE6C-22ED85D8CC3A}" created="2026-07-13T19:32:40.056">
    <ac:deMkLst xmlns:ac="http://schemas.microsoft.com/office/drawing/2013/main/command">
      <pc:docMk xmlns:pc="http://schemas.microsoft.com/office/powerpoint/2013/main/command"/>
      <pc:sldMk xmlns:pc="http://schemas.microsoft.com/office/powerpoint/2013/main/command" cId="2607473190" sldId="330"/>
      <ac:picMk id="7" creationId="{57D63DD2-D22D-AD7D-B3BE-D19DA20BE19E}"/>
    </ac:deMkLst>
    <p188:txBody>
      <a:bodyPr/>
      <a:lstStyle/>
      <a:p>
        <a:r>
          <a:rPr lang="en-US"/>
          <a:t>talk about when gping from internal to exteranl</a:t>
        </a:r>
      </a:p>
    </p188:txBody>
  </p188:cm>
</p188:cmLst>
</file>

<file path=ppt/comments/modernComment_14E_DE6C9D26.xml><?xml version="1.0" encoding="utf-8"?>
<p188:cmLst xmlns:a="http://schemas.openxmlformats.org/drawingml/2006/main" xmlns:r="http://schemas.openxmlformats.org/officeDocument/2006/relationships" xmlns:p188="http://schemas.microsoft.com/office/powerpoint/2018/8/main">
  <p188:cm id="{81A94B13-A2F4-43B4-8A4A-E371C9890741}" authorId="{25BE9B0B-D6E8-8C65-FE6C-22ED85D8CC3A}" created="2026-07-08T21:09:10.920">
    <ac:txMkLst xmlns:ac="http://schemas.microsoft.com/office/drawing/2013/main/command">
      <pc:docMk xmlns:pc="http://schemas.microsoft.com/office/powerpoint/2013/main/command"/>
      <pc:sldMk xmlns:pc="http://schemas.microsoft.com/office/powerpoint/2013/main/command" cId="3731660070" sldId="334"/>
      <ac:spMk id="2" creationId="{F4C2B2DD-8714-372E-0EB6-27C276EB15BB}"/>
      <ac:txMk cp="0" len="8">
        <ac:context len="10" hash="3885773044"/>
      </ac:txMk>
    </ac:txMkLst>
    <p188:pos x="2119085" y="188685"/>
    <p188:txBody>
      <a:bodyPr/>
      <a:lstStyle/>
      <a:p>
        <a:r>
          <a:rPr lang="en-US"/>
          <a:t>changes: Excalidraw own diagram, and make terminal windows more clear</a:t>
        </a:r>
      </a:p>
    </p188:txBody>
  </p188:cm>
  <p188:cm id="{D0DF92D0-8C6B-4C3A-9C03-652D81E73A99}" authorId="{25BE9B0B-D6E8-8C65-FE6C-22ED85D8CC3A}" created="2026-07-13T19:42:31.865">
    <pc:sldMkLst xmlns:pc="http://schemas.microsoft.com/office/powerpoint/2013/main/command">
      <pc:docMk/>
      <pc:sldMk cId="3731660070" sldId="334"/>
    </pc:sldMkLst>
    <p188:replyLst>
      <p188:reply id="{3A9DF97A-B6A6-4285-BC80-55C24427D5A9}" authorId="{25BE9B0B-D6E8-8C65-FE6C-22ED85D8CC3A}" created="2026-07-13T19:45:09.457">
        <p188:txBody>
          <a:bodyPr/>
          <a:lstStyle/>
          <a:p>
            <a:r>
              <a:rPr lang="en-US"/>
              <a:t>introduce all 7 layers of OSI before hand</a:t>
            </a:r>
          </a:p>
        </p188:txBody>
      </p188:reply>
      <p188:reply id="{0C52F26A-6CA6-4070-87F9-AEEDC99764D7}" authorId="{25BE9B0B-D6E8-8C65-FE6C-22ED85D8CC3A}" created="2026-07-13T19:45:35.160">
        <p188:txBody>
          <a:bodyPr/>
          <a:lstStyle/>
          <a:p>
            <a:r>
              <a:rPr lang="en-US"/>
              <a:t>each layer has increasing complexity building on previous layer; don't need to know anything else</a:t>
            </a:r>
          </a:p>
        </p188:txBody>
      </p188:reply>
    </p188:replyLst>
    <p188:txBody>
      <a:bodyPr/>
      <a:lstStyle/>
      <a:p>
        <a:r>
          <a:rPr lang="en-US"/>
          <a:t>on handouts make less info and go over more in depth for each layer on separate slides</a:t>
        </a:r>
      </a:p>
    </p188:txBody>
  </p188:cm>
  <p188:cm id="{3E74B43C-11E5-4790-BF14-2A3D938ECB1B}" authorId="{25BE9B0B-D6E8-8C65-FE6C-22ED85D8CC3A}" created="2026-07-13T19:47:00.894">
    <ac:deMkLst xmlns:ac="http://schemas.microsoft.com/office/drawing/2013/main/command">
      <pc:docMk xmlns:pc="http://schemas.microsoft.com/office/powerpoint/2013/main/command"/>
      <pc:sldMk xmlns:pc="http://schemas.microsoft.com/office/powerpoint/2013/main/command" cId="3731660070" sldId="334"/>
      <ac:picMk id="5" creationId="{251CBFB9-FEBE-A9AB-2D80-0D05ED6C8813}"/>
    </ac:deMkLst>
    <p188:replyLst>
      <p188:reply id="{DA37572C-3379-429A-8F09-8C03703B5ADD}" authorId="{25BE9B0B-D6E8-8C65-FE6C-22ED85D8CC3A}" created="2026-07-13T19:47:16.035">
        <p188:txBody>
          <a:bodyPr/>
          <a:lstStyle/>
          <a:p>
            <a:r>
              <a:rPr lang="en-US"/>
              <a:t>can just reerence physical switch</a:t>
            </a:r>
          </a:p>
        </p188:txBody>
      </p188:reply>
    </p188:replyLst>
    <p188:txBody>
      <a:bodyPr/>
      <a:lstStyle/>
      <a:p>
        <a:r>
          <a:rPr lang="en-US"/>
          <a:t>too complicated for modue 1; maybe module 2. Each student only needs their one local edge node switch, not the rest. Pull out of slide</a:t>
        </a:r>
      </a:p>
    </p188:txBody>
  </p188:cm>
</p188:cmLst>
</file>

<file path=ppt/comments/modernComment_14F_A0D5795E.xml><?xml version="1.0" encoding="utf-8"?>
<p188:cmLst xmlns:a="http://schemas.openxmlformats.org/drawingml/2006/main" xmlns:r="http://schemas.openxmlformats.org/officeDocument/2006/relationships" xmlns:p188="http://schemas.microsoft.com/office/powerpoint/2018/8/main">
  <p188:cm id="{1C83E081-3923-45A2-8BF3-7DEE39B09025}" authorId="{25BE9B0B-D6E8-8C65-FE6C-22ED85D8CC3A}" created="2026-07-13T19:54:05.672">
    <ac:deMkLst xmlns:ac="http://schemas.microsoft.com/office/drawing/2013/main/command">
      <pc:docMk xmlns:pc="http://schemas.microsoft.com/office/powerpoint/2013/main/command"/>
      <pc:sldMk xmlns:pc="http://schemas.microsoft.com/office/powerpoint/2013/main/command" cId="2698344798" sldId="335"/>
      <ac:picMk id="5" creationId="{EAE18FC3-BBCB-753F-8B60-20A1CB06FB91}"/>
    </ac:deMkLst>
    <p188:txBody>
      <a:bodyPr/>
      <a:lstStyle/>
      <a:p>
        <a:r>
          <a:rPr lang="en-US"/>
          <a:t>change</a:t>
        </a:r>
      </a:p>
    </p188:txBody>
  </p188:cm>
</p188:cmLst>
</file>

<file path=ppt/comments/modernComment_17F_3741EB1C.xml><?xml version="1.0" encoding="utf-8"?>
<p188:cmLst xmlns:a="http://schemas.openxmlformats.org/drawingml/2006/main" xmlns:r="http://schemas.openxmlformats.org/officeDocument/2006/relationships" xmlns:p188="http://schemas.microsoft.com/office/powerpoint/2018/8/main">
  <p188:cm id="{B7F7C2E7-CBC4-413D-B632-0DAEEE2C0E23}" authorId="{25BE9B0B-D6E8-8C65-FE6C-22ED85D8CC3A}" created="2026-07-17T23:30:46.457">
    <ac:txMkLst xmlns:ac="http://schemas.microsoft.com/office/drawing/2013/main/command">
      <pc:docMk xmlns:pc="http://schemas.microsoft.com/office/powerpoint/2013/main/command"/>
      <pc:sldMk xmlns:pc="http://schemas.microsoft.com/office/powerpoint/2013/main/command" cId="927066908" sldId="383"/>
      <ac:spMk id="3" creationId="{0A6025F7-713C-53F9-CE5B-FB2FA41476C0}"/>
      <ac:txMk cp="146" len="56">
        <ac:context len="210" hash="2350684980"/>
      </ac:txMk>
    </ac:txMkLst>
    <p188:pos x="2111828" y="2953657"/>
    <p188:txBody>
      <a:bodyPr/>
      <a:lstStyle/>
      <a:p>
        <a:r>
          <a:rPr lang="en-US"/>
          <a:t>don't need to sync within lan for ntp, can use wider netwrok because peolpe don't run own ntp servers. Matters in like a utility entwork because if internet goes dw n it will need a local one</a:t>
        </a:r>
      </a:p>
    </p188:txBody>
  </p188:cm>
</p188:cmLst>
</file>

<file path=ppt/comments/modernComment_100_68C49C6.xml><?xml version="1.0" encoding="utf-8"?>
<p188:cmLst xmlns:a="http://schemas.openxmlformats.org/drawingml/2006/main" xmlns:r="http://schemas.openxmlformats.org/officeDocument/2006/relationships" xmlns:p188="http://schemas.microsoft.com/office/powerpoint/2018/8/main">
  <p188:cm id="{F3B46815-8193-4F1A-BF7F-DCFD9B561F27}" authorId="{25BE9B0B-D6E8-8C65-FE6C-22ED85D8CC3A}" created="2026-07-27T19:23:32.086">
    <pc:sldMkLst xmlns:pc="http://schemas.microsoft.com/office/powerpoint/2013/main/command">
      <pc:docMk/>
      <pc:sldMk cId="109857222" sldId="256"/>
    </pc:sldMkLst>
    <p188:txBody>
      <a:bodyPr/>
      <a:lstStyle/>
      <a:p>
        <a:r>
          <a:rPr lang="en-US"/>
          <a:t>Have a terminal on one screen of their vm, and the slides ona nother so I don't need to go back and forth a bunch​</a:t>
        </a:r>
      </a:p>
    </p188:txBody>
  </p188:cm>
</p188:cmLst>
</file>

<file path=ppt/comments/modernComment_103_143D41DC.xml><?xml version="1.0" encoding="utf-8"?>
<p188:cmLst xmlns:a="http://schemas.openxmlformats.org/drawingml/2006/main" xmlns:r="http://schemas.openxmlformats.org/officeDocument/2006/relationships" xmlns:p188="http://schemas.microsoft.com/office/powerpoint/2018/8/main">
  <p188:cm id="{5760D05C-5DC6-4501-B34E-1DF4BDB62009}" authorId="{25BE9B0B-D6E8-8C65-FE6C-22ED85D8CC3A}" created="2026-07-01T18:42:18.628">
    <ac:deMkLst xmlns:ac="http://schemas.microsoft.com/office/drawing/2013/main/command">
      <pc:docMk xmlns:pc="http://schemas.microsoft.com/office/powerpoint/2013/main/command"/>
      <pc:sldMk xmlns:pc="http://schemas.microsoft.com/office/powerpoint/2013/main/command" cId="339558876" sldId="259"/>
      <ac:spMk id="2" creationId="{871CFCAF-CE98-E1C0-BEF3-37C66B1DE847}"/>
    </ac:deMkLst>
    <p188:txBody>
      <a:bodyPr/>
      <a:lstStyle/>
      <a:p>
        <a:r>
          <a:rPr lang="en-US"/>
          <a:t>Structure; explain these, then explain SSH and WSSH, then practice WSSH into something, then practice command line with them</a:t>
        </a:r>
      </a:p>
    </p188:txBody>
  </p188:cm>
</p188:cmLst>
</file>

<file path=ppt/comments/modernComment_104_4B6A82FD.xml><?xml version="1.0" encoding="utf-8"?>
<p188:cmLst xmlns:a="http://schemas.openxmlformats.org/drawingml/2006/main" xmlns:r="http://schemas.openxmlformats.org/officeDocument/2006/relationships" xmlns:p188="http://schemas.microsoft.com/office/powerpoint/2018/8/main">
  <p188:cm id="{78D57A97-DDD6-4F70-8BA2-249E2EC0E641}" authorId="{25BE9B0B-D6E8-8C65-FE6C-22ED85D8CC3A}" created="2026-07-01T18:43:18.597">
    <ac:txMkLst xmlns:ac="http://schemas.microsoft.com/office/drawing/2013/main/command">
      <pc:docMk xmlns:pc="http://schemas.microsoft.com/office/powerpoint/2013/main/command"/>
      <pc:sldMk xmlns:pc="http://schemas.microsoft.com/office/powerpoint/2013/main/command" cId="1265271549" sldId="260"/>
      <ac:spMk id="2" creationId="{339F4673-67DD-EFA4-0EA4-A7758E0260AB}"/>
      <ac:txMk cp="9" len="3">
        <ac:context len="35" hash="3589048743"/>
      </ac:txMk>
    </ac:txMkLst>
    <p188:pos x="1088571" y="508000"/>
    <p188:txBody>
      <a:bodyPr/>
      <a:lstStyle/>
      <a:p>
        <a:r>
          <a:rPr lang="en-US"/>
          <a:t>demo</a:t>
        </a:r>
      </a:p>
    </p188:txBody>
  </p188:cm>
</p188:cmLst>
</file>

<file path=ppt/comments/modernComment_105_5C24EAE5.xml><?xml version="1.0" encoding="utf-8"?>
<p188:cmLst xmlns:a="http://schemas.openxmlformats.org/drawingml/2006/main" xmlns:r="http://schemas.openxmlformats.org/officeDocument/2006/relationships" xmlns:p188="http://schemas.microsoft.com/office/powerpoint/2018/8/main">
  <p188:cm id="{315AB1A2-51A8-4CE8-BA71-0B4ECFB0DE31}" authorId="{25BE9B0B-D6E8-8C65-FE6C-22ED85D8CC3A}" created="2026-07-01T18:10:15.244">
    <ac:txMkLst xmlns:ac="http://schemas.microsoft.com/office/drawing/2013/main/command">
      <pc:docMk xmlns:pc="http://schemas.microsoft.com/office/powerpoint/2013/main/command"/>
      <pc:sldMk xmlns:pc="http://schemas.microsoft.com/office/powerpoint/2013/main/command" cId="1545923301" sldId="261"/>
      <ac:spMk id="2" creationId="{609677C4-19BD-99DC-55BE-578391CE9156}"/>
      <ac:txMk cp="0" len="13">
        <ac:context len="14" hash="1969149638"/>
      </ac:txMk>
    </ac:txMkLst>
    <p188:pos x="3614057" y="486228"/>
    <p188:txBody>
      <a:bodyPr/>
      <a:lstStyle/>
      <a:p>
        <a:r>
          <a:rPr lang="en-US"/>
          <a:t>QR Code to a google form goes here</a:t>
        </a:r>
      </a:p>
    </p188:txBody>
  </p188:cm>
</p188:cmLst>
</file>

<file path=ppt/comments/modernComment_110_2C75EC61.xml><?xml version="1.0" encoding="utf-8"?>
<p188:cmLst xmlns:a="http://schemas.openxmlformats.org/drawingml/2006/main" xmlns:r="http://schemas.openxmlformats.org/officeDocument/2006/relationships" xmlns:p188="http://schemas.microsoft.com/office/powerpoint/2018/8/main">
  <p188:cm id="{35DF0304-1E66-4036-B584-BE016BD92AED}" authorId="{25BE9B0B-D6E8-8C65-FE6C-22ED85D8CC3A}" created="2026-07-06T21:04:08.261">
    <ac:txMkLst xmlns:ac="http://schemas.microsoft.com/office/drawing/2013/main/command">
      <pc:docMk xmlns:pc="http://schemas.microsoft.com/office/powerpoint/2013/main/command"/>
      <pc:sldMk xmlns:pc="http://schemas.microsoft.com/office/powerpoint/2013/main/command" cId="745925729" sldId="272"/>
      <ac:spMk id="3" creationId="{50D1BBAB-E5A8-F119-866C-2859B7C288B1}"/>
      <ac:txMk cp="8" len="69">
        <ac:context len="303" hash="1726274665"/>
      </ac:txMk>
    </ac:txMkLst>
    <p188:pos x="2402114" y="1219200"/>
    <p188:txBody>
      <a:bodyPr/>
      <a:lstStyle/>
      <a:p>
        <a:r>
          <a:rPr lang="en-US"/>
          <a:t>digit table for binary and hexadecimal table</a:t>
        </a:r>
      </a:p>
    </p188:txBody>
  </p188:cm>
</p188:cmLst>
</file>

<file path=ppt/comments/modernComment_113_DADF289.xml><?xml version="1.0" encoding="utf-8"?>
<p188:cmLst xmlns:a="http://schemas.openxmlformats.org/drawingml/2006/main" xmlns:r="http://schemas.openxmlformats.org/officeDocument/2006/relationships" xmlns:p188="http://schemas.microsoft.com/office/powerpoint/2018/8/main">
  <p188:cm id="{8951FCD3-5FD0-4663-90F3-8037DDEE59BC}" authorId="{25BE9B0B-D6E8-8C65-FE6C-22ED85D8CC3A}" status="resolved" created="2026-07-06T17:58:01.601" complete="100000">
    <ac:txMkLst xmlns:ac="http://schemas.microsoft.com/office/drawing/2013/main/command">
      <pc:docMk xmlns:pc="http://schemas.microsoft.com/office/powerpoint/2013/main/command"/>
      <pc:sldMk xmlns:pc="http://schemas.microsoft.com/office/powerpoint/2013/main/command" cId="229503625" sldId="275"/>
      <ac:spMk id="2" creationId="{4D148E5B-A2A8-42F4-88B1-EB5DCE1BFFE8}"/>
      <ac:txMk cp="0" len="21">
        <ac:context len="28" hash="372110163"/>
      </ac:txMk>
    </ac:txMkLst>
    <p188:pos x="3657600" y="2039257"/>
    <p188:replyLst>
      <p188:reply id="{6BFD4F75-5904-4A13-AE3E-62AC68583B56}" authorId="{25BE9B0B-D6E8-8C65-FE6C-22ED85D8CC3A}" created="2026-07-06T17:58:09.836">
        <p188:txBody>
          <a:bodyPr/>
          <a:lstStyle/>
          <a:p>
            <a:r>
              <a:rPr lang="en-US"/>
              <a:t>partner before answering</a:t>
            </a:r>
          </a:p>
        </p188:txBody>
      </p188:reply>
    </p188:replyLst>
    <p188:txBody>
      <a:bodyPr/>
      <a:lstStyle/>
      <a:p>
        <a:r>
          <a:rPr lang="en-US"/>
          <a:t>Make all of these have a QR code with a phone so everyone can participate. Tell them to tlak to a partner</a:t>
        </a:r>
      </a:p>
    </p188:txBody>
  </p188:cm>
</p188:cmLst>
</file>

<file path=ppt/comments/modernComment_115_AEB10A88.xml><?xml version="1.0" encoding="utf-8"?>
<p188:cmLst xmlns:a="http://schemas.openxmlformats.org/drawingml/2006/main" xmlns:r="http://schemas.openxmlformats.org/officeDocument/2006/relationships" xmlns:p188="http://schemas.microsoft.com/office/powerpoint/2018/8/main">
  <p188:cm id="{7D9E5741-2C8A-4EA0-9572-15B4FADECEFD}" authorId="{25BE9B0B-D6E8-8C65-FE6C-22ED85D8CC3A}" created="2026-07-13T19:59:59.880">
    <pc:sldMkLst xmlns:pc="http://schemas.microsoft.com/office/powerpoint/2013/main/command">
      <pc:docMk/>
      <pc:sldMk cId="2930838152" sldId="277"/>
    </pc:sldMkLst>
    <p188:txBody>
      <a:bodyPr/>
      <a:lstStyle/>
      <a:p>
        <a:r>
          <a:rPr lang="en-US"/>
          <a:t>just mention works like a layer 2 ip address before we have one, on next slide but don't go over tm with them. PRoblem: MAC addresses not routable at layer 2 - only internal</a:t>
        </a:r>
      </a:p>
    </p188:txBody>
  </p188:cm>
</p188:cmLst>
</file>

<file path=ppt/comments/modernComment_118_CA6F614C.xml><?xml version="1.0" encoding="utf-8"?>
<p188:cmLst xmlns:a="http://schemas.openxmlformats.org/drawingml/2006/main" xmlns:r="http://schemas.openxmlformats.org/officeDocument/2006/relationships" xmlns:p188="http://schemas.microsoft.com/office/powerpoint/2018/8/main">
  <p188:cm id="{14C0500A-0DFB-4840-9080-9E366E0FD344}" authorId="{25BE9B0B-D6E8-8C65-FE6C-22ED85D8CC3A}" created="2026-07-06T21:25:23.136">
    <ac:txMkLst xmlns:ac="http://schemas.microsoft.com/office/drawing/2013/main/command">
      <pc:docMk xmlns:pc="http://schemas.microsoft.com/office/powerpoint/2013/main/command"/>
      <pc:sldMk xmlns:pc="http://schemas.microsoft.com/office/powerpoint/2013/main/command" cId="3396297036" sldId="280"/>
      <ac:spMk id="4" creationId="{957F44FC-04C4-8497-2E9B-96C7097ED185}"/>
      <ac:txMk cp="0" len="3">
        <ac:context len="40" hash="3735720388"/>
      </ac:txMk>
    </ac:txMkLst>
    <p188:pos x="3701142" y="152400"/>
    <p188:txBody>
      <a:bodyPr/>
      <a:lstStyle/>
      <a:p>
        <a:r>
          <a:rPr lang="en-US"/>
          <a:t>rename for ease of instruction</a:t>
        </a:r>
      </a:p>
    </p188:txBody>
  </p188:cm>
</p188:cmLst>
</file>

<file path=ppt/comments/modernComment_121_C391E173.xml><?xml version="1.0" encoding="utf-8"?>
<p188:cmLst xmlns:a="http://schemas.openxmlformats.org/drawingml/2006/main" xmlns:r="http://schemas.openxmlformats.org/officeDocument/2006/relationships" xmlns:p188="http://schemas.microsoft.com/office/powerpoint/2018/8/main">
  <p188:cm id="{377FBE47-FFF5-434E-BC12-B15600C64C79}" authorId="{25BE9B0B-D6E8-8C65-FE6C-22ED85D8CC3A}" created="2026-07-13T19:35:32.383">
    <pc:sldMkLst xmlns:pc="http://schemas.microsoft.com/office/powerpoint/2013/main/command">
      <pc:docMk/>
      <pc:sldMk cId="3281117555" sldId="289"/>
    </pc:sldMkLst>
    <p188:replyLst>
      <p188:reply id="{775DE6DD-F8BC-4B57-8E95-5304ADBB4E1D}" authorId="{25BE9B0B-D6E8-8C65-FE6C-22ED85D8CC3A}" created="2026-07-13T19:37:31.289">
        <p188:txBody>
          <a:bodyPr/>
          <a:lstStyle/>
          <a:p>
            <a:r>
              <a:rPr lang="en-US"/>
              <a:t>make stratum convo = no; just talk about what ntp is high level and why important</a:t>
            </a:r>
          </a:p>
        </p188:txBody>
      </p188:reply>
    </p188:replyLst>
    <p188:txBody>
      <a:bodyPr/>
      <a:lstStyle/>
      <a:p>
        <a:r>
          <a:rPr lang="en-US"/>
          <a:t>nist</a:t>
        </a:r>
      </a:p>
    </p188:txBody>
  </p188:cm>
</p188:cmLst>
</file>

<file path=ppt/comments/modernComment_123_4F2B5FA7.xml><?xml version="1.0" encoding="utf-8"?>
<p188:cmLst xmlns:a="http://schemas.openxmlformats.org/drawingml/2006/main" xmlns:r="http://schemas.openxmlformats.org/officeDocument/2006/relationships" xmlns:p188="http://schemas.microsoft.com/office/powerpoint/2018/8/main">
  <p188:cm id="{C5432397-ED22-4653-908B-1D71C77C3BE6}" authorId="{25BE9B0B-D6E8-8C65-FE6C-22ED85D8CC3A}" created="2026-07-06T21:55:19.839">
    <ac:txMkLst xmlns:ac="http://schemas.microsoft.com/office/drawing/2013/main/command">
      <pc:docMk xmlns:pc="http://schemas.microsoft.com/office/powerpoint/2013/main/command"/>
      <pc:sldMk xmlns:pc="http://schemas.microsoft.com/office/powerpoint/2013/main/command" cId="1328242599" sldId="291"/>
      <ac:spMk id="2" creationId="{CA6AF9BB-348C-2C04-EFB6-C8A945D5A0FB}"/>
      <ac:txMk cp="0" len="20">
        <ac:context len="21" hash="2177431109"/>
      </ac:txMk>
    </ac:txMkLst>
    <p188:pos x="4818742" y="696685"/>
    <p188:replyLst>
      <p188:reply id="{67A106FD-5142-40B5-8090-55158589E859}" authorId="{25BE9B0B-D6E8-8C65-FE6C-22ED85D8CC3A}" created="2026-07-06T21:55:38.464">
        <p188:txBody>
          <a:bodyPr/>
          <a:lstStyle/>
          <a:p>
            <a:r>
              <a:rPr lang="en-US"/>
              <a:t>security by design</a:t>
            </a:r>
          </a:p>
        </p188:txBody>
      </p188:reply>
      <p188:reply id="{B588FDEF-C1A4-4595-AE90-86E9A2389D08}" authorId="{25BE9B0B-D6E8-8C65-FE6C-22ED85D8CC3A}" created="2026-07-06T21:56:07.605">
        <p188:txBody>
          <a:bodyPr/>
          <a:lstStyle/>
          <a:p>
            <a:r>
              <a:rPr lang="en-US"/>
              <a:t>people setting up basic networks may not have this knowledge, and often don't in rural alska. firewalls = security too</a:t>
            </a:r>
          </a:p>
        </p188:txBody>
      </p188:reply>
      <p188:reply id="{3630C221-7BF2-4A9A-BD39-45699436F537}" authorId="{25BE9B0B-D6E8-8C65-FE6C-22ED85D8CC3A}" created="2026-07-06T21:57:49.917">
        <p188:txBody>
          <a:bodyPr/>
          <a:lstStyle/>
          <a:p>
            <a:r>
              <a:rPr lang="en-US"/>
              <a:t>add this explanation to github posting</a:t>
            </a:r>
          </a:p>
        </p188:txBody>
      </p188:reply>
      <p188:reply id="{C52B03BB-D469-41A4-9C26-20F9A575FAD7}" authorId="{25BE9B0B-D6E8-8C65-FE6C-22ED85D8CC3A}" created="2026-07-06T21:58:59.573">
        <p188:txBody>
          <a:bodyPr/>
          <a:lstStyle/>
          <a:p>
            <a:r>
              <a:rPr lang="en-US"/>
              <a:t>using my architecture in larger ram or capacity. also he wants to sniff network traffic and make an intrusion detection system to find security isssues. and secuirty info and event monitoritng system. these would be good next steps.</a:t>
            </a:r>
          </a:p>
        </p188:txBody>
      </p188:reply>
      <p188:reply id="{E3244CFC-EEFA-4167-94C0-DB2B4DF74396}" authorId="{25BE9B0B-D6E8-8C65-FE6C-22ED85D8CC3A}" created="2026-07-06T21:59:26.839">
        <p188:txBody>
          <a:bodyPr/>
          <a:lstStyle/>
          <a:p>
            <a:r>
              <a:rPr lang="en-US"/>
              <a:t>portable: can be taken to a ocnference hands-on for people to learn</a:t>
            </a:r>
          </a:p>
        </p188:txBody>
      </p188:reply>
      <p188:reply id="{5C4D3B1F-DB15-4690-A134-222A56B93305}" authorId="{25BE9B0B-D6E8-8C65-FE6C-22ED85D8CC3A}" created="2026-07-06T21:59:41.745">
        <p188:txBody>
          <a:bodyPr/>
          <a:lstStyle/>
          <a:p>
            <a:r>
              <a:rPr lang="en-US"/>
              <a:t>hands on stuff helps</a:t>
            </a:r>
          </a:p>
        </p188:txBody>
      </p188:reply>
    </p188:replyLst>
    <p188:txBody>
      <a:bodyPr/>
      <a:lstStyle/>
      <a:p>
        <a:r>
          <a:rPr lang="en-US"/>
          <a:t>super important because a lot of energy utilitiues in alaska are al on one subnet according to john - security issues</a:t>
        </a:r>
      </a:p>
    </p188:txBody>
  </p188:cm>
</p188:cmLst>
</file>

<file path=ppt/comments/modernComment_125_50735C17.xml><?xml version="1.0" encoding="utf-8"?>
<p188:cmLst xmlns:a="http://schemas.openxmlformats.org/drawingml/2006/main" xmlns:r="http://schemas.openxmlformats.org/officeDocument/2006/relationships" xmlns:p188="http://schemas.microsoft.com/office/powerpoint/2018/8/main">
  <p188:cm id="{7894E7E1-3A28-4604-ACAB-B921B0F9C021}" authorId="{25BE9B0B-D6E8-8C65-FE6C-22ED85D8CC3A}" created="2026-07-13T19:39:13.085">
    <ac:deMkLst xmlns:ac="http://schemas.microsoft.com/office/drawing/2013/main/command">
      <pc:docMk xmlns:pc="http://schemas.microsoft.com/office/powerpoint/2013/main/command"/>
      <pc:sldMk xmlns:pc="http://schemas.microsoft.com/office/powerpoint/2013/main/command" cId="1349737495" sldId="293"/>
      <ac:spMk id="3" creationId="{730334EB-1F0A-A776-B0EE-D3139C89DF66}"/>
    </ac:deMkLst>
    <p188:txBody>
      <a:bodyPr/>
      <a:lstStyle/>
      <a:p>
        <a:r>
          <a:rPr lang="en-US"/>
          <a:t>broadcast domain, LAN, sn have same scope and are essentially same. Security zone with firewalls </a:t>
        </a:r>
      </a:p>
    </p188:txBody>
  </p188:cm>
  <p188:cm id="{AED73DEA-3608-4720-B81B-7E56D31AFE49}" authorId="{25BE9B0B-D6E8-8C65-FE6C-22ED85D8CC3A}" created="2026-07-13T19:39:25.507">
    <ac:deMkLst xmlns:ac="http://schemas.microsoft.com/office/drawing/2013/main/command">
      <pc:docMk xmlns:pc="http://schemas.microsoft.com/office/powerpoint/2013/main/command"/>
      <pc:sldMk xmlns:pc="http://schemas.microsoft.com/office/powerpoint/2013/main/command" cId="1349737495" sldId="293"/>
      <ac:picMk id="4" creationId="{A4B260D7-4781-E1AD-A54F-DE79EF3192A5}"/>
    </ac:deMkLst>
    <p188:txBody>
      <a:bodyPr/>
      <a:lstStyle/>
      <a:p>
        <a:r>
          <a:rPr lang="en-US"/>
          <a:t>Can move router onto boundary</a:t>
        </a:r>
      </a:p>
    </p188:txBody>
  </p188:cm>
</p188:cmLst>
</file>

<file path=ppt/comments/modernComment_133_29C1057A.xml><?xml version="1.0" encoding="utf-8"?>
<p188:cmLst xmlns:a="http://schemas.openxmlformats.org/drawingml/2006/main" xmlns:r="http://schemas.openxmlformats.org/officeDocument/2006/relationships" xmlns:p188="http://schemas.microsoft.com/office/powerpoint/2018/8/main">
  <p188:cm id="{B68C8930-AA4B-44C9-A3D5-EA112581C124}" authorId="{25BE9B0B-D6E8-8C65-FE6C-22ED85D8CC3A}" status="resolved" created="2026-07-08T21:17:45.967" complete="100000">
    <ac:deMkLst xmlns:ac="http://schemas.microsoft.com/office/drawing/2013/main/command">
      <pc:docMk xmlns:pc="http://schemas.microsoft.com/office/powerpoint/2013/main/command"/>
      <pc:sldMk xmlns:pc="http://schemas.microsoft.com/office/powerpoint/2013/main/command" cId="700515706" sldId="307"/>
      <ac:picMk id="5" creationId="{3D32A815-5C06-8F69-BFBC-6AD8E52EBD8F}"/>
    </ac:deMkLst>
    <p188:txBody>
      <a:bodyPr/>
      <a:lstStyle/>
      <a:p>
        <a:r>
          <a:rPr lang="en-US"/>
          <a:t>make excalidraw with netmask</a:t>
        </a:r>
      </a:p>
    </p188:txBody>
  </p188:cm>
</p188:cmLst>
</file>

<file path=ppt/comments/modernComment_138_5843067.xml><?xml version="1.0" encoding="utf-8"?>
<p188:cmLst xmlns:a="http://schemas.openxmlformats.org/drawingml/2006/main" xmlns:r="http://schemas.openxmlformats.org/officeDocument/2006/relationships" xmlns:p188="http://schemas.microsoft.com/office/powerpoint/2018/8/main">
  <p188:cm id="{27930DDA-9C7C-4E7D-8F47-37F8F7CE4DE0}" authorId="{25BE9B0B-D6E8-8C65-FE6C-22ED85D8CC3A}" created="2026-07-13T19:57:41.990">
    <pc:sldMkLst xmlns:pc="http://schemas.microsoft.com/office/powerpoint/2013/main/command">
      <pc:docMk/>
      <pc:sldMk cId="92549223" sldId="312"/>
    </pc:sldMkLst>
    <p188:txBody>
      <a:bodyPr/>
      <a:lstStyle/>
      <a:p>
        <a:r>
          <a:rPr lang="en-US"/>
          <a:t>media is phsyical electrical singaling over physical plug ins like copper wires</a:t>
        </a:r>
      </a:p>
    </p188:txBody>
  </p188:cm>
</p188:cmLst>
</file>

<file path=ppt/comments/modernComment_141_5477177.xml><?xml version="1.0" encoding="utf-8"?>
<p188:cmLst xmlns:a="http://schemas.openxmlformats.org/drawingml/2006/main" xmlns:r="http://schemas.openxmlformats.org/officeDocument/2006/relationships" xmlns:p188="http://schemas.microsoft.com/office/powerpoint/2018/8/main">
  <p188:cm id="{B15112E1-B155-4885-895F-D3EA15BCD975}" authorId="{25BE9B0B-D6E8-8C65-FE6C-22ED85D8CC3A}" created="2026-07-13T03:09:01.658">
    <ac:deMkLst xmlns:ac="http://schemas.microsoft.com/office/drawing/2013/main/command">
      <pc:docMk xmlns:pc="http://schemas.microsoft.com/office/powerpoint/2013/main/command"/>
      <pc:sldMk xmlns:pc="http://schemas.microsoft.com/office/powerpoint/2013/main/command" cId="88568183" sldId="321"/>
      <ac:picMk id="4" creationId="{06A9A205-0D3F-CA2F-A8CF-EF8A185611B5}"/>
    </ac:deMkLst>
    <p188:txBody>
      <a:bodyPr/>
      <a:lstStyle/>
      <a:p>
        <a:r>
          <a:rPr lang="en-US"/>
          <a:t>fix to look accurate</a:t>
        </a:r>
      </a:p>
    </p188:txBody>
  </p188:cm>
</p188:cmLst>
</file>

<file path=ppt/comments/modernComment_149_17B28CE5.xml><?xml version="1.0" encoding="utf-8"?>
<p188:cmLst xmlns:a="http://schemas.openxmlformats.org/drawingml/2006/main" xmlns:r="http://schemas.openxmlformats.org/officeDocument/2006/relationships" xmlns:p188="http://schemas.microsoft.com/office/powerpoint/2018/8/main">
  <p188:cm id="{3563E3EC-2E94-4F0A-BA5E-62CBC0F95A62}" authorId="{25BE9B0B-D6E8-8C65-FE6C-22ED85D8CC3A}" status="resolved" created="2026-07-13T19:30:05.636" complete="100000">
    <ac:deMkLst xmlns:ac="http://schemas.microsoft.com/office/drawing/2013/main/command">
      <pc:docMk xmlns:pc="http://schemas.microsoft.com/office/powerpoint/2013/main/command"/>
      <pc:sldMk xmlns:pc="http://schemas.microsoft.com/office/powerpoint/2013/main/command" cId="397577445" sldId="329"/>
      <ac:picMk id="5" creationId="{365AA3AF-8FA8-8EEF-D1A9-260DA885125C}"/>
    </ac:deMkLst>
    <p188:txBody>
      <a:bodyPr/>
      <a:lstStyle/>
      <a:p>
        <a:r>
          <a:rPr lang="en-US"/>
          <a:t>google maps analogy until you put ot in as name don't get address; or contacts</a:t>
        </a:r>
      </a:p>
    </p188:txBody>
  </p188:cm>
  <p188:cm id="{7BB4A07E-7D9D-4689-807B-F2399B39D81C}" authorId="{25BE9B0B-D6E8-8C65-FE6C-22ED85D8CC3A}" created="2026-07-13T19:31:15.994">
    <ac:deMkLst xmlns:ac="http://schemas.microsoft.com/office/drawing/2013/main/command">
      <pc:docMk xmlns:pc="http://schemas.microsoft.com/office/powerpoint/2013/main/command"/>
      <pc:sldMk xmlns:pc="http://schemas.microsoft.com/office/powerpoint/2013/main/command" cId="397577445" sldId="329"/>
      <ac:picMk id="5" creationId="{365AA3AF-8FA8-8EEF-D1A9-260DA885125C}"/>
    </ac:deMkLst>
    <p188:txBody>
      <a:bodyPr/>
      <a:lstStyle/>
      <a:p>
        <a:r>
          <a:rPr lang="en-US"/>
          <a:t>gateway != dns server</a:t>
        </a:r>
      </a:p>
    </p188:txBody>
  </p188:cm>
</p188:cmLst>
</file>

<file path=ppt/comments/modernComment_156_32D349DE.xml><?xml version="1.0" encoding="utf-8"?>
<p188:cmLst xmlns:a="http://schemas.openxmlformats.org/drawingml/2006/main" xmlns:r="http://schemas.openxmlformats.org/officeDocument/2006/relationships" xmlns:p188="http://schemas.microsoft.com/office/powerpoint/2018/8/main">
  <p188:cm id="{052DEE22-4E5C-4863-9F07-7A5A24F67CC9}" authorId="{25BE9B0B-D6E8-8C65-FE6C-22ED85D8CC3A}" created="2026-07-17T23:09:45.511">
    <pc:sldMkLst xmlns:pc="http://schemas.microsoft.com/office/powerpoint/2013/main/command">
      <pc:docMk/>
      <pc:sldMk cId="852707806" sldId="342"/>
    </pc:sldMkLst>
    <p188:replyLst>
      <p188:reply id="{5C6C3D1B-B1AB-4968-B57B-445BD9939026}" authorId="{25BE9B0B-D6E8-8C65-FE6C-22ED85D8CC3A}" created="2026-07-17T23:09:57.276">
        <p188:txBody>
          <a:bodyPr/>
          <a:lstStyle/>
          <a:p>
            <a:r>
              <a:rPr lang="en-US"/>
              <a:t>One firewall per group</a:t>
            </a:r>
          </a:p>
        </p188:txBody>
      </p188:reply>
    </p188:replyLst>
    <p188:txBody>
      <a:bodyPr/>
      <a:lstStyle/>
      <a:p>
        <a:r>
          <a:rPr lang="en-US"/>
          <a:t>Change showing communication fro 21 to 20</a:t>
        </a:r>
      </a:p>
    </p188:txBody>
  </p188:cm>
  <p188:cm id="{4FE2363A-DA0B-4917-8B67-2E31E8FB437F}" authorId="{25BE9B0B-D6E8-8C65-FE6C-22ED85D8CC3A}" status="resolved" created="2026-07-17T23:13:03.652" complete="100000">
    <ac:txMkLst xmlns:ac="http://schemas.microsoft.com/office/drawing/2013/main/command">
      <pc:docMk xmlns:pc="http://schemas.microsoft.com/office/powerpoint/2013/main/command"/>
      <pc:sldMk xmlns:pc="http://schemas.microsoft.com/office/powerpoint/2013/main/command" cId="852707806" sldId="342"/>
      <ac:spMk id="3" creationId="{ED33D14E-FACB-4EB1-BC78-E1B2FB443B2A}"/>
      <ac:txMk cp="137">
        <ac:context len="239" hash="875004268"/>
      </ac:txMk>
    </ac:txMkLst>
    <p188:pos x="3940628" y="2605314"/>
    <p188:txBody>
      <a:bodyPr/>
      <a:lstStyle/>
      <a:p>
        <a:r>
          <a:rPr lang="en-US"/>
          <a:t>physical box is nice; criticism of this training is abstracting hardware away</a:t>
        </a:r>
      </a:p>
    </p188:txBody>
  </p188:cm>
</p188:cmLst>
</file>

<file path=ppt/comments/modernComment_158_8B9892E2.xml><?xml version="1.0" encoding="utf-8"?>
<p188:cmLst xmlns:a="http://schemas.openxmlformats.org/drawingml/2006/main" xmlns:r="http://schemas.openxmlformats.org/officeDocument/2006/relationships" xmlns:p188="http://schemas.microsoft.com/office/powerpoint/2018/8/main">
  <p188:cm id="{D3D5E8C2-F0AB-440F-BD2A-44C626BD8889}" authorId="{25BE9B0B-D6E8-8C65-FE6C-22ED85D8CC3A}" status="resolved" created="2026-07-17T23:07:02.713" complete="100000">
    <ac:txMkLst xmlns:ac="http://schemas.microsoft.com/office/drawing/2013/main/command">
      <pc:docMk xmlns:pc="http://schemas.microsoft.com/office/powerpoint/2013/main/command"/>
      <pc:sldMk xmlns:pc="http://schemas.microsoft.com/office/powerpoint/2013/main/command" cId="2342032098" sldId="344"/>
      <ac:spMk id="2" creationId="{B729B461-C399-0B47-8D9E-B2EA87E55247}"/>
      <ac:txMk cp="0" len="8">
        <ac:context len="22" hash="2574531133"/>
      </ac:txMk>
    </ac:txMkLst>
    <p188:pos x="4579257" y="406400"/>
    <p188:txBody>
      <a:bodyPr/>
      <a:lstStyle/>
      <a:p>
        <a:r>
          <a:rPr lang="en-US"/>
          <a:t>before and after pings</a:t>
        </a:r>
      </a:p>
    </p188:txBody>
  </p188:cm>
</p188:cmLst>
</file>

<file path=ppt/diagrams/_rels/data2.xml.rels><?xml version="1.0" encoding="UTF-8" standalone="yes"?>
<Relationships xmlns="http://schemas.openxmlformats.org/package/2006/relationships"><Relationship Id="rId1" Type="http://schemas.openxmlformats.org/officeDocument/2006/relationships/hyperlink" Target="https://localhost:8888/" TargetMode="External"/></Relationships>
</file>

<file path=ppt/diagrams/_rels/data4.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ata1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13.svg"/><Relationship Id="rId1" Type="http://schemas.openxmlformats.org/officeDocument/2006/relationships/image" Target="../media/image39.svg"/><Relationship Id="rId4" Type="http://schemas.openxmlformats.org/officeDocument/2006/relationships/image" Target="../media/image41.svg"/></Relationships>
</file>

<file path=ppt/diagrams/_rels/drawing2.xml.rels><?xml version="1.0" encoding="UTF-8" standalone="yes"?>
<Relationships xmlns="http://schemas.openxmlformats.org/package/2006/relationships"><Relationship Id="rId1" Type="http://schemas.openxmlformats.org/officeDocument/2006/relationships/hyperlink" Target="https://localhost:8888/" TargetMode="External"/></Relationships>
</file>

<file path=ppt/diagrams/_rels/drawing4.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rawing1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13.svg"/><Relationship Id="rId1" Type="http://schemas.openxmlformats.org/officeDocument/2006/relationships/image" Target="../media/image39.svg"/><Relationship Id="rId4" Type="http://schemas.openxmlformats.org/officeDocument/2006/relationships/image" Target="../media/image41.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4C806815-686C-44A3-BB2E-DF77A80E9702}">
      <dgm:prSet/>
      <dgm:spPr/>
      <dgm:t>
        <a:bodyPr/>
        <a:lstStyle/>
        <a:p>
          <a:pPr algn="l">
            <a:lnSpc>
              <a:spcPct val="90000"/>
            </a:lnSpc>
          </a:pPr>
          <a:r>
            <a:rPr lang="en-US" sz="2000" b="1" dirty="0">
              <a:latin typeface="Aptos"/>
            </a:rPr>
            <a:t>"ls"</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EB729D0D-CB7B-4913-BDCA-4500C24ADC02}">
      <dgm:prSet/>
      <dgm:spPr/>
      <dgm:t>
        <a:bodyPr/>
        <a:lstStyle/>
        <a:p>
          <a:pPr algn="l">
            <a:lnSpc>
              <a:spcPct val="90000"/>
            </a:lnSpc>
          </a:pPr>
          <a:r>
            <a:rPr lang="en-US" sz="2000" b="1" dirty="0">
              <a:latin typeface="Aptos"/>
            </a:rPr>
            <a:t>Do you see "Desktop" raise hand </a:t>
          </a:r>
          <a:r>
            <a:rPr lang="en-US" sz="2000" b="1" dirty="0" err="1">
              <a:latin typeface="Aptos"/>
            </a:rPr>
            <a:t>ifnot</a:t>
          </a:r>
          <a:endParaRPr lang="en-US" sz="2000" b="1" dirty="0">
            <a:latin typeface="Aptos"/>
          </a:endParaRPr>
        </a:p>
      </dgm:t>
    </dgm:pt>
    <dgm:pt modelId="{0A856C96-22D7-480F-882C-E2EF37E6BCED}" type="parTrans" cxnId="{60604AB1-72DA-4BEF-A6EB-2C0BC1362424}">
      <dgm:prSet/>
      <dgm:spPr/>
      <dgm:t>
        <a:bodyPr/>
        <a:lstStyle/>
        <a:p>
          <a:endParaRPr lang="en-US"/>
        </a:p>
      </dgm:t>
    </dgm:pt>
    <dgm:pt modelId="{BE20158E-5913-4A1D-BC27-6FAFB9A5F9EA}" type="sibTrans" cxnId="{60604AB1-72DA-4BEF-A6EB-2C0BC1362424}">
      <dgm:prSet/>
      <dgm:spPr/>
      <dgm:t>
        <a:bodyPr/>
        <a:lstStyle/>
        <a:p>
          <a:endParaRPr lang="en-US"/>
        </a:p>
      </dgm:t>
    </dgm:pt>
    <dgm:pt modelId="{45AC8B6B-3546-489E-8B2B-E353E2E57DF2}">
      <dgm:prSet/>
      <dgm:spPr/>
      <dgm:t>
        <a:bodyPr/>
        <a:lstStyle/>
        <a:p>
          <a:pPr algn="l">
            <a:lnSpc>
              <a:spcPct val="90000"/>
            </a:lnSpc>
          </a:pPr>
          <a:r>
            <a:rPr lang="en-US" sz="2000" b="1" dirty="0">
              <a:latin typeface="Aptos"/>
            </a:rPr>
            <a:t>"cd Desktop"</a:t>
          </a:r>
        </a:p>
      </dgm:t>
    </dgm:pt>
    <dgm:pt modelId="{47E9A55B-3294-41A9-A040-92A133AC2AD8}" type="parTrans" cxnId="{1740F017-19B3-47A0-856F-D40E4DF209FB}">
      <dgm:prSet/>
      <dgm:spPr/>
      <dgm:t>
        <a:bodyPr/>
        <a:lstStyle/>
        <a:p>
          <a:endParaRPr lang="en-US"/>
        </a:p>
      </dgm:t>
    </dgm:pt>
    <dgm:pt modelId="{63FD0782-A14C-4F34-9399-0CC801626659}" type="sibTrans" cxnId="{1740F017-19B3-47A0-856F-D40E4DF209FB}">
      <dgm:prSet/>
      <dgm:spPr/>
      <dgm:t>
        <a:bodyPr/>
        <a:lstStyle/>
        <a:p>
          <a:endParaRPr lang="en-US"/>
        </a:p>
      </dgm:t>
    </dgm:pt>
    <dgm:pt modelId="{5582C5ED-4985-4236-9E58-21496B21E9AD}">
      <dgm:prSet/>
      <dgm:spPr/>
      <dgm:t>
        <a:bodyPr/>
        <a:lstStyle/>
        <a:p>
          <a:pPr algn="l">
            <a:lnSpc>
              <a:spcPct val="90000"/>
            </a:lnSpc>
          </a:pPr>
          <a:r>
            <a:rPr lang="en-US" sz="2000" b="1" dirty="0">
              <a:latin typeface="Aptos"/>
            </a:rPr>
            <a:t>"</a:t>
          </a:r>
          <a:r>
            <a:rPr lang="en-US" sz="2000" b="1" dirty="0" err="1">
              <a:latin typeface="Aptos"/>
            </a:rPr>
            <a:t>mkdir</a:t>
          </a:r>
          <a:r>
            <a:rPr lang="en-US" sz="2000" b="1" dirty="0">
              <a:latin typeface="Aptos"/>
            </a:rPr>
            <a:t> WSSH"</a:t>
          </a:r>
        </a:p>
      </dgm:t>
    </dgm:pt>
    <dgm:pt modelId="{75FACB23-8F0A-4B70-8126-8E1228155DC4}" type="parTrans" cxnId="{6113A40E-16B3-4405-B7A0-556E6B3EDAF6}">
      <dgm:prSet/>
      <dgm:spPr/>
      <dgm:t>
        <a:bodyPr/>
        <a:lstStyle/>
        <a:p>
          <a:endParaRPr lang="en-US"/>
        </a:p>
      </dgm:t>
    </dgm:pt>
    <dgm:pt modelId="{F1382523-91A4-4E9F-91DF-B047CDA0999A}" type="sibTrans" cxnId="{6113A40E-16B3-4405-B7A0-556E6B3EDAF6}">
      <dgm:prSet/>
      <dgm:spPr/>
      <dgm:t>
        <a:bodyPr/>
        <a:lstStyle/>
        <a:p>
          <a:endParaRPr lang="en-US"/>
        </a:p>
      </dgm:t>
    </dgm:pt>
    <dgm:pt modelId="{3B93DC17-4340-41D3-8F96-53DE8DBB0DAC}">
      <dgm:prSet phldrT="[Text]" phldr="0"/>
      <dgm:spPr/>
      <dgm:t>
        <a:bodyPr/>
        <a:lstStyle/>
        <a:p>
          <a:pPr algn="l">
            <a:lnSpc>
              <a:spcPct val="90000"/>
            </a:lnSpc>
          </a:pPr>
          <a:r>
            <a:rPr lang="en-US" sz="2000" b="1">
              <a:latin typeface="Aptos"/>
            </a:rPr>
            <a:t>Open terminal</a:t>
          </a:r>
          <a:endParaRPr lang="en-US" sz="2000" b="1" dirty="0">
            <a:latin typeface="Aptos"/>
          </a:endParaRPr>
        </a:p>
      </dgm:t>
    </dgm:pt>
    <dgm:pt modelId="{3CCC14C5-EDC9-42F9-ADB6-16D503675062}" type="parTrans" cxnId="{124277D8-D876-4B28-905C-48FBDF70C0FB}">
      <dgm:prSet/>
      <dgm:spPr/>
    </dgm:pt>
    <dgm:pt modelId="{A8D761CB-37CD-48B6-8994-882465C74B24}" type="sibTrans" cxnId="{124277D8-D876-4B28-905C-48FBDF70C0FB}">
      <dgm:prSet/>
      <dgm:spPr/>
    </dgm:pt>
    <dgm:pt modelId="{FFCC74AE-C707-4624-970D-1EBD92F18C2C}">
      <dgm:prSet phldrT="[Text]" phldr="0"/>
      <dgm:spPr/>
      <dgm:t>
        <a:bodyPr/>
        <a:lstStyle/>
        <a:p>
          <a:pPr algn="l">
            <a:lnSpc>
              <a:spcPct val="90000"/>
            </a:lnSpc>
          </a:pPr>
          <a:r>
            <a:rPr lang="en-US" sz="2000" b="1" dirty="0">
              <a:latin typeface="Aptos"/>
            </a:rPr>
            <a:t>"cd WSSH"</a:t>
          </a:r>
        </a:p>
      </dgm:t>
    </dgm:pt>
    <dgm:pt modelId="{08DA5AD8-F368-423A-B662-E9B37F7EEE72}" type="parTrans" cxnId="{A712A751-F2A9-4A00-812D-F81566B655B7}">
      <dgm:prSet/>
      <dgm:spPr/>
    </dgm:pt>
    <dgm:pt modelId="{754AEF5C-ACED-422B-B25A-3602FD76D413}" type="sibTrans" cxnId="{A712A751-F2A9-4A00-812D-F81566B655B7}">
      <dgm:prSet/>
      <dgm:spPr/>
    </dgm:pt>
    <dgm:pt modelId="{555D559E-1C07-4EA6-8464-C57C19B503F2}">
      <dgm:prSet phldrT="[Text]" phldr="0"/>
      <dgm:spPr/>
      <dgm:t>
        <a:bodyPr/>
        <a:lstStyle/>
        <a:p>
          <a:pPr algn="l">
            <a:lnSpc>
              <a:spcPct val="90000"/>
            </a:lnSpc>
          </a:pPr>
          <a:r>
            <a:rPr lang="en-US" sz="2000" b="1" dirty="0" err="1">
              <a:latin typeface="Aptos"/>
            </a:rPr>
            <a:t>linux</a:t>
          </a:r>
          <a:r>
            <a:rPr lang="en-US" sz="2000" b="1" dirty="0">
              <a:latin typeface="Aptos"/>
            </a:rPr>
            <a:t>: </a:t>
          </a:r>
          <a:r>
            <a:rPr lang="en-US" sz="2000" b="1" dirty="0" err="1">
              <a:latin typeface="Aptos"/>
            </a:rPr>
            <a:t>sudo</a:t>
          </a:r>
          <a:r>
            <a:rPr lang="en-US" sz="2000" b="1" dirty="0">
              <a:latin typeface="Aptos"/>
            </a:rPr>
            <a:t> apt install python3-pippython3-venv</a:t>
          </a:r>
        </a:p>
      </dgm:t>
    </dgm:pt>
    <dgm:pt modelId="{82AA80C8-C8CF-4CA3-AF7B-474CA9601488}" type="parTrans" cxnId="{EF2E934B-B205-4888-8D92-ADA86A7DCFA4}">
      <dgm:prSet/>
      <dgm:spPr/>
    </dgm:pt>
    <dgm:pt modelId="{48BC2E22-3AAE-494B-8125-8FC79AD6A24D}" type="sibTrans" cxnId="{EF2E934B-B205-4888-8D92-ADA86A7DCFA4}">
      <dgm:prSet/>
      <dgm:spPr/>
    </dgm:pt>
    <dgm:pt modelId="{E928D25A-3EEB-4681-931D-03A78B1129D3}">
      <dgm:prSet phldrT="[Text]" phldr="0"/>
      <dgm:spPr/>
      <dgm:t>
        <a:bodyPr/>
        <a:lstStyle/>
        <a:p>
          <a:pPr algn="l" rtl="0">
            <a:lnSpc>
              <a:spcPct val="90000"/>
            </a:lnSpc>
          </a:pPr>
          <a:r>
            <a:rPr lang="en-US" sz="2000" b="1" dirty="0">
              <a:latin typeface="Aptos"/>
            </a:rPr>
            <a:t>Windows: go to the online </a:t>
          </a:r>
          <a:r>
            <a:rPr lang="en-US" sz="2000" b="1" dirty="0" err="1">
              <a:latin typeface="Aptos"/>
            </a:rPr>
            <a:t>puythonstore</a:t>
          </a:r>
          <a:r>
            <a:rPr lang="en-US" sz="2000" b="1" dirty="0">
              <a:latin typeface="Aptos"/>
            </a:rPr>
            <a:t>&gt;downloads&gt;windows&gt;</a:t>
          </a:r>
          <a:r>
            <a:rPr lang="en-US" sz="2000" b="1" dirty="0" err="1">
              <a:latin typeface="Aptos"/>
            </a:rPr>
            <a:t>installmanager</a:t>
          </a:r>
        </a:p>
      </dgm:t>
    </dgm:pt>
    <dgm:pt modelId="{2231BA6E-B89B-4D24-A531-F677D26E7B2B}" type="parTrans" cxnId="{8BD96B13-1748-4F78-A017-8E466B70744C}">
      <dgm:prSet/>
      <dgm:spPr/>
    </dgm:pt>
    <dgm:pt modelId="{485D8853-945B-4846-A13E-8642E391EBC8}" type="sibTrans" cxnId="{8BD96B13-1748-4F78-A017-8E466B70744C}">
      <dgm:prSet/>
      <dgm:spPr/>
    </dgm:pt>
    <dgm:pt modelId="{ABBF8282-DA57-494F-B362-5DBF7A130F86}">
      <dgm:prSet phldrT="[Text]" phldr="0"/>
      <dgm:spPr/>
      <dgm:t>
        <a:bodyPr/>
        <a:lstStyle/>
        <a:p>
          <a:pPr algn="l">
            <a:lnSpc>
              <a:spcPct val="90000"/>
            </a:lnSpc>
          </a:pPr>
          <a:r>
            <a:rPr lang="en-US" sz="2000" b="1">
              <a:latin typeface="Aptos"/>
            </a:rPr>
            <a:t> Install python: </a:t>
          </a:r>
          <a:endParaRPr lang="en-US" sz="2000" b="1" dirty="0">
            <a:latin typeface="Aptos"/>
          </a:endParaRPr>
        </a:p>
      </dgm:t>
    </dgm:pt>
    <dgm:pt modelId="{23754B19-41EE-41C0-B434-F1BA6AE6073A}" type="parTrans" cxnId="{6AD60416-5F38-4B51-ABFB-278BBBD3DAD7}">
      <dgm:prSet/>
      <dgm:spPr/>
    </dgm:pt>
    <dgm:pt modelId="{FD239908-7E3A-45BA-9E6B-3414028757D9}" type="sibTrans" cxnId="{6AD60416-5F38-4B51-ABFB-278BBBD3DAD7}">
      <dgm:prSet/>
      <dgm:spPr/>
    </dgm:pt>
    <dgm:pt modelId="{F7101ABC-886C-4321-9810-1DF732582E4E}">
      <dgm:prSet phldrT="[Text]" phldr="0"/>
      <dgm:spPr/>
      <dgm:t>
        <a:bodyPr/>
        <a:lstStyle/>
        <a:p>
          <a:pPr algn="l">
            <a:lnSpc>
              <a:spcPct val="90000"/>
            </a:lnSpc>
          </a:pPr>
          <a:r>
            <a:rPr lang="en-US" sz="2000" b="1">
              <a:latin typeface="Aptos"/>
            </a:rPr>
            <a:t>mac: brew install python </a:t>
          </a:r>
          <a:endParaRPr lang="en-US" sz="2000" b="1" dirty="0">
            <a:latin typeface="Aptos"/>
          </a:endParaRPr>
        </a:p>
      </dgm:t>
    </dgm:pt>
    <dgm:pt modelId="{6C92D8E5-8503-4B4B-83AB-38576B6CC92C}" type="parTrans" cxnId="{6F337D8F-8E4B-4155-82F9-6024F063FE4C}">
      <dgm:prSet/>
      <dgm:spPr/>
    </dgm:pt>
    <dgm:pt modelId="{E0E28771-7D83-4461-AFD9-2AE07C436E31}" type="sibTrans" cxnId="{6F337D8F-8E4B-4155-82F9-6024F063FE4C}">
      <dgm:prSet/>
      <dgm:spPr/>
    </dgm:pt>
    <dgm:pt modelId="{E34CD774-1292-4DED-AB5E-D20DF26B58F4}" type="pres">
      <dgm:prSet presAssocID="{C2BD830C-C079-4FE5-BCF2-B49E51DD5F41}" presName="Name0" presStyleCnt="0">
        <dgm:presLayoutVars>
          <dgm:dir/>
          <dgm:animLvl val="lvl"/>
          <dgm:resizeHandles val="exact"/>
        </dgm:presLayoutVars>
      </dgm:prSet>
      <dgm:spPr/>
    </dgm:pt>
    <dgm:pt modelId="{17CBF867-FBF0-4608-821A-36AC17F17545}" type="pres">
      <dgm:prSet presAssocID="{ABBF8282-DA57-494F-B362-5DBF7A130F86}" presName="boxAndChildren" presStyleCnt="0"/>
      <dgm:spPr/>
    </dgm:pt>
    <dgm:pt modelId="{D55AADB3-E926-4B88-BA51-7DEF006E756B}" type="pres">
      <dgm:prSet presAssocID="{ABBF8282-DA57-494F-B362-5DBF7A130F86}" presName="parentTextBox" presStyleLbl="node1" presStyleIdx="0" presStyleCnt="6"/>
      <dgm:spPr/>
    </dgm:pt>
    <dgm:pt modelId="{B1CAA002-3717-4456-8BB6-2D5C2D786875}" type="pres">
      <dgm:prSet presAssocID="{ABBF8282-DA57-494F-B362-5DBF7A130F86}" presName="entireBox" presStyleLbl="node1" presStyleIdx="0" presStyleCnt="6"/>
      <dgm:spPr/>
    </dgm:pt>
    <dgm:pt modelId="{75E86908-58E0-4A89-83D6-EE1C77AF59F0}" type="pres">
      <dgm:prSet presAssocID="{ABBF8282-DA57-494F-B362-5DBF7A130F86}" presName="descendantBox" presStyleCnt="0"/>
      <dgm:spPr/>
    </dgm:pt>
    <dgm:pt modelId="{913405C9-AE20-4662-870D-7729E378BCBB}" type="pres">
      <dgm:prSet presAssocID="{F7101ABC-886C-4321-9810-1DF732582E4E}" presName="childTextBox" presStyleLbl="fgAccFollowNode1" presStyleIdx="0" presStyleCnt="4">
        <dgm:presLayoutVars>
          <dgm:bulletEnabled val="1"/>
        </dgm:presLayoutVars>
      </dgm:prSet>
      <dgm:spPr/>
    </dgm:pt>
    <dgm:pt modelId="{69CEFD5F-D4A9-4976-82BF-A9E615DFEF11}" type="pres">
      <dgm:prSet presAssocID="{555D559E-1C07-4EA6-8464-C57C19B503F2}" presName="childTextBox" presStyleLbl="fgAccFollowNode1" presStyleIdx="1" presStyleCnt="4">
        <dgm:presLayoutVars>
          <dgm:bulletEnabled val="1"/>
        </dgm:presLayoutVars>
      </dgm:prSet>
      <dgm:spPr/>
    </dgm:pt>
    <dgm:pt modelId="{1BC88DFC-5DC8-47A1-84B7-60DC0C22C5A9}" type="pres">
      <dgm:prSet presAssocID="{E928D25A-3EEB-4681-931D-03A78B1129D3}" presName="childTextBox" presStyleLbl="fgAccFollowNode1" presStyleIdx="2" presStyleCnt="4">
        <dgm:presLayoutVars>
          <dgm:bulletEnabled val="1"/>
        </dgm:presLayoutVars>
      </dgm:prSet>
      <dgm:spPr/>
    </dgm:pt>
    <dgm:pt modelId="{66D6DF40-E625-4AFD-9AD3-00A11E1BC684}" type="pres">
      <dgm:prSet presAssocID="{754AEF5C-ACED-422B-B25A-3602FD76D413}" presName="sp" presStyleCnt="0"/>
      <dgm:spPr/>
    </dgm:pt>
    <dgm:pt modelId="{3FDFC1AB-C567-4CDC-8D00-78C3FF4E06B5}" type="pres">
      <dgm:prSet presAssocID="{FFCC74AE-C707-4624-970D-1EBD92F18C2C}" presName="arrowAndChildren" presStyleCnt="0"/>
      <dgm:spPr/>
    </dgm:pt>
    <dgm:pt modelId="{12A43A6F-74C4-4BB7-88F3-048DD5C86434}" type="pres">
      <dgm:prSet presAssocID="{FFCC74AE-C707-4624-970D-1EBD92F18C2C}" presName="parentTextArrow" presStyleLbl="node1" presStyleIdx="1" presStyleCnt="6"/>
      <dgm:spPr/>
    </dgm:pt>
    <dgm:pt modelId="{557E1431-9366-48C7-8B82-8E9ACDDD17BB}" type="pres">
      <dgm:prSet presAssocID="{F1382523-91A4-4E9F-91DF-B047CDA0999A}" presName="sp" presStyleCnt="0"/>
      <dgm:spPr/>
    </dgm:pt>
    <dgm:pt modelId="{C0D10D96-B72B-47B0-8A57-5945C04D5ABC}" type="pres">
      <dgm:prSet presAssocID="{5582C5ED-4985-4236-9E58-21496B21E9AD}" presName="arrowAndChildren" presStyleCnt="0"/>
      <dgm:spPr/>
    </dgm:pt>
    <dgm:pt modelId="{C4842581-6FD5-4F99-A59E-83DF388A172C}" type="pres">
      <dgm:prSet presAssocID="{5582C5ED-4985-4236-9E58-21496B21E9AD}" presName="parentTextArrow" presStyleLbl="node1" presStyleIdx="2" presStyleCnt="6"/>
      <dgm:spPr/>
    </dgm:pt>
    <dgm:pt modelId="{499F6B9F-4270-453B-BFF7-F3B68C161431}" type="pres">
      <dgm:prSet presAssocID="{63FD0782-A14C-4F34-9399-0CC801626659}" presName="sp" presStyleCnt="0"/>
      <dgm:spPr/>
    </dgm:pt>
    <dgm:pt modelId="{DC9FD71C-24A5-4B2D-AF17-7189666C17EA}" type="pres">
      <dgm:prSet presAssocID="{45AC8B6B-3546-489E-8B2B-E353E2E57DF2}" presName="arrowAndChildren" presStyleCnt="0"/>
      <dgm:spPr/>
    </dgm:pt>
    <dgm:pt modelId="{5A69DF12-3887-44CC-AE0F-80B4CA56A355}" type="pres">
      <dgm:prSet presAssocID="{45AC8B6B-3546-489E-8B2B-E353E2E57DF2}" presName="parentTextArrow" presStyleLbl="node1" presStyleIdx="3" presStyleCnt="6"/>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3" presStyleCnt="6"/>
      <dgm:spPr/>
    </dgm:pt>
    <dgm:pt modelId="{40D6D08F-AE84-4FCB-8CCB-4FABE33198B4}" type="pres">
      <dgm:prSet presAssocID="{4C806815-686C-44A3-BB2E-DF77A80E9702}" presName="arrow" presStyleLbl="node1" presStyleIdx="4" presStyleCnt="6"/>
      <dgm:spPr/>
    </dgm:pt>
    <dgm:pt modelId="{92956787-7DE0-4F77-9083-945DA2B61435}" type="pres">
      <dgm:prSet presAssocID="{4C806815-686C-44A3-BB2E-DF77A80E9702}" presName="descendantArrow" presStyleCnt="0"/>
      <dgm:spPr/>
    </dgm:pt>
    <dgm:pt modelId="{992AF488-0B14-4BC5-ACA3-BAFC4608476A}" type="pres">
      <dgm:prSet presAssocID="{EB729D0D-CB7B-4913-BDCA-4500C24ADC02}" presName="childTextArrow" presStyleLbl="fgAccFollowNode1" presStyleIdx="3" presStyleCnt="4">
        <dgm:presLayoutVars>
          <dgm:bulletEnabled val="1"/>
        </dgm:presLayoutVars>
      </dgm:prSet>
      <dgm:spPr/>
    </dgm:pt>
    <dgm:pt modelId="{E30BA3D0-C388-41BA-90F4-7D481FF2B616}" type="pres">
      <dgm:prSet presAssocID="{A8D761CB-37CD-48B6-8994-882465C74B24}" presName="sp" presStyleCnt="0"/>
      <dgm:spPr/>
    </dgm:pt>
    <dgm:pt modelId="{EB869578-5A28-4E9B-99BB-AD1950604615}" type="pres">
      <dgm:prSet presAssocID="{3B93DC17-4340-41D3-8F96-53DE8DBB0DAC}" presName="arrowAndChildren" presStyleCnt="0"/>
      <dgm:spPr/>
    </dgm:pt>
    <dgm:pt modelId="{621C24C3-DD4E-4359-87FE-A9A7E0A504E7}" type="pres">
      <dgm:prSet presAssocID="{3B93DC17-4340-41D3-8F96-53DE8DBB0DAC}" presName="parentTextArrow" presStyleLbl="node1" presStyleIdx="5" presStyleCnt="6"/>
      <dgm:spPr/>
    </dgm:pt>
  </dgm:ptLst>
  <dgm:cxnLst>
    <dgm:cxn modelId="{6113A40E-16B3-4405-B7A0-556E6B3EDAF6}" srcId="{C2BD830C-C079-4FE5-BCF2-B49E51DD5F41}" destId="{5582C5ED-4985-4236-9E58-21496B21E9AD}" srcOrd="3" destOrd="0" parTransId="{75FACB23-8F0A-4B70-8126-8E1228155DC4}" sibTransId="{F1382523-91A4-4E9F-91DF-B047CDA0999A}"/>
    <dgm:cxn modelId="{E5392712-9A95-4A0D-A9CF-5F1850DBC051}" type="presOf" srcId="{EB729D0D-CB7B-4913-BDCA-4500C24ADC02}" destId="{992AF488-0B14-4BC5-ACA3-BAFC4608476A}" srcOrd="0" destOrd="0" presId="urn:microsoft.com/office/officeart/2005/8/layout/process4"/>
    <dgm:cxn modelId="{8BD96B13-1748-4F78-A017-8E466B70744C}" srcId="{ABBF8282-DA57-494F-B362-5DBF7A130F86}" destId="{E928D25A-3EEB-4681-931D-03A78B1129D3}" srcOrd="2" destOrd="0" parTransId="{2231BA6E-B89B-4D24-A531-F677D26E7B2B}" sibTransId="{485D8853-945B-4846-A13E-8642E391EBC8}"/>
    <dgm:cxn modelId="{6AD60416-5F38-4B51-ABFB-278BBBD3DAD7}" srcId="{C2BD830C-C079-4FE5-BCF2-B49E51DD5F41}" destId="{ABBF8282-DA57-494F-B362-5DBF7A130F86}" srcOrd="5" destOrd="0" parTransId="{23754B19-41EE-41C0-B434-F1BA6AE6073A}" sibTransId="{FD239908-7E3A-45BA-9E6B-3414028757D9}"/>
    <dgm:cxn modelId="{1740F017-19B3-47A0-856F-D40E4DF209FB}" srcId="{C2BD830C-C079-4FE5-BCF2-B49E51DD5F41}" destId="{45AC8B6B-3546-489E-8B2B-E353E2E57DF2}" srcOrd="2" destOrd="0" parTransId="{47E9A55B-3294-41A9-A040-92A133AC2AD8}" sibTransId="{63FD0782-A14C-4F34-9399-0CC801626659}"/>
    <dgm:cxn modelId="{A8231023-99B4-48CF-9C7E-29CD4CAA87CE}" srcId="{C2BD830C-C079-4FE5-BCF2-B49E51DD5F41}" destId="{4C806815-686C-44A3-BB2E-DF77A80E9702}" srcOrd="1" destOrd="0" parTransId="{0B3B0795-1117-438A-A0B7-6BBFC28D4B24}" sibTransId="{7E6EA040-5D62-4E56-B23A-ACD5D029C0E8}"/>
    <dgm:cxn modelId="{A3326A30-4939-4508-A0D0-867C1BC3D39C}" type="presOf" srcId="{4C806815-686C-44A3-BB2E-DF77A80E9702}" destId="{1C3A296A-D5AA-4C58-AD91-62526A77406A}" srcOrd="0" destOrd="0" presId="urn:microsoft.com/office/officeart/2005/8/layout/process4"/>
    <dgm:cxn modelId="{A0B79C33-D51F-4774-8E5E-639550F65327}" type="presOf" srcId="{E928D25A-3EEB-4681-931D-03A78B1129D3}" destId="{1BC88DFC-5DC8-47A1-84B7-60DC0C22C5A9}" srcOrd="0" destOrd="0" presId="urn:microsoft.com/office/officeart/2005/8/layout/process4"/>
    <dgm:cxn modelId="{EFEA0969-896D-4C9E-AA89-C4C0488CF819}" type="presOf" srcId="{F7101ABC-886C-4321-9810-1DF732582E4E}" destId="{913405C9-AE20-4662-870D-7729E378BCBB}" srcOrd="0" destOrd="0" presId="urn:microsoft.com/office/officeart/2005/8/layout/process4"/>
    <dgm:cxn modelId="{EF2E934B-B205-4888-8D92-ADA86A7DCFA4}" srcId="{ABBF8282-DA57-494F-B362-5DBF7A130F86}" destId="{555D559E-1C07-4EA6-8464-C57C19B503F2}" srcOrd="1" destOrd="0" parTransId="{82AA80C8-C8CF-4CA3-AF7B-474CA9601488}" sibTransId="{48BC2E22-3AAE-494B-8125-8FC79AD6A24D}"/>
    <dgm:cxn modelId="{A712A751-F2A9-4A00-812D-F81566B655B7}" srcId="{C2BD830C-C079-4FE5-BCF2-B49E51DD5F41}" destId="{FFCC74AE-C707-4624-970D-1EBD92F18C2C}" srcOrd="4" destOrd="0" parTransId="{08DA5AD8-F368-423A-B662-E9B37F7EEE72}" sibTransId="{754AEF5C-ACED-422B-B25A-3602FD76D413}"/>
    <dgm:cxn modelId="{728DF783-5EC7-4926-A016-04D75E0FC1FF}" type="presOf" srcId="{5582C5ED-4985-4236-9E58-21496B21E9AD}" destId="{C4842581-6FD5-4F99-A59E-83DF388A172C}" srcOrd="0" destOrd="0" presId="urn:microsoft.com/office/officeart/2005/8/layout/process4"/>
    <dgm:cxn modelId="{6F337D8F-8E4B-4155-82F9-6024F063FE4C}" srcId="{ABBF8282-DA57-494F-B362-5DBF7A130F86}" destId="{F7101ABC-886C-4321-9810-1DF732582E4E}" srcOrd="0" destOrd="0" parTransId="{6C92D8E5-8503-4B4B-83AB-38576B6CC92C}" sibTransId="{E0E28771-7D83-4461-AFD9-2AE07C436E31}"/>
    <dgm:cxn modelId="{AF62CA91-FE07-4124-BEB0-41629567E90D}" type="presOf" srcId="{45AC8B6B-3546-489E-8B2B-E353E2E57DF2}" destId="{5A69DF12-3887-44CC-AE0F-80B4CA56A355}" srcOrd="0" destOrd="0" presId="urn:microsoft.com/office/officeart/2005/8/layout/process4"/>
    <dgm:cxn modelId="{CFE2B696-16BE-4B13-BFDB-A1185777F7B6}" type="presOf" srcId="{ABBF8282-DA57-494F-B362-5DBF7A130F86}" destId="{B1CAA002-3717-4456-8BB6-2D5C2D786875}" srcOrd="1" destOrd="0" presId="urn:microsoft.com/office/officeart/2005/8/layout/process4"/>
    <dgm:cxn modelId="{CE0782A5-7340-4969-98C7-57FE24195A3F}" type="presOf" srcId="{555D559E-1C07-4EA6-8464-C57C19B503F2}" destId="{69CEFD5F-D4A9-4976-82BF-A9E615DFEF11}" srcOrd="0" destOrd="0" presId="urn:microsoft.com/office/officeart/2005/8/layout/process4"/>
    <dgm:cxn modelId="{60604AB1-72DA-4BEF-A6EB-2C0BC1362424}" srcId="{4C806815-686C-44A3-BB2E-DF77A80E9702}" destId="{EB729D0D-CB7B-4913-BDCA-4500C24ADC02}" srcOrd="0" destOrd="0" parTransId="{0A856C96-22D7-480F-882C-E2EF37E6BCED}" sibTransId="{BE20158E-5913-4A1D-BC27-6FAFB9A5F9EA}"/>
    <dgm:cxn modelId="{D6F7BEB6-4568-459C-B9D0-374E34AA2C96}" type="presOf" srcId="{FFCC74AE-C707-4624-970D-1EBD92F18C2C}" destId="{12A43A6F-74C4-4BB7-88F3-048DD5C86434}" srcOrd="0" destOrd="0" presId="urn:microsoft.com/office/officeart/2005/8/layout/process4"/>
    <dgm:cxn modelId="{0C389ABA-9E8F-4F1A-826C-76EABB32CE2F}" type="presOf" srcId="{C2BD830C-C079-4FE5-BCF2-B49E51DD5F41}" destId="{E34CD774-1292-4DED-AB5E-D20DF26B58F4}" srcOrd="0" destOrd="0" presId="urn:microsoft.com/office/officeart/2005/8/layout/process4"/>
    <dgm:cxn modelId="{654DE8D6-845C-4C56-846A-1E7918DBBD55}" type="presOf" srcId="{4C806815-686C-44A3-BB2E-DF77A80E9702}" destId="{40D6D08F-AE84-4FCB-8CCB-4FABE33198B4}" srcOrd="1" destOrd="0" presId="urn:microsoft.com/office/officeart/2005/8/layout/process4"/>
    <dgm:cxn modelId="{124277D8-D876-4B28-905C-48FBDF70C0FB}" srcId="{C2BD830C-C079-4FE5-BCF2-B49E51DD5F41}" destId="{3B93DC17-4340-41D3-8F96-53DE8DBB0DAC}" srcOrd="0" destOrd="0" parTransId="{3CCC14C5-EDC9-42F9-ADB6-16D503675062}" sibTransId="{A8D761CB-37CD-48B6-8994-882465C74B24}"/>
    <dgm:cxn modelId="{62BF73ED-86C9-4F06-AAD4-847B86B37C1B}" type="presOf" srcId="{3B93DC17-4340-41D3-8F96-53DE8DBB0DAC}" destId="{621C24C3-DD4E-4359-87FE-A9A7E0A504E7}" srcOrd="0" destOrd="0" presId="urn:microsoft.com/office/officeart/2005/8/layout/process4"/>
    <dgm:cxn modelId="{20FAA9F7-4D3C-4F9C-9D24-144F00BA0A4A}" type="presOf" srcId="{ABBF8282-DA57-494F-B362-5DBF7A130F86}" destId="{D55AADB3-E926-4B88-BA51-7DEF006E756B}" srcOrd="0" destOrd="0" presId="urn:microsoft.com/office/officeart/2005/8/layout/process4"/>
    <dgm:cxn modelId="{00EF8264-BF26-411B-BB7B-8B09D30D4065}" type="presParOf" srcId="{E34CD774-1292-4DED-AB5E-D20DF26B58F4}" destId="{17CBF867-FBF0-4608-821A-36AC17F17545}" srcOrd="0" destOrd="0" presId="urn:microsoft.com/office/officeart/2005/8/layout/process4"/>
    <dgm:cxn modelId="{58105859-F314-4A80-881C-061224B11DC6}" type="presParOf" srcId="{17CBF867-FBF0-4608-821A-36AC17F17545}" destId="{D55AADB3-E926-4B88-BA51-7DEF006E756B}" srcOrd="0" destOrd="0" presId="urn:microsoft.com/office/officeart/2005/8/layout/process4"/>
    <dgm:cxn modelId="{541A8923-43CD-4904-9203-00FB7AE00232}" type="presParOf" srcId="{17CBF867-FBF0-4608-821A-36AC17F17545}" destId="{B1CAA002-3717-4456-8BB6-2D5C2D786875}" srcOrd="1" destOrd="0" presId="urn:microsoft.com/office/officeart/2005/8/layout/process4"/>
    <dgm:cxn modelId="{CBAA7FB4-8DF0-4A2F-9EC2-7CBEDFA22088}" type="presParOf" srcId="{17CBF867-FBF0-4608-821A-36AC17F17545}" destId="{75E86908-58E0-4A89-83D6-EE1C77AF59F0}" srcOrd="2" destOrd="0" presId="urn:microsoft.com/office/officeart/2005/8/layout/process4"/>
    <dgm:cxn modelId="{9E9E0FB2-ADA1-4C73-8E52-D506BD98BB58}" type="presParOf" srcId="{75E86908-58E0-4A89-83D6-EE1C77AF59F0}" destId="{913405C9-AE20-4662-870D-7729E378BCBB}" srcOrd="0" destOrd="0" presId="urn:microsoft.com/office/officeart/2005/8/layout/process4"/>
    <dgm:cxn modelId="{6466B637-1197-416B-A2EC-26FDAFDBF9E4}" type="presParOf" srcId="{75E86908-58E0-4A89-83D6-EE1C77AF59F0}" destId="{69CEFD5F-D4A9-4976-82BF-A9E615DFEF11}" srcOrd="1" destOrd="0" presId="urn:microsoft.com/office/officeart/2005/8/layout/process4"/>
    <dgm:cxn modelId="{F1507C81-62D0-4969-9329-8BC36702478E}" type="presParOf" srcId="{75E86908-58E0-4A89-83D6-EE1C77AF59F0}" destId="{1BC88DFC-5DC8-47A1-84B7-60DC0C22C5A9}" srcOrd="2" destOrd="0" presId="urn:microsoft.com/office/officeart/2005/8/layout/process4"/>
    <dgm:cxn modelId="{364623DD-C1A6-4F4C-8A93-E92C1F75FAF4}" type="presParOf" srcId="{E34CD774-1292-4DED-AB5E-D20DF26B58F4}" destId="{66D6DF40-E625-4AFD-9AD3-00A11E1BC684}" srcOrd="1" destOrd="0" presId="urn:microsoft.com/office/officeart/2005/8/layout/process4"/>
    <dgm:cxn modelId="{81FE6C63-21BC-42DA-A944-071A2ECD8BA9}" type="presParOf" srcId="{E34CD774-1292-4DED-AB5E-D20DF26B58F4}" destId="{3FDFC1AB-C567-4CDC-8D00-78C3FF4E06B5}" srcOrd="2" destOrd="0" presId="urn:microsoft.com/office/officeart/2005/8/layout/process4"/>
    <dgm:cxn modelId="{137CC453-2230-4FC3-94E3-5402C3802499}" type="presParOf" srcId="{3FDFC1AB-C567-4CDC-8D00-78C3FF4E06B5}" destId="{12A43A6F-74C4-4BB7-88F3-048DD5C86434}" srcOrd="0" destOrd="0" presId="urn:microsoft.com/office/officeart/2005/8/layout/process4"/>
    <dgm:cxn modelId="{182D7855-325B-48A9-997B-8EFFCA642274}" type="presParOf" srcId="{E34CD774-1292-4DED-AB5E-D20DF26B58F4}" destId="{557E1431-9366-48C7-8B82-8E9ACDDD17BB}" srcOrd="3" destOrd="0" presId="urn:microsoft.com/office/officeart/2005/8/layout/process4"/>
    <dgm:cxn modelId="{0B3A56C6-0C3A-4A23-9CD9-BA55C422FE90}" type="presParOf" srcId="{E34CD774-1292-4DED-AB5E-D20DF26B58F4}" destId="{C0D10D96-B72B-47B0-8A57-5945C04D5ABC}" srcOrd="4" destOrd="0" presId="urn:microsoft.com/office/officeart/2005/8/layout/process4"/>
    <dgm:cxn modelId="{1ADA3E1C-BFCD-43AC-B351-7144AADBF1C3}" type="presParOf" srcId="{C0D10D96-B72B-47B0-8A57-5945C04D5ABC}" destId="{C4842581-6FD5-4F99-A59E-83DF388A172C}" srcOrd="0" destOrd="0" presId="urn:microsoft.com/office/officeart/2005/8/layout/process4"/>
    <dgm:cxn modelId="{D6A4A500-5BFA-4277-BECA-B562744C4E48}" type="presParOf" srcId="{E34CD774-1292-4DED-AB5E-D20DF26B58F4}" destId="{499F6B9F-4270-453B-BFF7-F3B68C161431}" srcOrd="5" destOrd="0" presId="urn:microsoft.com/office/officeart/2005/8/layout/process4"/>
    <dgm:cxn modelId="{E80C4EE2-1A31-4841-81E7-5660A8F99953}" type="presParOf" srcId="{E34CD774-1292-4DED-AB5E-D20DF26B58F4}" destId="{DC9FD71C-24A5-4B2D-AF17-7189666C17EA}" srcOrd="6" destOrd="0" presId="urn:microsoft.com/office/officeart/2005/8/layout/process4"/>
    <dgm:cxn modelId="{CE4ED069-C427-4974-BD50-44D2D22FC3DD}" type="presParOf" srcId="{DC9FD71C-24A5-4B2D-AF17-7189666C17EA}" destId="{5A69DF12-3887-44CC-AE0F-80B4CA56A355}" srcOrd="0" destOrd="0" presId="urn:microsoft.com/office/officeart/2005/8/layout/process4"/>
    <dgm:cxn modelId="{AD2A6932-7978-4260-85D7-689A9BACCB5B}" type="presParOf" srcId="{E34CD774-1292-4DED-AB5E-D20DF26B58F4}" destId="{11396207-8057-41B1-9F30-4808874D57C5}" srcOrd="7" destOrd="0" presId="urn:microsoft.com/office/officeart/2005/8/layout/process4"/>
    <dgm:cxn modelId="{854FED5A-3328-4C2F-B3B2-214A5742DCEB}" type="presParOf" srcId="{E34CD774-1292-4DED-AB5E-D20DF26B58F4}" destId="{587A0335-59AE-45EC-813E-0EC0D531062E}" srcOrd="8" destOrd="0" presId="urn:microsoft.com/office/officeart/2005/8/layout/process4"/>
    <dgm:cxn modelId="{E6111546-ADB5-43F0-8ED9-0BC778F5C6D2}" type="presParOf" srcId="{587A0335-59AE-45EC-813E-0EC0D531062E}" destId="{1C3A296A-D5AA-4C58-AD91-62526A77406A}" srcOrd="0" destOrd="0" presId="urn:microsoft.com/office/officeart/2005/8/layout/process4"/>
    <dgm:cxn modelId="{BE8EAA14-3C8B-424F-8395-834EDD151B43}" type="presParOf" srcId="{587A0335-59AE-45EC-813E-0EC0D531062E}" destId="{40D6D08F-AE84-4FCB-8CCB-4FABE33198B4}" srcOrd="1" destOrd="0" presId="urn:microsoft.com/office/officeart/2005/8/layout/process4"/>
    <dgm:cxn modelId="{B1FE9B04-2359-41EC-91A4-24CC1D534626}" type="presParOf" srcId="{587A0335-59AE-45EC-813E-0EC0D531062E}" destId="{92956787-7DE0-4F77-9083-945DA2B61435}" srcOrd="2" destOrd="0" presId="urn:microsoft.com/office/officeart/2005/8/layout/process4"/>
    <dgm:cxn modelId="{86114250-B53B-4FCF-896E-8D400D07AF35}" type="presParOf" srcId="{92956787-7DE0-4F77-9083-945DA2B61435}" destId="{992AF488-0B14-4BC5-ACA3-BAFC4608476A}" srcOrd="0" destOrd="0" presId="urn:microsoft.com/office/officeart/2005/8/layout/process4"/>
    <dgm:cxn modelId="{AB32CD97-558F-4B18-9A33-561D77825DBB}" type="presParOf" srcId="{E34CD774-1292-4DED-AB5E-D20DF26B58F4}" destId="{E30BA3D0-C388-41BA-90F4-7D481FF2B616}" srcOrd="9" destOrd="0" presId="urn:microsoft.com/office/officeart/2005/8/layout/process4"/>
    <dgm:cxn modelId="{172F859C-A65F-4AA5-8A8F-C97FB6D6CD4A}" type="presParOf" srcId="{E34CD774-1292-4DED-AB5E-D20DF26B58F4}" destId="{EB869578-5A28-4E9B-99BB-AD1950604615}" srcOrd="10" destOrd="0" presId="urn:microsoft.com/office/officeart/2005/8/layout/process4"/>
    <dgm:cxn modelId="{DCC69515-96EB-4CC8-A335-5D0FCD40C503}" type="presParOf" srcId="{EB869578-5A28-4E9B-99BB-AD1950604615}" destId="{621C24C3-DD4E-4359-87FE-A9A7E0A504E7}" srcOrd="0" destOrd="0" presId="urn:microsoft.com/office/officeart/2005/8/layout/process4"/>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4C806815-686C-44A3-BB2E-DF77A80E9702}">
      <dgm:prSet/>
      <dgm:spPr/>
      <dgm:t>
        <a:bodyPr/>
        <a:lstStyle/>
        <a:p>
          <a:pPr algn="l">
            <a:lnSpc>
              <a:spcPct val="90000"/>
            </a:lnSpc>
          </a:pPr>
          <a:r>
            <a:rPr lang="en-US" sz="2000" b="1" dirty="0">
              <a:latin typeface="Aptos"/>
            </a:rPr>
            <a:t>Still in the directory (folder) you made, "python3 –m </a:t>
          </a:r>
          <a:r>
            <a:rPr lang="en-US" sz="2000" b="1" dirty="0" err="1">
              <a:latin typeface="Aptos"/>
            </a:rPr>
            <a:t>venv</a:t>
          </a:r>
          <a:r>
            <a:rPr lang="en-US" sz="2000" b="1" dirty="0">
              <a:latin typeface="Aptos"/>
            </a:rPr>
            <a:t> </a:t>
          </a:r>
          <a:r>
            <a:rPr lang="en-US" sz="2000" b="1" dirty="0" err="1">
              <a:latin typeface="Aptos"/>
            </a:rPr>
            <a:t>venv</a:t>
          </a:r>
          <a:r>
            <a:rPr lang="en-US" sz="2000" b="1" dirty="0">
              <a:latin typeface="Aptos"/>
            </a:rPr>
            <a:t>"</a:t>
          </a:r>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EB729D0D-CB7B-4913-BDCA-4500C24ADC02}">
      <dgm:prSet/>
      <dgm:spPr/>
      <dgm:t>
        <a:bodyPr/>
        <a:lstStyle/>
        <a:p>
          <a:pPr algn="l">
            <a:lnSpc>
              <a:spcPct val="90000"/>
            </a:lnSpc>
          </a:pPr>
          <a:r>
            <a:rPr lang="en-US" sz="2000" b="1" dirty="0">
              <a:latin typeface="Aptos"/>
            </a:rPr>
            <a:t>"source </a:t>
          </a:r>
          <a:r>
            <a:rPr lang="en-US" sz="2000" b="1" dirty="0" err="1">
              <a:latin typeface="Aptos"/>
            </a:rPr>
            <a:t>venv</a:t>
          </a:r>
          <a:r>
            <a:rPr lang="en-US" sz="2000" b="1" dirty="0">
              <a:latin typeface="Aptos"/>
            </a:rPr>
            <a:t>/bin/activate" </a:t>
          </a:r>
        </a:p>
      </dgm:t>
    </dgm:pt>
    <dgm:pt modelId="{0A856C96-22D7-480F-882C-E2EF37E6BCED}" type="parTrans" cxnId="{60604AB1-72DA-4BEF-A6EB-2C0BC1362424}">
      <dgm:prSet/>
      <dgm:spPr/>
      <dgm:t>
        <a:bodyPr/>
        <a:lstStyle/>
        <a:p>
          <a:endParaRPr lang="en-US"/>
        </a:p>
      </dgm:t>
    </dgm:pt>
    <dgm:pt modelId="{BE20158E-5913-4A1D-BC27-6FAFB9A5F9EA}" type="sibTrans" cxnId="{60604AB1-72DA-4BEF-A6EB-2C0BC1362424}">
      <dgm:prSet/>
      <dgm:spPr/>
      <dgm:t>
        <a:bodyPr/>
        <a:lstStyle/>
        <a:p>
          <a:endParaRPr lang="en-US"/>
        </a:p>
      </dgm:t>
    </dgm:pt>
    <dgm:pt modelId="{45AC8B6B-3546-489E-8B2B-E353E2E57DF2}">
      <dgm:prSet/>
      <dgm:spPr/>
      <dgm:t>
        <a:bodyPr/>
        <a:lstStyle/>
        <a:p>
          <a:pPr algn="l">
            <a:lnSpc>
              <a:spcPct val="90000"/>
            </a:lnSpc>
          </a:pPr>
          <a:r>
            <a:rPr lang="en-US" sz="2000" b="1" dirty="0">
              <a:latin typeface="Aptos"/>
            </a:rPr>
            <a:t>*every time you want to start the </a:t>
          </a:r>
          <a:r>
            <a:rPr lang="en-US" sz="2000" b="1" dirty="0" err="1">
              <a:latin typeface="Aptos"/>
            </a:rPr>
            <a:t>envioronment</a:t>
          </a:r>
          <a:r>
            <a:rPr lang="en-US" sz="2000" b="1" dirty="0">
              <a:latin typeface="Aptos"/>
            </a:rPr>
            <a:t> to run </a:t>
          </a:r>
          <a:r>
            <a:rPr lang="en-US" sz="2000" b="1" dirty="0" err="1">
              <a:latin typeface="Aptos"/>
            </a:rPr>
            <a:t>wssh</a:t>
          </a:r>
          <a:r>
            <a:rPr lang="en-US" sz="2000" b="1" dirty="0">
              <a:latin typeface="Aptos"/>
            </a:rPr>
            <a:t>, type </a:t>
          </a:r>
          <a:r>
            <a:rPr lang="en-US" sz="2000" b="1" dirty="0" err="1">
              <a:latin typeface="Aptos"/>
            </a:rPr>
            <a:t>thatwhile</a:t>
          </a:r>
          <a:r>
            <a:rPr lang="en-US" sz="2000" b="1" dirty="0">
              <a:latin typeface="Aptos"/>
            </a:rPr>
            <a:t> in the appropriate folder</a:t>
          </a:r>
        </a:p>
      </dgm:t>
    </dgm:pt>
    <dgm:pt modelId="{47E9A55B-3294-41A9-A040-92A133AC2AD8}" type="parTrans" cxnId="{1740F017-19B3-47A0-856F-D40E4DF209FB}">
      <dgm:prSet/>
      <dgm:spPr/>
      <dgm:t>
        <a:bodyPr/>
        <a:lstStyle/>
        <a:p>
          <a:endParaRPr lang="en-US"/>
        </a:p>
      </dgm:t>
    </dgm:pt>
    <dgm:pt modelId="{63FD0782-A14C-4F34-9399-0CC801626659}" type="sibTrans" cxnId="{1740F017-19B3-47A0-856F-D40E4DF209FB}">
      <dgm:prSet/>
      <dgm:spPr/>
      <dgm:t>
        <a:bodyPr/>
        <a:lstStyle/>
        <a:p>
          <a:endParaRPr lang="en-US"/>
        </a:p>
      </dgm:t>
    </dgm:pt>
    <dgm:pt modelId="{5582C5ED-4985-4236-9E58-21496B21E9AD}">
      <dgm:prSet/>
      <dgm:spPr/>
      <dgm:t>
        <a:bodyPr/>
        <a:lstStyle/>
        <a:p>
          <a:pPr algn="l">
            <a:lnSpc>
              <a:spcPct val="90000"/>
            </a:lnSpc>
          </a:pPr>
          <a:r>
            <a:rPr lang="en-US" sz="2000" b="1" dirty="0">
              <a:latin typeface="Aptos"/>
            </a:rPr>
            <a:t>"pip install </a:t>
          </a:r>
          <a:r>
            <a:rPr lang="en-US" sz="2000" b="1" dirty="0" err="1">
              <a:latin typeface="Aptos"/>
            </a:rPr>
            <a:t>webssh</a:t>
          </a:r>
          <a:r>
            <a:rPr lang="en-US" sz="2000" b="1" dirty="0">
              <a:latin typeface="Aptos"/>
            </a:rPr>
            <a:t>" *only needs to be done once</a:t>
          </a:r>
        </a:p>
      </dgm:t>
    </dgm:pt>
    <dgm:pt modelId="{75FACB23-8F0A-4B70-8126-8E1228155DC4}" type="parTrans" cxnId="{6113A40E-16B3-4405-B7A0-556E6B3EDAF6}">
      <dgm:prSet/>
      <dgm:spPr/>
      <dgm:t>
        <a:bodyPr/>
        <a:lstStyle/>
        <a:p>
          <a:endParaRPr lang="en-US"/>
        </a:p>
      </dgm:t>
    </dgm:pt>
    <dgm:pt modelId="{F1382523-91A4-4E9F-91DF-B047CDA0999A}" type="sibTrans" cxnId="{6113A40E-16B3-4405-B7A0-556E6B3EDAF6}">
      <dgm:prSet/>
      <dgm:spPr/>
      <dgm:t>
        <a:bodyPr/>
        <a:lstStyle/>
        <a:p>
          <a:endParaRPr lang="en-US"/>
        </a:p>
      </dgm:t>
    </dgm:pt>
    <dgm:pt modelId="{3B93DC17-4340-41D3-8F96-53DE8DBB0DAC}">
      <dgm:prSet phldrT="[Text]" phldr="0"/>
      <dgm:spPr/>
      <dgm:t>
        <a:bodyPr/>
        <a:lstStyle/>
        <a:p>
          <a:pPr algn="l" rtl="0">
            <a:lnSpc>
              <a:spcPct val="90000"/>
            </a:lnSpc>
          </a:pPr>
          <a:r>
            <a:rPr lang="en-US" sz="2000" b="1">
              <a:latin typeface="Aptos"/>
            </a:rPr>
            <a:t>Open the manager and install it. </a:t>
          </a:r>
          <a:endParaRPr lang="en-US" sz="2000" b="1" dirty="0">
            <a:latin typeface="Aptos"/>
          </a:endParaRPr>
        </a:p>
      </dgm:t>
    </dgm:pt>
    <dgm:pt modelId="{3CCC14C5-EDC9-42F9-ADB6-16D503675062}" type="parTrans" cxnId="{124277D8-D876-4B28-905C-48FBDF70C0FB}">
      <dgm:prSet/>
      <dgm:spPr/>
    </dgm:pt>
    <dgm:pt modelId="{A8D761CB-37CD-48B6-8994-882465C74B24}" type="sibTrans" cxnId="{124277D8-D876-4B28-905C-48FBDF70C0FB}">
      <dgm:prSet/>
      <dgm:spPr/>
    </dgm:pt>
    <dgm:pt modelId="{FFCC74AE-C707-4624-970D-1EBD92F18C2C}">
      <dgm:prSet phldrT="[Text]" phldr="0"/>
      <dgm:spPr/>
      <dgm:t>
        <a:bodyPr/>
        <a:lstStyle/>
        <a:p>
          <a:pPr algn="l">
            <a:lnSpc>
              <a:spcPct val="90000"/>
            </a:lnSpc>
          </a:pPr>
          <a:r>
            <a:rPr lang="en-US" sz="2000" b="1" dirty="0">
              <a:latin typeface="Aptos"/>
            </a:rPr>
            <a:t>"</a:t>
          </a:r>
          <a:r>
            <a:rPr lang="en-US" sz="2000" b="1" dirty="0" err="1">
              <a:latin typeface="Aptos"/>
            </a:rPr>
            <a:t>wssh</a:t>
          </a:r>
          <a:r>
            <a:rPr lang="en-US" sz="2000" b="1" dirty="0">
              <a:latin typeface="Aptos"/>
            </a:rPr>
            <a:t>"</a:t>
          </a:r>
        </a:p>
      </dgm:t>
    </dgm:pt>
    <dgm:pt modelId="{08DA5AD8-F368-423A-B662-E9B37F7EEE72}" type="parTrans" cxnId="{A712A751-F2A9-4A00-812D-F81566B655B7}">
      <dgm:prSet/>
      <dgm:spPr/>
    </dgm:pt>
    <dgm:pt modelId="{754AEF5C-ACED-422B-B25A-3602FD76D413}" type="sibTrans" cxnId="{A712A751-F2A9-4A00-812D-F81566B655B7}">
      <dgm:prSet/>
      <dgm:spPr/>
    </dgm:pt>
    <dgm:pt modelId="{555D559E-1C07-4EA6-8464-C57C19B503F2}">
      <dgm:prSet phldrT="[Text]" phldr="0"/>
      <dgm:spPr/>
      <dgm:t>
        <a:bodyPr/>
        <a:lstStyle/>
        <a:p>
          <a:pPr algn="l">
            <a:lnSpc>
              <a:spcPct val="90000"/>
            </a:lnSpc>
          </a:pPr>
          <a:r>
            <a:rPr lang="en-US" sz="2000" b="1">
              <a:latin typeface="Aptos"/>
            </a:rPr>
            <a:t>Go to your browser/google</a:t>
          </a:r>
          <a:endParaRPr lang="en-US" sz="2000" b="1" dirty="0">
            <a:latin typeface="Aptos"/>
          </a:endParaRPr>
        </a:p>
      </dgm:t>
    </dgm:pt>
    <dgm:pt modelId="{82AA80C8-C8CF-4CA3-AF7B-474CA9601488}" type="parTrans" cxnId="{EF2E934B-B205-4888-8D92-ADA86A7DCFA4}">
      <dgm:prSet/>
      <dgm:spPr/>
    </dgm:pt>
    <dgm:pt modelId="{48BC2E22-3AAE-494B-8125-8FC79AD6A24D}" type="sibTrans" cxnId="{EF2E934B-B205-4888-8D92-ADA86A7DCFA4}">
      <dgm:prSet/>
      <dgm:spPr/>
    </dgm:pt>
    <dgm:pt modelId="{E928D25A-3EEB-4681-931D-03A78B1129D3}">
      <dgm:prSet phldrT="[Text]" phldr="0"/>
      <dgm:spPr/>
      <dgm:t>
        <a:bodyPr/>
        <a:lstStyle/>
        <a:p>
          <a:pPr algn="l">
            <a:lnSpc>
              <a:spcPct val="90000"/>
            </a:lnSpc>
          </a:pPr>
          <a:r>
            <a:rPr lang="en-US" sz="2000" b="1">
              <a:latin typeface="Aptos"/>
            </a:rPr>
            <a:t>Type </a:t>
          </a:r>
          <a:r>
            <a:rPr lang="en-US" sz="2000" b="1" dirty="0">
              <a:latin typeface="Aptos"/>
              <a:hlinkClick xmlns:r="http://schemas.openxmlformats.org/officeDocument/2006/relationships" r:id="rId1"/>
            </a:rPr>
            <a:t>https://localhost:8888</a:t>
          </a:r>
          <a:r>
            <a:rPr lang="en-US" sz="2000" b="1">
              <a:latin typeface="Aptos"/>
            </a:rPr>
            <a:t> into the search bar</a:t>
          </a:r>
          <a:endParaRPr lang="en-US" b="1"/>
        </a:p>
      </dgm:t>
    </dgm:pt>
    <dgm:pt modelId="{2231BA6E-B89B-4D24-A531-F677D26E7B2B}" type="parTrans" cxnId="{8BD96B13-1748-4F78-A017-8E466B70744C}">
      <dgm:prSet/>
      <dgm:spPr/>
    </dgm:pt>
    <dgm:pt modelId="{485D8853-945B-4846-A13E-8642E391EBC8}" type="sibTrans" cxnId="{8BD96B13-1748-4F78-A017-8E466B70744C}">
      <dgm:prSet/>
      <dgm:spPr/>
    </dgm:pt>
    <dgm:pt modelId="{E34CD774-1292-4DED-AB5E-D20DF26B58F4}" type="pres">
      <dgm:prSet presAssocID="{C2BD830C-C079-4FE5-BCF2-B49E51DD5F41}" presName="Name0" presStyleCnt="0">
        <dgm:presLayoutVars>
          <dgm:dir/>
          <dgm:animLvl val="lvl"/>
          <dgm:resizeHandles val="exact"/>
        </dgm:presLayoutVars>
      </dgm:prSet>
      <dgm:spPr/>
    </dgm:pt>
    <dgm:pt modelId="{383522F8-F134-4E70-B209-325449DC8FBC}" type="pres">
      <dgm:prSet presAssocID="{E928D25A-3EEB-4681-931D-03A78B1129D3}" presName="boxAndChildren" presStyleCnt="0"/>
      <dgm:spPr/>
    </dgm:pt>
    <dgm:pt modelId="{C1D4FF18-E98F-4243-BB5B-F539249CE17F}" type="pres">
      <dgm:prSet presAssocID="{E928D25A-3EEB-4681-931D-03A78B1129D3}" presName="parentTextBox" presStyleLbl="node1" presStyleIdx="0" presStyleCnt="7"/>
      <dgm:spPr/>
    </dgm:pt>
    <dgm:pt modelId="{A02052CD-2777-44E9-B4C1-8263D4C5AAF6}" type="pres">
      <dgm:prSet presAssocID="{48BC2E22-3AAE-494B-8125-8FC79AD6A24D}" presName="sp" presStyleCnt="0"/>
      <dgm:spPr/>
    </dgm:pt>
    <dgm:pt modelId="{B351B55C-D0C5-458E-B838-B11196534B85}" type="pres">
      <dgm:prSet presAssocID="{555D559E-1C07-4EA6-8464-C57C19B503F2}" presName="arrowAndChildren" presStyleCnt="0"/>
      <dgm:spPr/>
    </dgm:pt>
    <dgm:pt modelId="{9AE55FD4-6ABF-4DB5-9AB8-17C35B402E3F}" type="pres">
      <dgm:prSet presAssocID="{555D559E-1C07-4EA6-8464-C57C19B503F2}" presName="parentTextArrow" presStyleLbl="node1" presStyleIdx="1" presStyleCnt="7"/>
      <dgm:spPr/>
    </dgm:pt>
    <dgm:pt modelId="{66D6DF40-E625-4AFD-9AD3-00A11E1BC684}" type="pres">
      <dgm:prSet presAssocID="{754AEF5C-ACED-422B-B25A-3602FD76D413}" presName="sp" presStyleCnt="0"/>
      <dgm:spPr/>
    </dgm:pt>
    <dgm:pt modelId="{3FDFC1AB-C567-4CDC-8D00-78C3FF4E06B5}" type="pres">
      <dgm:prSet presAssocID="{FFCC74AE-C707-4624-970D-1EBD92F18C2C}" presName="arrowAndChildren" presStyleCnt="0"/>
      <dgm:spPr/>
    </dgm:pt>
    <dgm:pt modelId="{12A43A6F-74C4-4BB7-88F3-048DD5C86434}" type="pres">
      <dgm:prSet presAssocID="{FFCC74AE-C707-4624-970D-1EBD92F18C2C}" presName="parentTextArrow" presStyleLbl="node1" presStyleIdx="2" presStyleCnt="7"/>
      <dgm:spPr/>
    </dgm:pt>
    <dgm:pt modelId="{557E1431-9366-48C7-8B82-8E9ACDDD17BB}" type="pres">
      <dgm:prSet presAssocID="{F1382523-91A4-4E9F-91DF-B047CDA0999A}" presName="sp" presStyleCnt="0"/>
      <dgm:spPr/>
    </dgm:pt>
    <dgm:pt modelId="{C0D10D96-B72B-47B0-8A57-5945C04D5ABC}" type="pres">
      <dgm:prSet presAssocID="{5582C5ED-4985-4236-9E58-21496B21E9AD}" presName="arrowAndChildren" presStyleCnt="0"/>
      <dgm:spPr/>
    </dgm:pt>
    <dgm:pt modelId="{C4842581-6FD5-4F99-A59E-83DF388A172C}" type="pres">
      <dgm:prSet presAssocID="{5582C5ED-4985-4236-9E58-21496B21E9AD}" presName="parentTextArrow" presStyleLbl="node1" presStyleIdx="3" presStyleCnt="7"/>
      <dgm:spPr/>
    </dgm:pt>
    <dgm:pt modelId="{48AF5E90-7719-4AFD-84EF-9B78EF068D42}" type="pres">
      <dgm:prSet presAssocID="{BE20158E-5913-4A1D-BC27-6FAFB9A5F9EA}" presName="sp" presStyleCnt="0"/>
      <dgm:spPr/>
    </dgm:pt>
    <dgm:pt modelId="{2139669D-5195-4EE7-987D-DB7E609A6A07}" type="pres">
      <dgm:prSet presAssocID="{EB729D0D-CB7B-4913-BDCA-4500C24ADC02}" presName="arrowAndChildren" presStyleCnt="0"/>
      <dgm:spPr/>
    </dgm:pt>
    <dgm:pt modelId="{7DF25745-13F5-4E47-BC3F-37CAE3CD3F2B}" type="pres">
      <dgm:prSet presAssocID="{EB729D0D-CB7B-4913-BDCA-4500C24ADC02}" presName="parentTextArrow" presStyleLbl="node1" presStyleIdx="3" presStyleCnt="7"/>
      <dgm:spPr/>
    </dgm:pt>
    <dgm:pt modelId="{001474B5-0686-4003-8F11-7BA5DDE23591}" type="pres">
      <dgm:prSet presAssocID="{EB729D0D-CB7B-4913-BDCA-4500C24ADC02}" presName="arrow" presStyleLbl="node1" presStyleIdx="4" presStyleCnt="7"/>
      <dgm:spPr/>
    </dgm:pt>
    <dgm:pt modelId="{906153CB-40F0-4F13-A5CB-AB811AF77493}" type="pres">
      <dgm:prSet presAssocID="{EB729D0D-CB7B-4913-BDCA-4500C24ADC02}" presName="descendantArrow" presStyleCnt="0"/>
      <dgm:spPr/>
    </dgm:pt>
    <dgm:pt modelId="{7751F860-CFF7-4D9E-BA8E-447AE3147489}" type="pres">
      <dgm:prSet presAssocID="{45AC8B6B-3546-489E-8B2B-E353E2E57DF2}" presName="childTextArrow" presStyleLbl="fgAccFollowNode1" presStyleIdx="0" presStyleCnt="1">
        <dgm:presLayoutVars>
          <dgm:bulletEnabled val="1"/>
        </dgm:presLayoutVars>
      </dgm:prSet>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5" presStyleCnt="7"/>
      <dgm:spPr/>
    </dgm:pt>
    <dgm:pt modelId="{E30BA3D0-C388-41BA-90F4-7D481FF2B616}" type="pres">
      <dgm:prSet presAssocID="{A8D761CB-37CD-48B6-8994-882465C74B24}" presName="sp" presStyleCnt="0"/>
      <dgm:spPr/>
    </dgm:pt>
    <dgm:pt modelId="{EB869578-5A28-4E9B-99BB-AD1950604615}" type="pres">
      <dgm:prSet presAssocID="{3B93DC17-4340-41D3-8F96-53DE8DBB0DAC}" presName="arrowAndChildren" presStyleCnt="0"/>
      <dgm:spPr/>
    </dgm:pt>
    <dgm:pt modelId="{621C24C3-DD4E-4359-87FE-A9A7E0A504E7}" type="pres">
      <dgm:prSet presAssocID="{3B93DC17-4340-41D3-8F96-53DE8DBB0DAC}" presName="parentTextArrow" presStyleLbl="node1" presStyleIdx="6" presStyleCnt="7"/>
      <dgm:spPr/>
    </dgm:pt>
  </dgm:ptLst>
  <dgm:cxnLst>
    <dgm:cxn modelId="{BD4A7D09-A512-4A36-BA91-862080D44688}" type="presOf" srcId="{4C806815-686C-44A3-BB2E-DF77A80E9702}" destId="{1C3A296A-D5AA-4C58-AD91-62526A77406A}" srcOrd="0" destOrd="0" presId="urn:microsoft.com/office/officeart/2005/8/layout/process4"/>
    <dgm:cxn modelId="{D41F180C-B571-493E-966A-229ED276B233}" type="presOf" srcId="{EB729D0D-CB7B-4913-BDCA-4500C24ADC02}" destId="{001474B5-0686-4003-8F11-7BA5DDE23591}" srcOrd="1" destOrd="0" presId="urn:microsoft.com/office/officeart/2005/8/layout/process4"/>
    <dgm:cxn modelId="{6113A40E-16B3-4405-B7A0-556E6B3EDAF6}" srcId="{C2BD830C-C079-4FE5-BCF2-B49E51DD5F41}" destId="{5582C5ED-4985-4236-9E58-21496B21E9AD}" srcOrd="3" destOrd="0" parTransId="{75FACB23-8F0A-4B70-8126-8E1228155DC4}" sibTransId="{F1382523-91A4-4E9F-91DF-B047CDA0999A}"/>
    <dgm:cxn modelId="{8BD96B13-1748-4F78-A017-8E466B70744C}" srcId="{C2BD830C-C079-4FE5-BCF2-B49E51DD5F41}" destId="{E928D25A-3EEB-4681-931D-03A78B1129D3}" srcOrd="6" destOrd="0" parTransId="{2231BA6E-B89B-4D24-A531-F677D26E7B2B}" sibTransId="{485D8853-945B-4846-A13E-8642E391EBC8}"/>
    <dgm:cxn modelId="{1740F017-19B3-47A0-856F-D40E4DF209FB}" srcId="{EB729D0D-CB7B-4913-BDCA-4500C24ADC02}" destId="{45AC8B6B-3546-489E-8B2B-E353E2E57DF2}" srcOrd="0" destOrd="0" parTransId="{47E9A55B-3294-41A9-A040-92A133AC2AD8}" sibTransId="{63FD0782-A14C-4F34-9399-0CC801626659}"/>
    <dgm:cxn modelId="{A8231023-99B4-48CF-9C7E-29CD4CAA87CE}" srcId="{C2BD830C-C079-4FE5-BCF2-B49E51DD5F41}" destId="{4C806815-686C-44A3-BB2E-DF77A80E9702}" srcOrd="1" destOrd="0" parTransId="{0B3B0795-1117-438A-A0B7-6BBFC28D4B24}" sibTransId="{7E6EA040-5D62-4E56-B23A-ACD5D029C0E8}"/>
    <dgm:cxn modelId="{FC52C639-5A73-4484-9A09-A59FCD54716F}" type="presOf" srcId="{EB729D0D-CB7B-4913-BDCA-4500C24ADC02}" destId="{7DF25745-13F5-4E47-BC3F-37CAE3CD3F2B}" srcOrd="0" destOrd="0" presId="urn:microsoft.com/office/officeart/2005/8/layout/process4"/>
    <dgm:cxn modelId="{33F36E3A-4BE6-4DD4-A592-71B25D04C686}" type="presOf" srcId="{555D559E-1C07-4EA6-8464-C57C19B503F2}" destId="{9AE55FD4-6ABF-4DB5-9AB8-17C35B402E3F}" srcOrd="0" destOrd="0" presId="urn:microsoft.com/office/officeart/2005/8/layout/process4"/>
    <dgm:cxn modelId="{EF2E934B-B205-4888-8D92-ADA86A7DCFA4}" srcId="{C2BD830C-C079-4FE5-BCF2-B49E51DD5F41}" destId="{555D559E-1C07-4EA6-8464-C57C19B503F2}" srcOrd="5" destOrd="0" parTransId="{82AA80C8-C8CF-4CA3-AF7B-474CA9601488}" sibTransId="{48BC2E22-3AAE-494B-8125-8FC79AD6A24D}"/>
    <dgm:cxn modelId="{A712A751-F2A9-4A00-812D-F81566B655B7}" srcId="{C2BD830C-C079-4FE5-BCF2-B49E51DD5F41}" destId="{FFCC74AE-C707-4624-970D-1EBD92F18C2C}" srcOrd="4" destOrd="0" parTransId="{08DA5AD8-F368-423A-B662-E9B37F7EEE72}" sibTransId="{754AEF5C-ACED-422B-B25A-3602FD76D413}"/>
    <dgm:cxn modelId="{67865C73-DEA0-450A-9D03-041E2884F82D}" type="presOf" srcId="{3B93DC17-4340-41D3-8F96-53DE8DBB0DAC}" destId="{621C24C3-DD4E-4359-87FE-A9A7E0A504E7}" srcOrd="0" destOrd="0" presId="urn:microsoft.com/office/officeart/2005/8/layout/process4"/>
    <dgm:cxn modelId="{F0838E5A-57EA-4D68-BCE9-E31610C53D0F}" type="presOf" srcId="{FFCC74AE-C707-4624-970D-1EBD92F18C2C}" destId="{12A43A6F-74C4-4BB7-88F3-048DD5C86434}" srcOrd="0" destOrd="0" presId="urn:microsoft.com/office/officeart/2005/8/layout/process4"/>
    <dgm:cxn modelId="{FB0B917F-7D4D-4E52-A14D-BC770D29EF72}" type="presOf" srcId="{5582C5ED-4985-4236-9E58-21496B21E9AD}" destId="{C4842581-6FD5-4F99-A59E-83DF388A172C}" srcOrd="0" destOrd="0" presId="urn:microsoft.com/office/officeart/2005/8/layout/process4"/>
    <dgm:cxn modelId="{60604AB1-72DA-4BEF-A6EB-2C0BC1362424}" srcId="{C2BD830C-C079-4FE5-BCF2-B49E51DD5F41}" destId="{EB729D0D-CB7B-4913-BDCA-4500C24ADC02}" srcOrd="2" destOrd="0" parTransId="{0A856C96-22D7-480F-882C-E2EF37E6BCED}" sibTransId="{BE20158E-5913-4A1D-BC27-6FAFB9A5F9EA}"/>
    <dgm:cxn modelId="{0C389ABA-9E8F-4F1A-826C-76EABB32CE2F}" type="presOf" srcId="{C2BD830C-C079-4FE5-BCF2-B49E51DD5F41}" destId="{E34CD774-1292-4DED-AB5E-D20DF26B58F4}" srcOrd="0" destOrd="0" presId="urn:microsoft.com/office/officeart/2005/8/layout/process4"/>
    <dgm:cxn modelId="{DC14F0C2-7DF6-490C-98F1-B852BEF61322}" type="presOf" srcId="{E928D25A-3EEB-4681-931D-03A78B1129D3}" destId="{C1D4FF18-E98F-4243-BB5B-F539249CE17F}" srcOrd="0" destOrd="0" presId="urn:microsoft.com/office/officeart/2005/8/layout/process4"/>
    <dgm:cxn modelId="{124277D8-D876-4B28-905C-48FBDF70C0FB}" srcId="{C2BD830C-C079-4FE5-BCF2-B49E51DD5F41}" destId="{3B93DC17-4340-41D3-8F96-53DE8DBB0DAC}" srcOrd="0" destOrd="0" parTransId="{3CCC14C5-EDC9-42F9-ADB6-16D503675062}" sibTransId="{A8D761CB-37CD-48B6-8994-882465C74B24}"/>
    <dgm:cxn modelId="{C404A5D9-F571-4202-87AA-72DBC786357D}" type="presOf" srcId="{45AC8B6B-3546-489E-8B2B-E353E2E57DF2}" destId="{7751F860-CFF7-4D9E-BA8E-447AE3147489}" srcOrd="0" destOrd="0" presId="urn:microsoft.com/office/officeart/2005/8/layout/process4"/>
    <dgm:cxn modelId="{95ED71C9-D9FD-4203-8134-B91B05ADB3B1}" type="presParOf" srcId="{E34CD774-1292-4DED-AB5E-D20DF26B58F4}" destId="{383522F8-F134-4E70-B209-325449DC8FBC}" srcOrd="0" destOrd="0" presId="urn:microsoft.com/office/officeart/2005/8/layout/process4"/>
    <dgm:cxn modelId="{AC3AA8EF-04FF-41CB-A782-0F3E24C67864}" type="presParOf" srcId="{383522F8-F134-4E70-B209-325449DC8FBC}" destId="{C1D4FF18-E98F-4243-BB5B-F539249CE17F}" srcOrd="0" destOrd="0" presId="urn:microsoft.com/office/officeart/2005/8/layout/process4"/>
    <dgm:cxn modelId="{70D34D1D-3936-4F0C-91FD-DB9863B63FDB}" type="presParOf" srcId="{E34CD774-1292-4DED-AB5E-D20DF26B58F4}" destId="{A02052CD-2777-44E9-B4C1-8263D4C5AAF6}" srcOrd="1" destOrd="0" presId="urn:microsoft.com/office/officeart/2005/8/layout/process4"/>
    <dgm:cxn modelId="{C3BB5F65-A9AE-4430-B1EA-E40F38AECAC9}" type="presParOf" srcId="{E34CD774-1292-4DED-AB5E-D20DF26B58F4}" destId="{B351B55C-D0C5-458E-B838-B11196534B85}" srcOrd="2" destOrd="0" presId="urn:microsoft.com/office/officeart/2005/8/layout/process4"/>
    <dgm:cxn modelId="{AA7CB56A-1A5F-45EC-A5B9-E04D4D56A338}" type="presParOf" srcId="{B351B55C-D0C5-458E-B838-B11196534B85}" destId="{9AE55FD4-6ABF-4DB5-9AB8-17C35B402E3F}" srcOrd="0" destOrd="0" presId="urn:microsoft.com/office/officeart/2005/8/layout/process4"/>
    <dgm:cxn modelId="{1F96F78B-D29F-454B-92FE-93BB91C12A62}" type="presParOf" srcId="{E34CD774-1292-4DED-AB5E-D20DF26B58F4}" destId="{66D6DF40-E625-4AFD-9AD3-00A11E1BC684}" srcOrd="3" destOrd="0" presId="urn:microsoft.com/office/officeart/2005/8/layout/process4"/>
    <dgm:cxn modelId="{A164657A-C0B3-49D5-B213-8EE10084891E}" type="presParOf" srcId="{E34CD774-1292-4DED-AB5E-D20DF26B58F4}" destId="{3FDFC1AB-C567-4CDC-8D00-78C3FF4E06B5}" srcOrd="4" destOrd="0" presId="urn:microsoft.com/office/officeart/2005/8/layout/process4"/>
    <dgm:cxn modelId="{D10968F5-020E-47C5-8FF1-2586C70DACC9}" type="presParOf" srcId="{3FDFC1AB-C567-4CDC-8D00-78C3FF4E06B5}" destId="{12A43A6F-74C4-4BB7-88F3-048DD5C86434}" srcOrd="0" destOrd="0" presId="urn:microsoft.com/office/officeart/2005/8/layout/process4"/>
    <dgm:cxn modelId="{FB528DF4-BD7F-45B2-AFAE-D6F9566BC312}" type="presParOf" srcId="{E34CD774-1292-4DED-AB5E-D20DF26B58F4}" destId="{557E1431-9366-48C7-8B82-8E9ACDDD17BB}" srcOrd="5" destOrd="0" presId="urn:microsoft.com/office/officeart/2005/8/layout/process4"/>
    <dgm:cxn modelId="{F7EC17D6-A2D4-46BF-8C58-69AECD720D7F}" type="presParOf" srcId="{E34CD774-1292-4DED-AB5E-D20DF26B58F4}" destId="{C0D10D96-B72B-47B0-8A57-5945C04D5ABC}" srcOrd="6" destOrd="0" presId="urn:microsoft.com/office/officeart/2005/8/layout/process4"/>
    <dgm:cxn modelId="{5C187EE1-D18D-47B8-8938-0EE841C28952}" type="presParOf" srcId="{C0D10D96-B72B-47B0-8A57-5945C04D5ABC}" destId="{C4842581-6FD5-4F99-A59E-83DF388A172C}" srcOrd="0" destOrd="0" presId="urn:microsoft.com/office/officeart/2005/8/layout/process4"/>
    <dgm:cxn modelId="{9A69D579-BC22-4258-9752-53FAF57CCC02}" type="presParOf" srcId="{E34CD774-1292-4DED-AB5E-D20DF26B58F4}" destId="{48AF5E90-7719-4AFD-84EF-9B78EF068D42}" srcOrd="7" destOrd="0" presId="urn:microsoft.com/office/officeart/2005/8/layout/process4"/>
    <dgm:cxn modelId="{FE1C7C7C-C15B-46E8-8F1B-326ABFB80EA5}" type="presParOf" srcId="{E34CD774-1292-4DED-AB5E-D20DF26B58F4}" destId="{2139669D-5195-4EE7-987D-DB7E609A6A07}" srcOrd="8" destOrd="0" presId="urn:microsoft.com/office/officeart/2005/8/layout/process4"/>
    <dgm:cxn modelId="{04843069-DE12-4F6C-9B6C-DEBAD10E0304}" type="presParOf" srcId="{2139669D-5195-4EE7-987D-DB7E609A6A07}" destId="{7DF25745-13F5-4E47-BC3F-37CAE3CD3F2B}" srcOrd="0" destOrd="0" presId="urn:microsoft.com/office/officeart/2005/8/layout/process4"/>
    <dgm:cxn modelId="{CDFBCA48-60AF-4E7A-A333-BB5ABF849206}" type="presParOf" srcId="{2139669D-5195-4EE7-987D-DB7E609A6A07}" destId="{001474B5-0686-4003-8F11-7BA5DDE23591}" srcOrd="1" destOrd="0" presId="urn:microsoft.com/office/officeart/2005/8/layout/process4"/>
    <dgm:cxn modelId="{E435ED16-3651-46AF-84FE-95D6B1EA40D9}" type="presParOf" srcId="{2139669D-5195-4EE7-987D-DB7E609A6A07}" destId="{906153CB-40F0-4F13-A5CB-AB811AF77493}" srcOrd="2" destOrd="0" presId="urn:microsoft.com/office/officeart/2005/8/layout/process4"/>
    <dgm:cxn modelId="{AB928CA9-6E31-42FD-82E0-B3DCCAEB9438}" type="presParOf" srcId="{906153CB-40F0-4F13-A5CB-AB811AF77493}" destId="{7751F860-CFF7-4D9E-BA8E-447AE3147489}" srcOrd="0" destOrd="0" presId="urn:microsoft.com/office/officeart/2005/8/layout/process4"/>
    <dgm:cxn modelId="{D79F1ABD-EF42-40E5-8BBA-C066200D24E9}" type="presParOf" srcId="{E34CD774-1292-4DED-AB5E-D20DF26B58F4}" destId="{11396207-8057-41B1-9F30-4808874D57C5}" srcOrd="9" destOrd="0" presId="urn:microsoft.com/office/officeart/2005/8/layout/process4"/>
    <dgm:cxn modelId="{BCE6EC87-8650-42B0-BDB4-A95F8090013D}" type="presParOf" srcId="{E34CD774-1292-4DED-AB5E-D20DF26B58F4}" destId="{587A0335-59AE-45EC-813E-0EC0D531062E}" srcOrd="10" destOrd="0" presId="urn:microsoft.com/office/officeart/2005/8/layout/process4"/>
    <dgm:cxn modelId="{0AFB488B-C9A4-43E2-92C2-75C7F6A85D03}" type="presParOf" srcId="{587A0335-59AE-45EC-813E-0EC0D531062E}" destId="{1C3A296A-D5AA-4C58-AD91-62526A77406A}" srcOrd="0" destOrd="0" presId="urn:microsoft.com/office/officeart/2005/8/layout/process4"/>
    <dgm:cxn modelId="{C10A0A8B-A6F4-4314-9182-85309EBD0E40}" type="presParOf" srcId="{E34CD774-1292-4DED-AB5E-D20DF26B58F4}" destId="{E30BA3D0-C388-41BA-90F4-7D481FF2B616}" srcOrd="11" destOrd="0" presId="urn:microsoft.com/office/officeart/2005/8/layout/process4"/>
    <dgm:cxn modelId="{FA7C63DC-B5B1-4E3D-8CF7-D611C34A8BD2}" type="presParOf" srcId="{E34CD774-1292-4DED-AB5E-D20DF26B58F4}" destId="{EB869578-5A28-4E9B-99BB-AD1950604615}" srcOrd="12" destOrd="0" presId="urn:microsoft.com/office/officeart/2005/8/layout/process4"/>
    <dgm:cxn modelId="{0D670C83-0592-470D-9937-C62025CB00CC}" type="presParOf" srcId="{EB869578-5A28-4E9B-99BB-AD1950604615}" destId="{621C24C3-DD4E-4359-87FE-A9A7E0A504E7}"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BD830C-C079-4FE5-BCF2-B49E51DD5F41}"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4C806815-686C-44A3-BB2E-DF77A80E9702}">
      <dgm:prSet/>
      <dgm:spPr/>
      <dgm:t>
        <a:bodyPr/>
        <a:lstStyle/>
        <a:p>
          <a:r>
            <a:rPr lang="en-US" b="1"/>
            <a:t>Use the slip of info we gave you to login to your WEBSSH computer</a:t>
          </a:r>
          <a:endParaRPr lang="en-US" b="1" dirty="0"/>
        </a:p>
      </dgm:t>
    </dgm:pt>
    <dgm:pt modelId="{0B3B0795-1117-438A-A0B7-6BBFC28D4B24}" type="parTrans" cxnId="{A8231023-99B4-48CF-9C7E-29CD4CAA87CE}">
      <dgm:prSet/>
      <dgm:spPr/>
      <dgm:t>
        <a:bodyPr/>
        <a:lstStyle/>
        <a:p>
          <a:endParaRPr lang="en-US"/>
        </a:p>
      </dgm:t>
    </dgm:pt>
    <dgm:pt modelId="{7E6EA040-5D62-4E56-B23A-ACD5D029C0E8}" type="sibTrans" cxnId="{A8231023-99B4-48CF-9C7E-29CD4CAA87CE}">
      <dgm:prSet/>
      <dgm:spPr/>
      <dgm:t>
        <a:bodyPr/>
        <a:lstStyle/>
        <a:p>
          <a:endParaRPr lang="en-US"/>
        </a:p>
      </dgm:t>
    </dgm:pt>
    <dgm:pt modelId="{9DF876CF-C37F-4D16-8B5C-7016EBB9AA9D}">
      <dgm:prSet/>
      <dgm:spPr/>
      <dgm:t>
        <a:bodyPr/>
        <a:lstStyle/>
        <a:p>
          <a:r>
            <a:rPr lang="en-US" b="1"/>
            <a:t>Wait for directions</a:t>
          </a:r>
          <a:endParaRPr lang="en-US" b="1" dirty="0"/>
        </a:p>
      </dgm:t>
    </dgm:pt>
    <dgm:pt modelId="{AAABD965-99C4-41EC-A8E6-02AB46471FAC}" type="parTrans" cxnId="{F6B240CF-29E8-48B4-8026-1AB254E8F8B3}">
      <dgm:prSet/>
      <dgm:spPr/>
      <dgm:t>
        <a:bodyPr/>
        <a:lstStyle/>
        <a:p>
          <a:endParaRPr lang="en-US"/>
        </a:p>
      </dgm:t>
    </dgm:pt>
    <dgm:pt modelId="{B6E377CE-B0C5-4824-B982-7BFB0A22E4D3}" type="sibTrans" cxnId="{F6B240CF-29E8-48B4-8026-1AB254E8F8B3}">
      <dgm:prSet/>
      <dgm:spPr/>
      <dgm:t>
        <a:bodyPr/>
        <a:lstStyle/>
        <a:p>
          <a:endParaRPr lang="en-US"/>
        </a:p>
      </dgm:t>
    </dgm:pt>
    <dgm:pt modelId="{E34CD774-1292-4DED-AB5E-D20DF26B58F4}" type="pres">
      <dgm:prSet presAssocID="{C2BD830C-C079-4FE5-BCF2-B49E51DD5F41}" presName="Name0" presStyleCnt="0">
        <dgm:presLayoutVars>
          <dgm:dir/>
          <dgm:animLvl val="lvl"/>
          <dgm:resizeHandles val="exact"/>
        </dgm:presLayoutVars>
      </dgm:prSet>
      <dgm:spPr/>
    </dgm:pt>
    <dgm:pt modelId="{1342DD02-2753-4A35-9EC7-60F18671D8EA}" type="pres">
      <dgm:prSet presAssocID="{9DF876CF-C37F-4D16-8B5C-7016EBB9AA9D}" presName="boxAndChildren" presStyleCnt="0"/>
      <dgm:spPr/>
    </dgm:pt>
    <dgm:pt modelId="{25321587-78E7-4780-9AF8-6E1A7529BF79}" type="pres">
      <dgm:prSet presAssocID="{9DF876CF-C37F-4D16-8B5C-7016EBB9AA9D}" presName="parentTextBox" presStyleLbl="node1" presStyleIdx="0" presStyleCnt="2"/>
      <dgm:spPr/>
    </dgm:pt>
    <dgm:pt modelId="{11396207-8057-41B1-9F30-4808874D57C5}" type="pres">
      <dgm:prSet presAssocID="{7E6EA040-5D62-4E56-B23A-ACD5D029C0E8}" presName="sp" presStyleCnt="0"/>
      <dgm:spPr/>
    </dgm:pt>
    <dgm:pt modelId="{587A0335-59AE-45EC-813E-0EC0D531062E}" type="pres">
      <dgm:prSet presAssocID="{4C806815-686C-44A3-BB2E-DF77A80E9702}" presName="arrowAndChildren" presStyleCnt="0"/>
      <dgm:spPr/>
    </dgm:pt>
    <dgm:pt modelId="{1C3A296A-D5AA-4C58-AD91-62526A77406A}" type="pres">
      <dgm:prSet presAssocID="{4C806815-686C-44A3-BB2E-DF77A80E9702}" presName="parentTextArrow" presStyleLbl="node1" presStyleIdx="1" presStyleCnt="2"/>
      <dgm:spPr/>
    </dgm:pt>
  </dgm:ptLst>
  <dgm:cxnLst>
    <dgm:cxn modelId="{A8231023-99B4-48CF-9C7E-29CD4CAA87CE}" srcId="{C2BD830C-C079-4FE5-BCF2-B49E51DD5F41}" destId="{4C806815-686C-44A3-BB2E-DF77A80E9702}" srcOrd="0" destOrd="0" parTransId="{0B3B0795-1117-438A-A0B7-6BBFC28D4B24}" sibTransId="{7E6EA040-5D62-4E56-B23A-ACD5D029C0E8}"/>
    <dgm:cxn modelId="{10BE0229-1555-44A8-B1CE-095350033499}" type="presOf" srcId="{4C806815-686C-44A3-BB2E-DF77A80E9702}" destId="{1C3A296A-D5AA-4C58-AD91-62526A77406A}" srcOrd="0" destOrd="0" presId="urn:microsoft.com/office/officeart/2005/8/layout/process4"/>
    <dgm:cxn modelId="{0EB42B83-1DD3-450D-82FA-A6765EBA6366}" type="presOf" srcId="{9DF876CF-C37F-4D16-8B5C-7016EBB9AA9D}" destId="{25321587-78E7-4780-9AF8-6E1A7529BF79}" srcOrd="0" destOrd="0" presId="urn:microsoft.com/office/officeart/2005/8/layout/process4"/>
    <dgm:cxn modelId="{0C389ABA-9E8F-4F1A-826C-76EABB32CE2F}" type="presOf" srcId="{C2BD830C-C079-4FE5-BCF2-B49E51DD5F41}" destId="{E34CD774-1292-4DED-AB5E-D20DF26B58F4}" srcOrd="0" destOrd="0" presId="urn:microsoft.com/office/officeart/2005/8/layout/process4"/>
    <dgm:cxn modelId="{F6B240CF-29E8-48B4-8026-1AB254E8F8B3}" srcId="{C2BD830C-C079-4FE5-BCF2-B49E51DD5F41}" destId="{9DF876CF-C37F-4D16-8B5C-7016EBB9AA9D}" srcOrd="1" destOrd="0" parTransId="{AAABD965-99C4-41EC-A8E6-02AB46471FAC}" sibTransId="{B6E377CE-B0C5-4824-B982-7BFB0A22E4D3}"/>
    <dgm:cxn modelId="{DD229CB2-518B-4C89-9C50-5D3819CAA5DE}" type="presParOf" srcId="{E34CD774-1292-4DED-AB5E-D20DF26B58F4}" destId="{1342DD02-2753-4A35-9EC7-60F18671D8EA}" srcOrd="0" destOrd="0" presId="urn:microsoft.com/office/officeart/2005/8/layout/process4"/>
    <dgm:cxn modelId="{FAB50F29-BF8F-499D-BC33-D808CCA8BFEC}" type="presParOf" srcId="{1342DD02-2753-4A35-9EC7-60F18671D8EA}" destId="{25321587-78E7-4780-9AF8-6E1A7529BF79}" srcOrd="0" destOrd="0" presId="urn:microsoft.com/office/officeart/2005/8/layout/process4"/>
    <dgm:cxn modelId="{808E684A-0CDA-4761-9268-410D5CE06205}" type="presParOf" srcId="{E34CD774-1292-4DED-AB5E-D20DF26B58F4}" destId="{11396207-8057-41B1-9F30-4808874D57C5}" srcOrd="1" destOrd="0" presId="urn:microsoft.com/office/officeart/2005/8/layout/process4"/>
    <dgm:cxn modelId="{D91D8B77-9CCC-464F-9F56-8CF9365EF930}" type="presParOf" srcId="{E34CD774-1292-4DED-AB5E-D20DF26B58F4}" destId="{587A0335-59AE-45EC-813E-0EC0D531062E}" srcOrd="2" destOrd="0" presId="urn:microsoft.com/office/officeart/2005/8/layout/process4"/>
    <dgm:cxn modelId="{5E1AB1C2-B806-4D4E-BECE-21E5067E99AE}" type="presParOf" srcId="{587A0335-59AE-45EC-813E-0EC0D531062E}" destId="{1C3A296A-D5AA-4C58-AD91-62526A77406A}"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997619E-AD15-4EA6-B2F7-8F3BD092DA24}"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00F8B49B-8D6E-4F5E-BF9A-2A1830231FD1}">
      <dgm:prSet/>
      <dgm:spPr/>
      <dgm:t>
        <a:bodyPr/>
        <a:lstStyle/>
        <a:p>
          <a:pPr>
            <a:lnSpc>
              <a:spcPct val="100000"/>
            </a:lnSpc>
          </a:pPr>
          <a:r>
            <a:rPr lang="en-US"/>
            <a:t>Binary and </a:t>
          </a:r>
          <a:r>
            <a:rPr lang="en-US">
              <a:latin typeface="Aptos Display" panose="020F0302020204030204"/>
            </a:rPr>
            <a:t>decimal</a:t>
          </a:r>
          <a:r>
            <a:rPr lang="en-US"/>
            <a:t> are two ways of counting. </a:t>
          </a:r>
        </a:p>
      </dgm:t>
    </dgm:pt>
    <dgm:pt modelId="{35C0E83D-A49E-47D9-B22D-2374E85C5379}" type="parTrans" cxnId="{5147C491-BE2B-4FD9-ADD2-ADCCA23B8CC3}">
      <dgm:prSet/>
      <dgm:spPr/>
      <dgm:t>
        <a:bodyPr/>
        <a:lstStyle/>
        <a:p>
          <a:endParaRPr lang="en-US"/>
        </a:p>
      </dgm:t>
    </dgm:pt>
    <dgm:pt modelId="{C1CFF397-F1AC-4F53-83C3-D546E0D29098}" type="sibTrans" cxnId="{5147C491-BE2B-4FD9-ADD2-ADCCA23B8CC3}">
      <dgm:prSet/>
      <dgm:spPr/>
      <dgm:t>
        <a:bodyPr/>
        <a:lstStyle/>
        <a:p>
          <a:pPr>
            <a:lnSpc>
              <a:spcPct val="100000"/>
            </a:lnSpc>
          </a:pPr>
          <a:endParaRPr lang="en-US"/>
        </a:p>
      </dgm:t>
    </dgm:pt>
    <dgm:pt modelId="{1035A7F8-E6B7-4630-9065-D616E3DA942B}">
      <dgm:prSet/>
      <dgm:spPr/>
      <dgm:t>
        <a:bodyPr/>
        <a:lstStyle/>
        <a:p>
          <a:pPr rtl="0">
            <a:lnSpc>
              <a:spcPct val="100000"/>
            </a:lnSpc>
          </a:pPr>
          <a:r>
            <a:rPr lang="en-US"/>
            <a:t>Computers store </a:t>
          </a:r>
          <a:r>
            <a:rPr lang="en-US">
              <a:latin typeface="Aptos Display" panose="020F0302020204030204"/>
            </a:rPr>
            <a:t>and transmit their</a:t>
          </a:r>
          <a:r>
            <a:rPr lang="en-US"/>
            <a:t> info in binary (base-2</a:t>
          </a:r>
          <a:r>
            <a:rPr lang="en-US">
              <a:latin typeface="Aptos Display" panose="020F0302020204030204"/>
            </a:rPr>
            <a:t>)</a:t>
          </a:r>
        </a:p>
      </dgm:t>
    </dgm:pt>
    <dgm:pt modelId="{33C98E32-1976-4946-8986-3AD91B7F5CC5}" type="parTrans" cxnId="{BF3C18AA-A349-450B-9FDB-6BDA6F3CDB55}">
      <dgm:prSet/>
      <dgm:spPr/>
      <dgm:t>
        <a:bodyPr/>
        <a:lstStyle/>
        <a:p>
          <a:endParaRPr lang="en-US"/>
        </a:p>
      </dgm:t>
    </dgm:pt>
    <dgm:pt modelId="{D73F9D9B-D634-4706-AED4-45174C4C333F}" type="sibTrans" cxnId="{BF3C18AA-A349-450B-9FDB-6BDA6F3CDB55}">
      <dgm:prSet/>
      <dgm:spPr/>
      <dgm:t>
        <a:bodyPr/>
        <a:lstStyle/>
        <a:p>
          <a:pPr>
            <a:lnSpc>
              <a:spcPct val="100000"/>
            </a:lnSpc>
          </a:pPr>
          <a:endParaRPr lang="en-US"/>
        </a:p>
      </dgm:t>
    </dgm:pt>
    <dgm:pt modelId="{5B3A8671-4339-4CEA-A7B0-A79ED7022B6C}">
      <dgm:prSet/>
      <dgm:spPr/>
      <dgm:t>
        <a:bodyPr/>
        <a:lstStyle/>
        <a:p>
          <a:pPr>
            <a:lnSpc>
              <a:spcPct val="100000"/>
            </a:lnSpc>
          </a:pPr>
          <a:r>
            <a:rPr lang="en-US"/>
            <a:t>Computers read your IP address, packet information, etc. in binary</a:t>
          </a:r>
        </a:p>
      </dgm:t>
    </dgm:pt>
    <dgm:pt modelId="{E76D3E22-091B-4863-8561-E53B7B4DFD13}" type="parTrans" cxnId="{12D3D01E-E858-498D-8889-C682F4054891}">
      <dgm:prSet/>
      <dgm:spPr/>
      <dgm:t>
        <a:bodyPr/>
        <a:lstStyle/>
        <a:p>
          <a:endParaRPr lang="en-US"/>
        </a:p>
      </dgm:t>
    </dgm:pt>
    <dgm:pt modelId="{7A55C058-565D-430B-8D53-E12C7571F5B4}" type="sibTrans" cxnId="{12D3D01E-E858-498D-8889-C682F4054891}">
      <dgm:prSet/>
      <dgm:spPr/>
      <dgm:t>
        <a:bodyPr/>
        <a:lstStyle/>
        <a:p>
          <a:endParaRPr lang="en-US"/>
        </a:p>
      </dgm:t>
    </dgm:pt>
    <dgm:pt modelId="{9AA60FA7-3FA9-49AC-B26E-75D08A6F5F42}">
      <dgm:prSet phldrT="[Text]" phldr="0"/>
      <dgm:spPr/>
      <dgm:t>
        <a:bodyPr/>
        <a:lstStyle/>
        <a:p>
          <a:pPr>
            <a:lnSpc>
              <a:spcPct val="100000"/>
            </a:lnSpc>
          </a:pPr>
          <a:r>
            <a:rPr lang="en-US"/>
            <a:t>This is how your online internet address is configured (IP Address)</a:t>
          </a:r>
        </a:p>
      </dgm:t>
    </dgm:pt>
    <dgm:pt modelId="{9397B207-851D-49D0-898A-D2C93B4A311F}" type="parTrans" cxnId="{7E7766B1-5E92-405C-834E-5161B0C35BA6}">
      <dgm:prSet/>
      <dgm:spPr/>
    </dgm:pt>
    <dgm:pt modelId="{1BCC0A4F-EA8F-4EFD-A77C-E073F0CCC952}" type="sibTrans" cxnId="{7E7766B1-5E92-405C-834E-5161B0C35BA6}">
      <dgm:prSet/>
      <dgm:spPr/>
      <dgm:t>
        <a:bodyPr/>
        <a:lstStyle/>
        <a:p>
          <a:pPr>
            <a:lnSpc>
              <a:spcPct val="100000"/>
            </a:lnSpc>
          </a:pPr>
          <a:endParaRPr lang="en-US"/>
        </a:p>
      </dgm:t>
    </dgm:pt>
    <dgm:pt modelId="{2A424702-26D4-4BA9-BEEC-DAE5E08EDE6E}" type="pres">
      <dgm:prSet presAssocID="{B997619E-AD15-4EA6-B2F7-8F3BD092DA24}" presName="root" presStyleCnt="0">
        <dgm:presLayoutVars>
          <dgm:dir/>
          <dgm:resizeHandles val="exact"/>
        </dgm:presLayoutVars>
      </dgm:prSet>
      <dgm:spPr/>
    </dgm:pt>
    <dgm:pt modelId="{C12BD37A-6414-4C6B-A312-04CFF4F5D73C}" type="pres">
      <dgm:prSet presAssocID="{B997619E-AD15-4EA6-B2F7-8F3BD092DA24}" presName="container" presStyleCnt="0">
        <dgm:presLayoutVars>
          <dgm:dir/>
          <dgm:resizeHandles val="exact"/>
        </dgm:presLayoutVars>
      </dgm:prSet>
      <dgm:spPr/>
    </dgm:pt>
    <dgm:pt modelId="{DB06053E-4AFF-42FD-8029-E016EAD17AFD}" type="pres">
      <dgm:prSet presAssocID="{00F8B49B-8D6E-4F5E-BF9A-2A1830231FD1}" presName="compNode" presStyleCnt="0"/>
      <dgm:spPr/>
    </dgm:pt>
    <dgm:pt modelId="{35E9F70E-33B7-469A-A534-DB3D56C2DD6D}" type="pres">
      <dgm:prSet presAssocID="{00F8B49B-8D6E-4F5E-BF9A-2A1830231FD1}" presName="iconBgRect" presStyleLbl="bgShp" presStyleIdx="0" presStyleCnt="4"/>
      <dgm:spPr/>
    </dgm:pt>
    <dgm:pt modelId="{E41D9F54-E9AA-4889-A333-062A9ED9E048}" type="pres">
      <dgm:prSet presAssocID="{00F8B49B-8D6E-4F5E-BF9A-2A1830231FD1}"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Add"/>
        </a:ext>
      </dgm:extLst>
    </dgm:pt>
    <dgm:pt modelId="{9B8C63D3-3B91-48AD-8D5C-2331B99A48FD}" type="pres">
      <dgm:prSet presAssocID="{00F8B49B-8D6E-4F5E-BF9A-2A1830231FD1}" presName="spaceRect" presStyleCnt="0"/>
      <dgm:spPr/>
    </dgm:pt>
    <dgm:pt modelId="{DE292A6D-8A0B-4412-BCAD-1E6132632650}" type="pres">
      <dgm:prSet presAssocID="{00F8B49B-8D6E-4F5E-BF9A-2A1830231FD1}" presName="textRect" presStyleLbl="revTx" presStyleIdx="0" presStyleCnt="4">
        <dgm:presLayoutVars>
          <dgm:chMax val="1"/>
          <dgm:chPref val="1"/>
        </dgm:presLayoutVars>
      </dgm:prSet>
      <dgm:spPr/>
    </dgm:pt>
    <dgm:pt modelId="{5444C702-47A6-4B9F-8040-6A31876F5ADF}" type="pres">
      <dgm:prSet presAssocID="{C1CFF397-F1AC-4F53-83C3-D546E0D29098}" presName="sibTrans" presStyleLbl="sibTrans2D1" presStyleIdx="0" presStyleCnt="0"/>
      <dgm:spPr/>
    </dgm:pt>
    <dgm:pt modelId="{576F7A1A-B72C-4354-A0B4-1AA5E9F4F77D}" type="pres">
      <dgm:prSet presAssocID="{1035A7F8-E6B7-4630-9065-D616E3DA942B}" presName="compNode" presStyleCnt="0"/>
      <dgm:spPr/>
    </dgm:pt>
    <dgm:pt modelId="{26CFF2AE-3B8C-42BF-9D07-59ED9C413600}" type="pres">
      <dgm:prSet presAssocID="{1035A7F8-E6B7-4630-9065-D616E3DA942B}" presName="iconBgRect" presStyleLbl="bgShp" presStyleIdx="1" presStyleCnt="4"/>
      <dgm:spPr/>
    </dgm:pt>
    <dgm:pt modelId="{8CBAE5DE-6302-4DB2-AA2F-578D7435558C}" type="pres">
      <dgm:prSet presAssocID="{1035A7F8-E6B7-4630-9065-D616E3DA942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cessor"/>
        </a:ext>
      </dgm:extLst>
    </dgm:pt>
    <dgm:pt modelId="{554B1435-AD0E-4580-A19F-D72127C1D32A}" type="pres">
      <dgm:prSet presAssocID="{1035A7F8-E6B7-4630-9065-D616E3DA942B}" presName="spaceRect" presStyleCnt="0"/>
      <dgm:spPr/>
    </dgm:pt>
    <dgm:pt modelId="{E5305992-A48C-4849-B55A-AE3E5A0535F8}" type="pres">
      <dgm:prSet presAssocID="{1035A7F8-E6B7-4630-9065-D616E3DA942B}" presName="textRect" presStyleLbl="revTx" presStyleIdx="1" presStyleCnt="4">
        <dgm:presLayoutVars>
          <dgm:chMax val="1"/>
          <dgm:chPref val="1"/>
        </dgm:presLayoutVars>
      </dgm:prSet>
      <dgm:spPr/>
    </dgm:pt>
    <dgm:pt modelId="{44CB4B16-DCE3-4EF8-A1F2-1DDE505C7756}" type="pres">
      <dgm:prSet presAssocID="{D73F9D9B-D634-4706-AED4-45174C4C333F}" presName="sibTrans" presStyleLbl="sibTrans2D1" presStyleIdx="0" presStyleCnt="0"/>
      <dgm:spPr/>
    </dgm:pt>
    <dgm:pt modelId="{E9BC271A-6221-47FF-91DD-356C0A322A05}" type="pres">
      <dgm:prSet presAssocID="{9AA60FA7-3FA9-49AC-B26E-75D08A6F5F42}" presName="compNode" presStyleCnt="0"/>
      <dgm:spPr/>
    </dgm:pt>
    <dgm:pt modelId="{C8BBB9FF-3B0C-4838-9F2A-3DC567917620}" type="pres">
      <dgm:prSet presAssocID="{9AA60FA7-3FA9-49AC-B26E-75D08A6F5F42}" presName="iconBgRect" presStyleLbl="bgShp" presStyleIdx="2" presStyleCnt="4"/>
      <dgm:spPr/>
    </dgm:pt>
    <dgm:pt modelId="{C3620C79-9F8F-4699-AE01-AD0A70FACE4B}" type="pres">
      <dgm:prSet presAssocID="{9AA60FA7-3FA9-49AC-B26E-75D08A6F5F42}" presName="iconRect" presStyleLbl="node1" presStyleIdx="2" presStyleCnt="4"/>
      <dgm:spPr/>
    </dgm:pt>
    <dgm:pt modelId="{5A71493A-9FE1-4DF2-9E2A-155A0E74F495}" type="pres">
      <dgm:prSet presAssocID="{9AA60FA7-3FA9-49AC-B26E-75D08A6F5F42}" presName="spaceRect" presStyleCnt="0"/>
      <dgm:spPr/>
    </dgm:pt>
    <dgm:pt modelId="{1ABDCFC2-0BF5-4970-B73E-D0C2044CFC2F}" type="pres">
      <dgm:prSet presAssocID="{9AA60FA7-3FA9-49AC-B26E-75D08A6F5F42}" presName="textRect" presStyleLbl="revTx" presStyleIdx="2" presStyleCnt="4">
        <dgm:presLayoutVars>
          <dgm:chMax val="1"/>
          <dgm:chPref val="1"/>
        </dgm:presLayoutVars>
      </dgm:prSet>
      <dgm:spPr/>
    </dgm:pt>
    <dgm:pt modelId="{B1D0E39F-0F2C-4ADD-A655-4DFD47BB60AB}" type="pres">
      <dgm:prSet presAssocID="{1BCC0A4F-EA8F-4EFD-A77C-E073F0CCC952}" presName="sibTrans" presStyleLbl="sibTrans2D1" presStyleIdx="0" presStyleCnt="0"/>
      <dgm:spPr/>
    </dgm:pt>
    <dgm:pt modelId="{99326F41-734D-4A5F-8736-6BD63BC41D57}" type="pres">
      <dgm:prSet presAssocID="{5B3A8671-4339-4CEA-A7B0-A79ED7022B6C}" presName="compNode" presStyleCnt="0"/>
      <dgm:spPr/>
    </dgm:pt>
    <dgm:pt modelId="{DB7E86F6-6145-4F35-9AA7-7E2D85953157}" type="pres">
      <dgm:prSet presAssocID="{5B3A8671-4339-4CEA-A7B0-A79ED7022B6C}" presName="iconBgRect" presStyleLbl="bgShp" presStyleIdx="3" presStyleCnt="4"/>
      <dgm:spPr/>
    </dgm:pt>
    <dgm:pt modelId="{E47578A4-B101-4F06-A3EC-26F6E3325FBD}" type="pres">
      <dgm:prSet presAssocID="{5B3A8671-4339-4CEA-A7B0-A79ED7022B6C}"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Computer"/>
        </a:ext>
      </dgm:extLst>
    </dgm:pt>
    <dgm:pt modelId="{31AE8811-8E5C-4C78-BF65-6AAC591607BF}" type="pres">
      <dgm:prSet presAssocID="{5B3A8671-4339-4CEA-A7B0-A79ED7022B6C}" presName="spaceRect" presStyleCnt="0"/>
      <dgm:spPr/>
    </dgm:pt>
    <dgm:pt modelId="{E360A03E-DF09-4316-A906-93B690395517}" type="pres">
      <dgm:prSet presAssocID="{5B3A8671-4339-4CEA-A7B0-A79ED7022B6C}" presName="textRect" presStyleLbl="revTx" presStyleIdx="3" presStyleCnt="4">
        <dgm:presLayoutVars>
          <dgm:chMax val="1"/>
          <dgm:chPref val="1"/>
        </dgm:presLayoutVars>
      </dgm:prSet>
      <dgm:spPr/>
    </dgm:pt>
  </dgm:ptLst>
  <dgm:cxnLst>
    <dgm:cxn modelId="{7C10561C-5FFC-4122-BB05-4ECB4F979D3F}" type="presOf" srcId="{D73F9D9B-D634-4706-AED4-45174C4C333F}" destId="{44CB4B16-DCE3-4EF8-A1F2-1DDE505C7756}" srcOrd="0" destOrd="0" presId="urn:microsoft.com/office/officeart/2018/2/layout/IconCircleList"/>
    <dgm:cxn modelId="{12D3D01E-E858-498D-8889-C682F4054891}" srcId="{B997619E-AD15-4EA6-B2F7-8F3BD092DA24}" destId="{5B3A8671-4339-4CEA-A7B0-A79ED7022B6C}" srcOrd="3" destOrd="0" parTransId="{E76D3E22-091B-4863-8561-E53B7B4DFD13}" sibTransId="{7A55C058-565D-430B-8D53-E12C7571F5B4}"/>
    <dgm:cxn modelId="{C2C8333E-1B08-4CA0-9842-DD975A76375B}" type="presOf" srcId="{1035A7F8-E6B7-4630-9065-D616E3DA942B}" destId="{E5305992-A48C-4849-B55A-AE3E5A0535F8}" srcOrd="0" destOrd="0" presId="urn:microsoft.com/office/officeart/2018/2/layout/IconCircleList"/>
    <dgm:cxn modelId="{8AA4976F-1F04-452D-BC2B-601D914B2B81}" type="presOf" srcId="{C1CFF397-F1AC-4F53-83C3-D546E0D29098}" destId="{5444C702-47A6-4B9F-8040-6A31876F5ADF}" srcOrd="0" destOrd="0" presId="urn:microsoft.com/office/officeart/2018/2/layout/IconCircleList"/>
    <dgm:cxn modelId="{E4171858-F3FB-4917-9507-9FBA6214F3DC}" type="presOf" srcId="{9AA60FA7-3FA9-49AC-B26E-75D08A6F5F42}" destId="{1ABDCFC2-0BF5-4970-B73E-D0C2044CFC2F}" srcOrd="0" destOrd="0" presId="urn:microsoft.com/office/officeart/2018/2/layout/IconCircleList"/>
    <dgm:cxn modelId="{3326C078-2D6C-4EF2-A9FA-6D1407B6F921}" type="presOf" srcId="{B997619E-AD15-4EA6-B2F7-8F3BD092DA24}" destId="{2A424702-26D4-4BA9-BEEC-DAE5E08EDE6E}" srcOrd="0" destOrd="0" presId="urn:microsoft.com/office/officeart/2018/2/layout/IconCircleList"/>
    <dgm:cxn modelId="{5147C491-BE2B-4FD9-ADD2-ADCCA23B8CC3}" srcId="{B997619E-AD15-4EA6-B2F7-8F3BD092DA24}" destId="{00F8B49B-8D6E-4F5E-BF9A-2A1830231FD1}" srcOrd="0" destOrd="0" parTransId="{35C0E83D-A49E-47D9-B22D-2374E85C5379}" sibTransId="{C1CFF397-F1AC-4F53-83C3-D546E0D29098}"/>
    <dgm:cxn modelId="{BF3C18AA-A349-450B-9FDB-6BDA6F3CDB55}" srcId="{B997619E-AD15-4EA6-B2F7-8F3BD092DA24}" destId="{1035A7F8-E6B7-4630-9065-D616E3DA942B}" srcOrd="1" destOrd="0" parTransId="{33C98E32-1976-4946-8986-3AD91B7F5CC5}" sibTransId="{D73F9D9B-D634-4706-AED4-45174C4C333F}"/>
    <dgm:cxn modelId="{7E7766B1-5E92-405C-834E-5161B0C35BA6}" srcId="{B997619E-AD15-4EA6-B2F7-8F3BD092DA24}" destId="{9AA60FA7-3FA9-49AC-B26E-75D08A6F5F42}" srcOrd="2" destOrd="0" parTransId="{9397B207-851D-49D0-898A-D2C93B4A311F}" sibTransId="{1BCC0A4F-EA8F-4EFD-A77C-E073F0CCC952}"/>
    <dgm:cxn modelId="{08AA42D3-2563-49E4-A90F-BC7C017AD079}" type="presOf" srcId="{1BCC0A4F-EA8F-4EFD-A77C-E073F0CCC952}" destId="{B1D0E39F-0F2C-4ADD-A655-4DFD47BB60AB}" srcOrd="0" destOrd="0" presId="urn:microsoft.com/office/officeart/2018/2/layout/IconCircleList"/>
    <dgm:cxn modelId="{C823EED5-6A3F-4C8D-A332-66A69124A89B}" type="presOf" srcId="{5B3A8671-4339-4CEA-A7B0-A79ED7022B6C}" destId="{E360A03E-DF09-4316-A906-93B690395517}" srcOrd="0" destOrd="0" presId="urn:microsoft.com/office/officeart/2018/2/layout/IconCircleList"/>
    <dgm:cxn modelId="{1B6DE3EF-09B2-48E0-9601-FCC18DDE6A57}" type="presOf" srcId="{00F8B49B-8D6E-4F5E-BF9A-2A1830231FD1}" destId="{DE292A6D-8A0B-4412-BCAD-1E6132632650}" srcOrd="0" destOrd="0" presId="urn:microsoft.com/office/officeart/2018/2/layout/IconCircleList"/>
    <dgm:cxn modelId="{1C770711-2983-418A-804A-7D7B21B69C36}" type="presParOf" srcId="{2A424702-26D4-4BA9-BEEC-DAE5E08EDE6E}" destId="{C12BD37A-6414-4C6B-A312-04CFF4F5D73C}" srcOrd="0" destOrd="0" presId="urn:microsoft.com/office/officeart/2018/2/layout/IconCircleList"/>
    <dgm:cxn modelId="{B8BC54E3-35B0-43A4-A3DF-F47EE841039B}" type="presParOf" srcId="{C12BD37A-6414-4C6B-A312-04CFF4F5D73C}" destId="{DB06053E-4AFF-42FD-8029-E016EAD17AFD}" srcOrd="0" destOrd="0" presId="urn:microsoft.com/office/officeart/2018/2/layout/IconCircleList"/>
    <dgm:cxn modelId="{57CD390F-0A2E-470B-B3A3-BF827FDE181F}" type="presParOf" srcId="{DB06053E-4AFF-42FD-8029-E016EAD17AFD}" destId="{35E9F70E-33B7-469A-A534-DB3D56C2DD6D}" srcOrd="0" destOrd="0" presId="urn:microsoft.com/office/officeart/2018/2/layout/IconCircleList"/>
    <dgm:cxn modelId="{9CE49029-81C6-4950-9A14-43D7253A3BE5}" type="presParOf" srcId="{DB06053E-4AFF-42FD-8029-E016EAD17AFD}" destId="{E41D9F54-E9AA-4889-A333-062A9ED9E048}" srcOrd="1" destOrd="0" presId="urn:microsoft.com/office/officeart/2018/2/layout/IconCircleList"/>
    <dgm:cxn modelId="{A50F4FA7-2093-4855-9507-443B51F52487}" type="presParOf" srcId="{DB06053E-4AFF-42FD-8029-E016EAD17AFD}" destId="{9B8C63D3-3B91-48AD-8D5C-2331B99A48FD}" srcOrd="2" destOrd="0" presId="urn:microsoft.com/office/officeart/2018/2/layout/IconCircleList"/>
    <dgm:cxn modelId="{FD326CA9-BB43-4EA7-96B7-C615D002468E}" type="presParOf" srcId="{DB06053E-4AFF-42FD-8029-E016EAD17AFD}" destId="{DE292A6D-8A0B-4412-BCAD-1E6132632650}" srcOrd="3" destOrd="0" presId="urn:microsoft.com/office/officeart/2018/2/layout/IconCircleList"/>
    <dgm:cxn modelId="{EC119255-1116-4BD7-961F-34B828B80604}" type="presParOf" srcId="{C12BD37A-6414-4C6B-A312-04CFF4F5D73C}" destId="{5444C702-47A6-4B9F-8040-6A31876F5ADF}" srcOrd="1" destOrd="0" presId="urn:microsoft.com/office/officeart/2018/2/layout/IconCircleList"/>
    <dgm:cxn modelId="{0923B7F9-0125-4E3E-8762-6EFA33A7499C}" type="presParOf" srcId="{C12BD37A-6414-4C6B-A312-04CFF4F5D73C}" destId="{576F7A1A-B72C-4354-A0B4-1AA5E9F4F77D}" srcOrd="2" destOrd="0" presId="urn:microsoft.com/office/officeart/2018/2/layout/IconCircleList"/>
    <dgm:cxn modelId="{9D4ACA13-D62D-4377-8964-00C9A081E190}" type="presParOf" srcId="{576F7A1A-B72C-4354-A0B4-1AA5E9F4F77D}" destId="{26CFF2AE-3B8C-42BF-9D07-59ED9C413600}" srcOrd="0" destOrd="0" presId="urn:microsoft.com/office/officeart/2018/2/layout/IconCircleList"/>
    <dgm:cxn modelId="{E22A65DE-048A-4D08-B28F-E9B4F7BAF7F1}" type="presParOf" srcId="{576F7A1A-B72C-4354-A0B4-1AA5E9F4F77D}" destId="{8CBAE5DE-6302-4DB2-AA2F-578D7435558C}" srcOrd="1" destOrd="0" presId="urn:microsoft.com/office/officeart/2018/2/layout/IconCircleList"/>
    <dgm:cxn modelId="{B4AC5DD0-56D9-49EE-B7E9-B3F1037FCE11}" type="presParOf" srcId="{576F7A1A-B72C-4354-A0B4-1AA5E9F4F77D}" destId="{554B1435-AD0E-4580-A19F-D72127C1D32A}" srcOrd="2" destOrd="0" presId="urn:microsoft.com/office/officeart/2018/2/layout/IconCircleList"/>
    <dgm:cxn modelId="{04BDB8C9-A651-4D39-A3D2-FC10E75EACD2}" type="presParOf" srcId="{576F7A1A-B72C-4354-A0B4-1AA5E9F4F77D}" destId="{E5305992-A48C-4849-B55A-AE3E5A0535F8}" srcOrd="3" destOrd="0" presId="urn:microsoft.com/office/officeart/2018/2/layout/IconCircleList"/>
    <dgm:cxn modelId="{F36B0EBD-B772-4D72-A7BF-EED0445831B8}" type="presParOf" srcId="{C12BD37A-6414-4C6B-A312-04CFF4F5D73C}" destId="{44CB4B16-DCE3-4EF8-A1F2-1DDE505C7756}" srcOrd="3" destOrd="0" presId="urn:microsoft.com/office/officeart/2018/2/layout/IconCircleList"/>
    <dgm:cxn modelId="{DCF81542-BC61-483F-9D6E-8F146209741A}" type="presParOf" srcId="{C12BD37A-6414-4C6B-A312-04CFF4F5D73C}" destId="{E9BC271A-6221-47FF-91DD-356C0A322A05}" srcOrd="4" destOrd="0" presId="urn:microsoft.com/office/officeart/2018/2/layout/IconCircleList"/>
    <dgm:cxn modelId="{99ADC826-7BAE-472A-B020-C022A60002B3}" type="presParOf" srcId="{E9BC271A-6221-47FF-91DD-356C0A322A05}" destId="{C8BBB9FF-3B0C-4838-9F2A-3DC567917620}" srcOrd="0" destOrd="0" presId="urn:microsoft.com/office/officeart/2018/2/layout/IconCircleList"/>
    <dgm:cxn modelId="{DA1A7F20-9B96-4560-A712-12AD6C405FF2}" type="presParOf" srcId="{E9BC271A-6221-47FF-91DD-356C0A322A05}" destId="{C3620C79-9F8F-4699-AE01-AD0A70FACE4B}" srcOrd="1" destOrd="0" presId="urn:microsoft.com/office/officeart/2018/2/layout/IconCircleList"/>
    <dgm:cxn modelId="{1055808A-19DA-4C8C-9C80-536E7AE981BF}" type="presParOf" srcId="{E9BC271A-6221-47FF-91DD-356C0A322A05}" destId="{5A71493A-9FE1-4DF2-9E2A-155A0E74F495}" srcOrd="2" destOrd="0" presId="urn:microsoft.com/office/officeart/2018/2/layout/IconCircleList"/>
    <dgm:cxn modelId="{46086777-4D2C-440E-A2AF-23A46530FC54}" type="presParOf" srcId="{E9BC271A-6221-47FF-91DD-356C0A322A05}" destId="{1ABDCFC2-0BF5-4970-B73E-D0C2044CFC2F}" srcOrd="3" destOrd="0" presId="urn:microsoft.com/office/officeart/2018/2/layout/IconCircleList"/>
    <dgm:cxn modelId="{5740CC49-1104-4E22-BF8A-DAE95197DDCB}" type="presParOf" srcId="{C12BD37A-6414-4C6B-A312-04CFF4F5D73C}" destId="{B1D0E39F-0F2C-4ADD-A655-4DFD47BB60AB}" srcOrd="5" destOrd="0" presId="urn:microsoft.com/office/officeart/2018/2/layout/IconCircleList"/>
    <dgm:cxn modelId="{86EFCA94-52F5-4E8E-ACB8-3705841996CB}" type="presParOf" srcId="{C12BD37A-6414-4C6B-A312-04CFF4F5D73C}" destId="{99326F41-734D-4A5F-8736-6BD63BC41D57}" srcOrd="6" destOrd="0" presId="urn:microsoft.com/office/officeart/2018/2/layout/IconCircleList"/>
    <dgm:cxn modelId="{5FD2BF1F-5292-4F58-A15B-0B253D34A840}" type="presParOf" srcId="{99326F41-734D-4A5F-8736-6BD63BC41D57}" destId="{DB7E86F6-6145-4F35-9AA7-7E2D85953157}" srcOrd="0" destOrd="0" presId="urn:microsoft.com/office/officeart/2018/2/layout/IconCircleList"/>
    <dgm:cxn modelId="{DE98EDE3-5EFA-4185-8522-153D9F5A97F4}" type="presParOf" srcId="{99326F41-734D-4A5F-8736-6BD63BC41D57}" destId="{E47578A4-B101-4F06-A3EC-26F6E3325FBD}" srcOrd="1" destOrd="0" presId="urn:microsoft.com/office/officeart/2018/2/layout/IconCircleList"/>
    <dgm:cxn modelId="{2DEF3EED-80D4-4609-9FD5-15F4167F54F0}" type="presParOf" srcId="{99326F41-734D-4A5F-8736-6BD63BC41D57}" destId="{31AE8811-8E5C-4C78-BF65-6AAC591607BF}" srcOrd="2" destOrd="0" presId="urn:microsoft.com/office/officeart/2018/2/layout/IconCircleList"/>
    <dgm:cxn modelId="{C9A6EFAB-4AB8-48CA-A2BD-85AE59C7241A}" type="presParOf" srcId="{99326F41-734D-4A5F-8736-6BD63BC41D57}" destId="{E360A03E-DF09-4316-A906-93B690395517}"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EE650BD-299C-4953-B539-D7CC9165C6FB}" type="doc">
      <dgm:prSet loTypeId="urn:microsoft.com/office/officeart/2005/8/layout/cycle8" loCatId="cycle" qsTypeId="urn:microsoft.com/office/officeart/2005/8/quickstyle/simple1" qsCatId="simple" csTypeId="urn:microsoft.com/office/officeart/2005/8/colors/accent1_2" csCatId="accent1"/>
      <dgm:spPr/>
      <dgm:t>
        <a:bodyPr/>
        <a:lstStyle/>
        <a:p>
          <a:endParaRPr lang="en-US"/>
        </a:p>
      </dgm:t>
    </dgm:pt>
    <dgm:pt modelId="{CCDDD020-7A98-4847-B84F-B84055398560}">
      <dgm:prSet/>
      <dgm:spPr/>
      <dgm:t>
        <a:bodyPr/>
        <a:lstStyle/>
        <a:p>
          <a:r>
            <a:rPr lang="en-US"/>
            <a:t>External (public)</a:t>
          </a:r>
        </a:p>
      </dgm:t>
    </dgm:pt>
    <dgm:pt modelId="{6D041DF2-32B0-49E5-A5DE-A76DDA9B3716}" type="parTrans" cxnId="{DEC7C042-A245-4EBD-A053-1878E59DC37F}">
      <dgm:prSet/>
      <dgm:spPr/>
      <dgm:t>
        <a:bodyPr/>
        <a:lstStyle/>
        <a:p>
          <a:endParaRPr lang="en-US"/>
        </a:p>
      </dgm:t>
    </dgm:pt>
    <dgm:pt modelId="{DCF47A3A-B803-4904-A03E-C51E340D6DFC}" type="sibTrans" cxnId="{DEC7C042-A245-4EBD-A053-1878E59DC37F}">
      <dgm:prSet/>
      <dgm:spPr/>
      <dgm:t>
        <a:bodyPr/>
        <a:lstStyle/>
        <a:p>
          <a:endParaRPr lang="en-US"/>
        </a:p>
      </dgm:t>
    </dgm:pt>
    <dgm:pt modelId="{FCD95F41-600D-4049-92AE-CE1425603253}">
      <dgm:prSet/>
      <dgm:spPr/>
      <dgm:t>
        <a:bodyPr/>
        <a:lstStyle/>
        <a:p>
          <a:r>
            <a:rPr lang="en-US"/>
            <a:t>Globally unique </a:t>
          </a:r>
        </a:p>
      </dgm:t>
    </dgm:pt>
    <dgm:pt modelId="{A87A755E-7614-4121-905F-E76F7F99F7DE}" type="parTrans" cxnId="{751C0B91-95BA-4D89-A145-E2251EFF58FF}">
      <dgm:prSet/>
      <dgm:spPr/>
      <dgm:t>
        <a:bodyPr/>
        <a:lstStyle/>
        <a:p>
          <a:endParaRPr lang="en-US"/>
        </a:p>
      </dgm:t>
    </dgm:pt>
    <dgm:pt modelId="{C11BC080-2EA0-4614-B9C7-F6FF90FE9139}" type="sibTrans" cxnId="{751C0B91-95BA-4D89-A145-E2251EFF58FF}">
      <dgm:prSet/>
      <dgm:spPr/>
      <dgm:t>
        <a:bodyPr/>
        <a:lstStyle/>
        <a:p>
          <a:endParaRPr lang="en-US"/>
        </a:p>
      </dgm:t>
    </dgm:pt>
    <dgm:pt modelId="{033EE9E7-8BF3-494D-902B-A2AD1C96F27F}">
      <dgm:prSet/>
      <dgm:spPr/>
      <dgm:t>
        <a:bodyPr/>
        <a:lstStyle/>
        <a:p>
          <a:r>
            <a:rPr lang="en-US"/>
            <a:t>Routable across the public internet</a:t>
          </a:r>
        </a:p>
      </dgm:t>
    </dgm:pt>
    <dgm:pt modelId="{4E098E4D-96EC-40E8-9766-2766591F0863}" type="parTrans" cxnId="{90DEDCFC-513D-4F09-A2AB-E411A4E3A740}">
      <dgm:prSet/>
      <dgm:spPr/>
      <dgm:t>
        <a:bodyPr/>
        <a:lstStyle/>
        <a:p>
          <a:endParaRPr lang="en-US"/>
        </a:p>
      </dgm:t>
    </dgm:pt>
    <dgm:pt modelId="{AD625AF2-D860-421E-A628-DF96CC23CE46}" type="sibTrans" cxnId="{90DEDCFC-513D-4F09-A2AB-E411A4E3A740}">
      <dgm:prSet/>
      <dgm:spPr/>
      <dgm:t>
        <a:bodyPr/>
        <a:lstStyle/>
        <a:p>
          <a:endParaRPr lang="en-US"/>
        </a:p>
      </dgm:t>
    </dgm:pt>
    <dgm:pt modelId="{0E6B55CF-7989-48DE-B7DB-C31ED9098D7D}">
      <dgm:prSet/>
      <dgm:spPr/>
      <dgm:t>
        <a:bodyPr/>
        <a:lstStyle/>
        <a:p>
          <a:r>
            <a:rPr lang="en-US"/>
            <a:t>Assigned by ISPs</a:t>
          </a:r>
        </a:p>
      </dgm:t>
    </dgm:pt>
    <dgm:pt modelId="{7DFD7493-0E8D-412E-9710-E632ADC35E31}" type="parTrans" cxnId="{EF47B5B1-3B2E-42A7-B5EA-AF83DECDE680}">
      <dgm:prSet/>
      <dgm:spPr/>
      <dgm:t>
        <a:bodyPr/>
        <a:lstStyle/>
        <a:p>
          <a:endParaRPr lang="en-US"/>
        </a:p>
      </dgm:t>
    </dgm:pt>
    <dgm:pt modelId="{1933D0C8-48A9-4A83-9717-B088FECF8157}" type="sibTrans" cxnId="{EF47B5B1-3B2E-42A7-B5EA-AF83DECDE680}">
      <dgm:prSet/>
      <dgm:spPr/>
      <dgm:t>
        <a:bodyPr/>
        <a:lstStyle/>
        <a:p>
          <a:endParaRPr lang="en-US"/>
        </a:p>
      </dgm:t>
    </dgm:pt>
    <dgm:pt modelId="{0922BE7D-CB2D-4E29-A0B4-410B49449DF6}" type="pres">
      <dgm:prSet presAssocID="{2EE650BD-299C-4953-B539-D7CC9165C6FB}" presName="compositeShape" presStyleCnt="0">
        <dgm:presLayoutVars>
          <dgm:chMax val="7"/>
          <dgm:dir/>
          <dgm:resizeHandles val="exact"/>
        </dgm:presLayoutVars>
      </dgm:prSet>
      <dgm:spPr/>
    </dgm:pt>
    <dgm:pt modelId="{321DBFCD-B026-4BEB-87FA-23104DD4B11B}" type="pres">
      <dgm:prSet presAssocID="{2EE650BD-299C-4953-B539-D7CC9165C6FB}" presName="wedge1" presStyleLbl="node1" presStyleIdx="0" presStyleCnt="1"/>
      <dgm:spPr/>
    </dgm:pt>
    <dgm:pt modelId="{F3206FE2-9A1D-4408-A708-F4EC7433A865}" type="pres">
      <dgm:prSet presAssocID="{2EE650BD-299C-4953-B539-D7CC9165C6FB}" presName="dummy1a" presStyleCnt="0"/>
      <dgm:spPr/>
    </dgm:pt>
    <dgm:pt modelId="{14A1715B-CB0E-482E-96B1-BAD04DCC76A4}" type="pres">
      <dgm:prSet presAssocID="{2EE650BD-299C-4953-B539-D7CC9165C6FB}" presName="dummy1b" presStyleCnt="0"/>
      <dgm:spPr/>
    </dgm:pt>
    <dgm:pt modelId="{17442605-9FBB-4A9F-ADF8-7176675EF628}" type="pres">
      <dgm:prSet presAssocID="{2EE650BD-299C-4953-B539-D7CC9165C6FB}" presName="wedge1Tx" presStyleLbl="node1" presStyleIdx="0" presStyleCnt="1">
        <dgm:presLayoutVars>
          <dgm:chMax val="0"/>
          <dgm:chPref val="0"/>
          <dgm:bulletEnabled val="1"/>
        </dgm:presLayoutVars>
      </dgm:prSet>
      <dgm:spPr/>
    </dgm:pt>
    <dgm:pt modelId="{26148348-59C9-4DCA-A977-C682EB792E71}" type="pres">
      <dgm:prSet presAssocID="{DCF47A3A-B803-4904-A03E-C51E340D6DFC}" presName="arrowWedge1single" presStyleLbl="fgSibTrans2D1" presStyleIdx="0" presStyleCnt="1"/>
      <dgm:spPr/>
    </dgm:pt>
  </dgm:ptLst>
  <dgm:cxnLst>
    <dgm:cxn modelId="{FB2EAC0B-D358-4494-9344-37AF8CAF8869}" type="presOf" srcId="{CCDDD020-7A98-4847-B84F-B84055398560}" destId="{321DBFCD-B026-4BEB-87FA-23104DD4B11B}" srcOrd="0" destOrd="0" presId="urn:microsoft.com/office/officeart/2005/8/layout/cycle8"/>
    <dgm:cxn modelId="{FB465014-B2A4-4A29-8DE2-51D434DCBC33}" type="presOf" srcId="{0E6B55CF-7989-48DE-B7DB-C31ED9098D7D}" destId="{321DBFCD-B026-4BEB-87FA-23104DD4B11B}" srcOrd="0" destOrd="3" presId="urn:microsoft.com/office/officeart/2005/8/layout/cycle8"/>
    <dgm:cxn modelId="{981ECC3B-8C44-4710-A391-8B422107B442}" type="presOf" srcId="{033EE9E7-8BF3-494D-902B-A2AD1C96F27F}" destId="{321DBFCD-B026-4BEB-87FA-23104DD4B11B}" srcOrd="0" destOrd="2" presId="urn:microsoft.com/office/officeart/2005/8/layout/cycle8"/>
    <dgm:cxn modelId="{DEC7C042-A245-4EBD-A053-1878E59DC37F}" srcId="{2EE650BD-299C-4953-B539-D7CC9165C6FB}" destId="{CCDDD020-7A98-4847-B84F-B84055398560}" srcOrd="0" destOrd="0" parTransId="{6D041DF2-32B0-49E5-A5DE-A76DDA9B3716}" sibTransId="{DCF47A3A-B803-4904-A03E-C51E340D6DFC}"/>
    <dgm:cxn modelId="{872B0447-B876-4750-8236-4E56C752244B}" type="presOf" srcId="{0E6B55CF-7989-48DE-B7DB-C31ED9098D7D}" destId="{17442605-9FBB-4A9F-ADF8-7176675EF628}" srcOrd="1" destOrd="3" presId="urn:microsoft.com/office/officeart/2005/8/layout/cycle8"/>
    <dgm:cxn modelId="{5F2EED7A-3C39-4EFE-B3A6-9B0DDA71D0F5}" type="presOf" srcId="{FCD95F41-600D-4049-92AE-CE1425603253}" destId="{17442605-9FBB-4A9F-ADF8-7176675EF628}" srcOrd="1" destOrd="1" presId="urn:microsoft.com/office/officeart/2005/8/layout/cycle8"/>
    <dgm:cxn modelId="{751C0B91-95BA-4D89-A145-E2251EFF58FF}" srcId="{CCDDD020-7A98-4847-B84F-B84055398560}" destId="{FCD95F41-600D-4049-92AE-CE1425603253}" srcOrd="0" destOrd="0" parTransId="{A87A755E-7614-4121-905F-E76F7F99F7DE}" sibTransId="{C11BC080-2EA0-4614-B9C7-F6FF90FE9139}"/>
    <dgm:cxn modelId="{7EC5B194-D026-4540-9988-B063A93CD98D}" type="presOf" srcId="{FCD95F41-600D-4049-92AE-CE1425603253}" destId="{321DBFCD-B026-4BEB-87FA-23104DD4B11B}" srcOrd="0" destOrd="1" presId="urn:microsoft.com/office/officeart/2005/8/layout/cycle8"/>
    <dgm:cxn modelId="{EF47B5B1-3B2E-42A7-B5EA-AF83DECDE680}" srcId="{CCDDD020-7A98-4847-B84F-B84055398560}" destId="{0E6B55CF-7989-48DE-B7DB-C31ED9098D7D}" srcOrd="2" destOrd="0" parTransId="{7DFD7493-0E8D-412E-9710-E632ADC35E31}" sibTransId="{1933D0C8-48A9-4A83-9717-B088FECF8157}"/>
    <dgm:cxn modelId="{403EE8B6-BF3E-4F7C-A641-BD70CBC59B02}" type="presOf" srcId="{2EE650BD-299C-4953-B539-D7CC9165C6FB}" destId="{0922BE7D-CB2D-4E29-A0B4-410B49449DF6}" srcOrd="0" destOrd="0" presId="urn:microsoft.com/office/officeart/2005/8/layout/cycle8"/>
    <dgm:cxn modelId="{6766F9CA-B35E-4648-9950-405A8F4E7444}" type="presOf" srcId="{033EE9E7-8BF3-494D-902B-A2AD1C96F27F}" destId="{17442605-9FBB-4A9F-ADF8-7176675EF628}" srcOrd="1" destOrd="2" presId="urn:microsoft.com/office/officeart/2005/8/layout/cycle8"/>
    <dgm:cxn modelId="{A0B770CB-EF81-4BE6-864A-8030119762B0}" type="presOf" srcId="{CCDDD020-7A98-4847-B84F-B84055398560}" destId="{17442605-9FBB-4A9F-ADF8-7176675EF628}" srcOrd="1" destOrd="0" presId="urn:microsoft.com/office/officeart/2005/8/layout/cycle8"/>
    <dgm:cxn modelId="{90DEDCFC-513D-4F09-A2AB-E411A4E3A740}" srcId="{CCDDD020-7A98-4847-B84F-B84055398560}" destId="{033EE9E7-8BF3-494D-902B-A2AD1C96F27F}" srcOrd="1" destOrd="0" parTransId="{4E098E4D-96EC-40E8-9766-2766591F0863}" sibTransId="{AD625AF2-D860-421E-A628-DF96CC23CE46}"/>
    <dgm:cxn modelId="{BDD4125F-0B36-4B57-B904-FAA90BF8DC39}" type="presParOf" srcId="{0922BE7D-CB2D-4E29-A0B4-410B49449DF6}" destId="{321DBFCD-B026-4BEB-87FA-23104DD4B11B}" srcOrd="0" destOrd="0" presId="urn:microsoft.com/office/officeart/2005/8/layout/cycle8"/>
    <dgm:cxn modelId="{97C71100-AB19-42FC-ABB6-B5D1D27814CB}" type="presParOf" srcId="{0922BE7D-CB2D-4E29-A0B4-410B49449DF6}" destId="{F3206FE2-9A1D-4408-A708-F4EC7433A865}" srcOrd="1" destOrd="0" presId="urn:microsoft.com/office/officeart/2005/8/layout/cycle8"/>
    <dgm:cxn modelId="{235FF37F-147E-43EA-A315-D4EEE91AB1F1}" type="presParOf" srcId="{0922BE7D-CB2D-4E29-A0B4-410B49449DF6}" destId="{14A1715B-CB0E-482E-96B1-BAD04DCC76A4}" srcOrd="2" destOrd="0" presId="urn:microsoft.com/office/officeart/2005/8/layout/cycle8"/>
    <dgm:cxn modelId="{A3F1B94A-50DB-4F23-A67B-9AEF54ED6588}" type="presParOf" srcId="{0922BE7D-CB2D-4E29-A0B4-410B49449DF6}" destId="{17442605-9FBB-4A9F-ADF8-7176675EF628}" srcOrd="3" destOrd="0" presId="urn:microsoft.com/office/officeart/2005/8/layout/cycle8"/>
    <dgm:cxn modelId="{FC0139CB-3CDD-458F-962C-9E25AE2712E5}" type="presParOf" srcId="{0922BE7D-CB2D-4E29-A0B4-410B49449DF6}" destId="{26148348-59C9-4DCA-A977-C682EB792E71}" srcOrd="4" destOrd="0" presId="urn:microsoft.com/office/officeart/2005/8/layout/cycle8"/>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C77E16C-E6C0-41E9-A440-81EDDFD55E49}" type="doc">
      <dgm:prSet loTypeId="urn:microsoft.com/office/officeart/2005/8/layout/vList2" loCatId="list" qsTypeId="urn:microsoft.com/office/officeart/2005/8/quickstyle/simple2" qsCatId="simple" csTypeId="urn:microsoft.com/office/officeart/2005/8/colors/colorful5" csCatId="colorful" phldr="1"/>
      <dgm:spPr/>
      <dgm:t>
        <a:bodyPr/>
        <a:lstStyle/>
        <a:p>
          <a:endParaRPr lang="en-US"/>
        </a:p>
      </dgm:t>
    </dgm:pt>
    <dgm:pt modelId="{409ECA82-8D6D-483D-AD01-91FED569EF30}">
      <dgm:prSet/>
      <dgm:spPr/>
      <dgm:t>
        <a:bodyPr/>
        <a:lstStyle/>
        <a:p>
          <a:pPr algn="l">
            <a:lnSpc>
              <a:spcPct val="90000"/>
            </a:lnSpc>
          </a:pPr>
          <a:r>
            <a:rPr lang="en-US" sz="2000" dirty="0">
              <a:solidFill>
                <a:srgbClr val="FFFFFF"/>
              </a:solidFill>
              <a:latin typeface="Aptos"/>
              <a:ea typeface="+mn-ea"/>
              <a:cs typeface="+mn-cs"/>
            </a:rPr>
            <a:t>A broadcast is a message one device sends to everyone on the same network subnet</a:t>
          </a:r>
        </a:p>
      </dgm:t>
    </dgm:pt>
    <dgm:pt modelId="{916519AC-3FD7-4FA7-80A8-853BDFD82F3B}" type="parTrans" cxnId="{70AFE4D7-5E4F-4CB1-9E2A-58207141D341}">
      <dgm:prSet/>
      <dgm:spPr/>
      <dgm:t>
        <a:bodyPr/>
        <a:lstStyle/>
        <a:p>
          <a:endParaRPr lang="en-US"/>
        </a:p>
      </dgm:t>
    </dgm:pt>
    <dgm:pt modelId="{B0A7331D-0FE7-4C38-99A6-26DA0EA31AFC}" type="sibTrans" cxnId="{70AFE4D7-5E4F-4CB1-9E2A-58207141D341}">
      <dgm:prSet/>
      <dgm:spPr/>
      <dgm:t>
        <a:bodyPr/>
        <a:lstStyle/>
        <a:p>
          <a:endParaRPr lang="en-US"/>
        </a:p>
      </dgm:t>
    </dgm:pt>
    <dgm:pt modelId="{A9E1AB46-5F90-4E52-96E3-5DC45928952A}">
      <dgm:prSet/>
      <dgm:spPr/>
      <dgm:t>
        <a:bodyPr/>
        <a:lstStyle/>
        <a:p>
          <a:pPr algn="l">
            <a:lnSpc>
              <a:spcPct val="90000"/>
            </a:lnSpc>
          </a:pPr>
          <a:r>
            <a:rPr lang="en-US" sz="2000">
              <a:solidFill>
                <a:srgbClr val="FFFFFF"/>
              </a:solidFill>
              <a:latin typeface="Aptos" panose="020B0004020202020204"/>
              <a:ea typeface="+mn-ea"/>
              <a:cs typeface="+mn-cs"/>
            </a:rPr>
            <a:t>All devices in our example of the </a:t>
          </a:r>
          <a:r>
            <a:rPr lang="en-US" sz="2000">
              <a:solidFill>
                <a:srgbClr val="FFFFFF"/>
              </a:solidFill>
              <a:latin typeface="Aptos Display" panose="020F0302020204030204"/>
              <a:ea typeface="+mn-ea"/>
              <a:cs typeface="+mn-cs"/>
            </a:rPr>
            <a:t>192.168.20</a:t>
          </a:r>
          <a:r>
            <a:rPr lang="en-US" sz="2000">
              <a:solidFill>
                <a:srgbClr val="FFFFFF"/>
              </a:solidFill>
              <a:latin typeface="Aptos" panose="020B0004020202020204"/>
              <a:ea typeface="+mn-ea"/>
              <a:cs typeface="+mn-cs"/>
            </a:rPr>
            <a:t>.xxx are all in the same room</a:t>
          </a:r>
        </a:p>
      </dgm:t>
    </dgm:pt>
    <dgm:pt modelId="{6B141E14-6E41-42FF-8752-087993DE25AC}" type="parTrans" cxnId="{B8FEE047-C249-45EA-B93D-A0077697FFE8}">
      <dgm:prSet/>
      <dgm:spPr/>
      <dgm:t>
        <a:bodyPr/>
        <a:lstStyle/>
        <a:p>
          <a:endParaRPr lang="en-US"/>
        </a:p>
      </dgm:t>
    </dgm:pt>
    <dgm:pt modelId="{6353CC0D-A415-4B0C-85A3-7E501E9A87DD}" type="sibTrans" cxnId="{B8FEE047-C249-45EA-B93D-A0077697FFE8}">
      <dgm:prSet/>
      <dgm:spPr/>
      <dgm:t>
        <a:bodyPr/>
        <a:lstStyle/>
        <a:p>
          <a:endParaRPr lang="en-US"/>
        </a:p>
      </dgm:t>
    </dgm:pt>
    <dgm:pt modelId="{44CB55AB-6992-4F85-9F4D-BC995BEB0538}">
      <dgm:prSet/>
      <dgm:spPr/>
      <dgm:t>
        <a:bodyPr/>
        <a:lstStyle/>
        <a:p>
          <a:pPr algn="l">
            <a:lnSpc>
              <a:spcPct val="90000"/>
            </a:lnSpc>
          </a:pPr>
          <a:r>
            <a:rPr lang="en-US" sz="2000">
              <a:solidFill>
                <a:srgbClr val="FFFFFF"/>
              </a:solidFill>
              <a:latin typeface="Aptos" panose="020B0004020202020204"/>
              <a:ea typeface="+mn-ea"/>
              <a:cs typeface="+mn-cs"/>
            </a:rPr>
            <a:t>Routers doors/walls</a:t>
          </a:r>
        </a:p>
      </dgm:t>
    </dgm:pt>
    <dgm:pt modelId="{236DDBDD-047A-4E62-9718-8EB3E8811B2A}" type="parTrans" cxnId="{D7B1BAE8-FB25-4D07-8D51-709C7257E73C}">
      <dgm:prSet/>
      <dgm:spPr/>
      <dgm:t>
        <a:bodyPr/>
        <a:lstStyle/>
        <a:p>
          <a:endParaRPr lang="en-US"/>
        </a:p>
      </dgm:t>
    </dgm:pt>
    <dgm:pt modelId="{B63F9551-653A-4C19-908B-F23EE3D318AD}" type="sibTrans" cxnId="{D7B1BAE8-FB25-4D07-8D51-709C7257E73C}">
      <dgm:prSet/>
      <dgm:spPr/>
      <dgm:t>
        <a:bodyPr/>
        <a:lstStyle/>
        <a:p>
          <a:endParaRPr lang="en-US"/>
        </a:p>
      </dgm:t>
    </dgm:pt>
    <dgm:pt modelId="{408964A5-C46F-426E-BB5B-F50228F7C5E2}">
      <dgm:prSet/>
      <dgm:spPr/>
      <dgm:t>
        <a:bodyPr/>
        <a:lstStyle/>
        <a:p>
          <a:pPr algn="l" rtl="0">
            <a:lnSpc>
              <a:spcPct val="90000"/>
            </a:lnSpc>
          </a:pPr>
          <a:r>
            <a:rPr lang="en-US" sz="2000">
              <a:solidFill>
                <a:srgbClr val="FFFFFF"/>
              </a:solidFill>
              <a:latin typeface="Aptos" panose="020B0004020202020204"/>
              <a:ea typeface="+mn-ea"/>
              <a:cs typeface="+mn-cs"/>
            </a:rPr>
            <a:t>Smaller rooms stop devices from hearing yells that aren't meant for them</a:t>
          </a:r>
        </a:p>
      </dgm:t>
    </dgm:pt>
    <dgm:pt modelId="{C499E045-559E-47E2-8554-FAB61DBAD4E6}" type="parTrans" cxnId="{830494B8-DE41-4372-B724-1979D542B296}">
      <dgm:prSet/>
      <dgm:spPr/>
      <dgm:t>
        <a:bodyPr/>
        <a:lstStyle/>
        <a:p>
          <a:endParaRPr lang="en-US"/>
        </a:p>
      </dgm:t>
    </dgm:pt>
    <dgm:pt modelId="{045224F1-AC3D-4AF5-AE47-8ABF5CF1D8D3}" type="sibTrans" cxnId="{830494B8-DE41-4372-B724-1979D542B296}">
      <dgm:prSet/>
      <dgm:spPr/>
      <dgm:t>
        <a:bodyPr/>
        <a:lstStyle/>
        <a:p>
          <a:endParaRPr lang="en-US"/>
        </a:p>
      </dgm:t>
    </dgm:pt>
    <dgm:pt modelId="{A55FD013-1FBB-4400-A550-1F4DBFF745D7}">
      <dgm:prSet phldrT="[Text]" phldr="0"/>
      <dgm:spPr/>
      <dgm:t>
        <a:bodyPr/>
        <a:lstStyle/>
        <a:p>
          <a:pPr algn="l" rtl="0">
            <a:lnSpc>
              <a:spcPct val="90000"/>
            </a:lnSpc>
          </a:pPr>
          <a:r>
            <a:rPr lang="en-US" sz="2000" dirty="0">
              <a:solidFill>
                <a:srgbClr val="FFFFFF"/>
              </a:solidFill>
              <a:latin typeface="Aptos" panose="020B0004020202020204"/>
              <a:ea typeface="+mn-ea"/>
              <a:cs typeface="+mn-cs"/>
            </a:rPr>
            <a:t>Room analogy and broadcast domain, ex. </a:t>
          </a:r>
          <a:r>
            <a:rPr lang="en-US" sz="2000" dirty="0" err="1">
              <a:solidFill>
                <a:srgbClr val="FFFFFF"/>
              </a:solidFill>
              <a:latin typeface="Aptos" panose="020B0004020202020204"/>
              <a:ea typeface="+mn-ea"/>
              <a:cs typeface="+mn-cs"/>
            </a:rPr>
            <a:t>ip</a:t>
          </a:r>
          <a:r>
            <a:rPr lang="en-US" sz="2000" dirty="0">
              <a:solidFill>
                <a:srgbClr val="FFFFFF"/>
              </a:solidFill>
              <a:latin typeface="Aptos" panose="020B0004020202020204"/>
              <a:ea typeface="+mn-ea"/>
              <a:cs typeface="+mn-cs"/>
            </a:rPr>
            <a:t> a</a:t>
          </a:r>
        </a:p>
      </dgm:t>
    </dgm:pt>
    <dgm:pt modelId="{B2F69FA1-0539-4D60-8A62-BE07D5A1675C}" type="parTrans" cxnId="{33DBC290-FD08-4D93-93C5-C2B9B147C63B}">
      <dgm:prSet/>
      <dgm:spPr/>
    </dgm:pt>
    <dgm:pt modelId="{1D1B145E-F653-4F9B-8F4E-991B90C74555}" type="sibTrans" cxnId="{33DBC290-FD08-4D93-93C5-C2B9B147C63B}">
      <dgm:prSet/>
      <dgm:spPr/>
    </dgm:pt>
    <dgm:pt modelId="{15ABC92E-2CF2-4AEB-86A2-3192227A9178}" type="pres">
      <dgm:prSet presAssocID="{1C77E16C-E6C0-41E9-A440-81EDDFD55E49}" presName="linear" presStyleCnt="0">
        <dgm:presLayoutVars>
          <dgm:animLvl val="lvl"/>
          <dgm:resizeHandles val="exact"/>
        </dgm:presLayoutVars>
      </dgm:prSet>
      <dgm:spPr/>
    </dgm:pt>
    <dgm:pt modelId="{722BAB98-A1FF-470A-B973-75C2C1B4488A}" type="pres">
      <dgm:prSet presAssocID="{409ECA82-8D6D-483D-AD01-91FED569EF30}" presName="parentText" presStyleLbl="node1" presStyleIdx="0" presStyleCnt="5">
        <dgm:presLayoutVars>
          <dgm:chMax val="0"/>
          <dgm:bulletEnabled val="1"/>
        </dgm:presLayoutVars>
      </dgm:prSet>
      <dgm:spPr/>
    </dgm:pt>
    <dgm:pt modelId="{080C1395-4D82-4E5B-8294-410BEF8148A7}" type="pres">
      <dgm:prSet presAssocID="{B0A7331D-0FE7-4C38-99A6-26DA0EA31AFC}" presName="spacer" presStyleCnt="0"/>
      <dgm:spPr/>
    </dgm:pt>
    <dgm:pt modelId="{D42C3B1B-8301-4303-960F-6A0F7749EB9D}" type="pres">
      <dgm:prSet presAssocID="{A55FD013-1FBB-4400-A550-1F4DBFF745D7}" presName="parentText" presStyleLbl="node1" presStyleIdx="1" presStyleCnt="5">
        <dgm:presLayoutVars>
          <dgm:chMax val="0"/>
          <dgm:bulletEnabled val="1"/>
        </dgm:presLayoutVars>
      </dgm:prSet>
      <dgm:spPr/>
    </dgm:pt>
    <dgm:pt modelId="{7E5B6807-9E58-4F05-9DDE-7416273FED4B}" type="pres">
      <dgm:prSet presAssocID="{1D1B145E-F653-4F9B-8F4E-991B90C74555}" presName="spacer" presStyleCnt="0"/>
      <dgm:spPr/>
    </dgm:pt>
    <dgm:pt modelId="{28F25B8A-F7D0-4E2C-B13F-132624CEBE8D}" type="pres">
      <dgm:prSet presAssocID="{A9E1AB46-5F90-4E52-96E3-5DC45928952A}" presName="parentText" presStyleLbl="node1" presStyleIdx="2" presStyleCnt="5">
        <dgm:presLayoutVars>
          <dgm:chMax val="0"/>
          <dgm:bulletEnabled val="1"/>
        </dgm:presLayoutVars>
      </dgm:prSet>
      <dgm:spPr/>
    </dgm:pt>
    <dgm:pt modelId="{B8F19FE0-EDB3-4EC0-903E-809C53DD7408}" type="pres">
      <dgm:prSet presAssocID="{6353CC0D-A415-4B0C-85A3-7E501E9A87DD}" presName="spacer" presStyleCnt="0"/>
      <dgm:spPr/>
    </dgm:pt>
    <dgm:pt modelId="{5CB5A6DA-1500-4A6A-A0A6-275824A3E98A}" type="pres">
      <dgm:prSet presAssocID="{44CB55AB-6992-4F85-9F4D-BC995BEB0538}" presName="parentText" presStyleLbl="node1" presStyleIdx="3" presStyleCnt="5">
        <dgm:presLayoutVars>
          <dgm:chMax val="0"/>
          <dgm:bulletEnabled val="1"/>
        </dgm:presLayoutVars>
      </dgm:prSet>
      <dgm:spPr/>
    </dgm:pt>
    <dgm:pt modelId="{0ADD6BFA-CB6A-4C08-95C2-05947838C49C}" type="pres">
      <dgm:prSet presAssocID="{B63F9551-653A-4C19-908B-F23EE3D318AD}" presName="spacer" presStyleCnt="0"/>
      <dgm:spPr/>
    </dgm:pt>
    <dgm:pt modelId="{60D4B827-DFB5-4310-857A-B8D13E2ACF72}" type="pres">
      <dgm:prSet presAssocID="{408964A5-C46F-426E-BB5B-F50228F7C5E2}" presName="parentText" presStyleLbl="node1" presStyleIdx="4" presStyleCnt="5">
        <dgm:presLayoutVars>
          <dgm:chMax val="0"/>
          <dgm:bulletEnabled val="1"/>
        </dgm:presLayoutVars>
      </dgm:prSet>
      <dgm:spPr/>
    </dgm:pt>
  </dgm:ptLst>
  <dgm:cxnLst>
    <dgm:cxn modelId="{4FA73E06-6249-48D5-AA4B-DDB740E242F9}" type="presOf" srcId="{1C77E16C-E6C0-41E9-A440-81EDDFD55E49}" destId="{15ABC92E-2CF2-4AEB-86A2-3192227A9178}" srcOrd="0" destOrd="0" presId="urn:microsoft.com/office/officeart/2005/8/layout/vList2"/>
    <dgm:cxn modelId="{76CC8820-A3EA-49AD-888C-722F6123A389}" type="presOf" srcId="{A9E1AB46-5F90-4E52-96E3-5DC45928952A}" destId="{28F25B8A-F7D0-4E2C-B13F-132624CEBE8D}" srcOrd="0" destOrd="0" presId="urn:microsoft.com/office/officeart/2005/8/layout/vList2"/>
    <dgm:cxn modelId="{4500B03D-DBDD-478B-B1E2-1B2941F54934}" type="presOf" srcId="{A55FD013-1FBB-4400-A550-1F4DBFF745D7}" destId="{D42C3B1B-8301-4303-960F-6A0F7749EB9D}" srcOrd="0" destOrd="0" presId="urn:microsoft.com/office/officeart/2005/8/layout/vList2"/>
    <dgm:cxn modelId="{B8FEE047-C249-45EA-B93D-A0077697FFE8}" srcId="{1C77E16C-E6C0-41E9-A440-81EDDFD55E49}" destId="{A9E1AB46-5F90-4E52-96E3-5DC45928952A}" srcOrd="2" destOrd="0" parTransId="{6B141E14-6E41-42FF-8752-087993DE25AC}" sibTransId="{6353CC0D-A415-4B0C-85A3-7E501E9A87DD}"/>
    <dgm:cxn modelId="{ABEB5048-DC73-4A91-8BC5-B36B8E5037A2}" type="presOf" srcId="{44CB55AB-6992-4F85-9F4D-BC995BEB0538}" destId="{5CB5A6DA-1500-4A6A-A0A6-275824A3E98A}" srcOrd="0" destOrd="0" presId="urn:microsoft.com/office/officeart/2005/8/layout/vList2"/>
    <dgm:cxn modelId="{AE39A871-7352-4A3E-B30F-66BBCE382A93}" type="presOf" srcId="{408964A5-C46F-426E-BB5B-F50228F7C5E2}" destId="{60D4B827-DFB5-4310-857A-B8D13E2ACF72}" srcOrd="0" destOrd="0" presId="urn:microsoft.com/office/officeart/2005/8/layout/vList2"/>
    <dgm:cxn modelId="{33DBC290-FD08-4D93-93C5-C2B9B147C63B}" srcId="{1C77E16C-E6C0-41E9-A440-81EDDFD55E49}" destId="{A55FD013-1FBB-4400-A550-1F4DBFF745D7}" srcOrd="1" destOrd="0" parTransId="{B2F69FA1-0539-4D60-8A62-BE07D5A1675C}" sibTransId="{1D1B145E-F653-4F9B-8F4E-991B90C74555}"/>
    <dgm:cxn modelId="{708107B0-C2A4-4E07-853B-CEDC1D361D39}" type="presOf" srcId="{409ECA82-8D6D-483D-AD01-91FED569EF30}" destId="{722BAB98-A1FF-470A-B973-75C2C1B4488A}" srcOrd="0" destOrd="0" presId="urn:microsoft.com/office/officeart/2005/8/layout/vList2"/>
    <dgm:cxn modelId="{830494B8-DE41-4372-B724-1979D542B296}" srcId="{1C77E16C-E6C0-41E9-A440-81EDDFD55E49}" destId="{408964A5-C46F-426E-BB5B-F50228F7C5E2}" srcOrd="4" destOrd="0" parTransId="{C499E045-559E-47E2-8554-FAB61DBAD4E6}" sibTransId="{045224F1-AC3D-4AF5-AE47-8ABF5CF1D8D3}"/>
    <dgm:cxn modelId="{70AFE4D7-5E4F-4CB1-9E2A-58207141D341}" srcId="{1C77E16C-E6C0-41E9-A440-81EDDFD55E49}" destId="{409ECA82-8D6D-483D-AD01-91FED569EF30}" srcOrd="0" destOrd="0" parTransId="{916519AC-3FD7-4FA7-80A8-853BDFD82F3B}" sibTransId="{B0A7331D-0FE7-4C38-99A6-26DA0EA31AFC}"/>
    <dgm:cxn modelId="{D7B1BAE8-FB25-4D07-8D51-709C7257E73C}" srcId="{1C77E16C-E6C0-41E9-A440-81EDDFD55E49}" destId="{44CB55AB-6992-4F85-9F4D-BC995BEB0538}" srcOrd="3" destOrd="0" parTransId="{236DDBDD-047A-4E62-9718-8EB3E8811B2A}" sibTransId="{B63F9551-653A-4C19-908B-F23EE3D318AD}"/>
    <dgm:cxn modelId="{23280A3F-7315-427B-A44B-91C1DEBED90E}" type="presParOf" srcId="{15ABC92E-2CF2-4AEB-86A2-3192227A9178}" destId="{722BAB98-A1FF-470A-B973-75C2C1B4488A}" srcOrd="0" destOrd="0" presId="urn:microsoft.com/office/officeart/2005/8/layout/vList2"/>
    <dgm:cxn modelId="{DF1EF76F-5E69-43F2-A91B-B1C12C2604BE}" type="presParOf" srcId="{15ABC92E-2CF2-4AEB-86A2-3192227A9178}" destId="{080C1395-4D82-4E5B-8294-410BEF8148A7}" srcOrd="1" destOrd="0" presId="urn:microsoft.com/office/officeart/2005/8/layout/vList2"/>
    <dgm:cxn modelId="{3FE703F0-CF6A-42C7-BCA6-DE94C3C86B9F}" type="presParOf" srcId="{15ABC92E-2CF2-4AEB-86A2-3192227A9178}" destId="{D42C3B1B-8301-4303-960F-6A0F7749EB9D}" srcOrd="2" destOrd="0" presId="urn:microsoft.com/office/officeart/2005/8/layout/vList2"/>
    <dgm:cxn modelId="{19F4CD72-DD81-49B2-A10B-D4CF03699549}" type="presParOf" srcId="{15ABC92E-2CF2-4AEB-86A2-3192227A9178}" destId="{7E5B6807-9E58-4F05-9DDE-7416273FED4B}" srcOrd="3" destOrd="0" presId="urn:microsoft.com/office/officeart/2005/8/layout/vList2"/>
    <dgm:cxn modelId="{B75662A0-3B74-4F8E-A2C4-14319B7D6EAD}" type="presParOf" srcId="{15ABC92E-2CF2-4AEB-86A2-3192227A9178}" destId="{28F25B8A-F7D0-4E2C-B13F-132624CEBE8D}" srcOrd="4" destOrd="0" presId="urn:microsoft.com/office/officeart/2005/8/layout/vList2"/>
    <dgm:cxn modelId="{C530954B-7999-47B0-BD8F-809CEF9B04A3}" type="presParOf" srcId="{15ABC92E-2CF2-4AEB-86A2-3192227A9178}" destId="{B8F19FE0-EDB3-4EC0-903E-809C53DD7408}" srcOrd="5" destOrd="0" presId="urn:microsoft.com/office/officeart/2005/8/layout/vList2"/>
    <dgm:cxn modelId="{961DB42D-CF72-492D-AE9B-6BF8D0696616}" type="presParOf" srcId="{15ABC92E-2CF2-4AEB-86A2-3192227A9178}" destId="{5CB5A6DA-1500-4A6A-A0A6-275824A3E98A}" srcOrd="6" destOrd="0" presId="urn:microsoft.com/office/officeart/2005/8/layout/vList2"/>
    <dgm:cxn modelId="{6A643BD7-46A7-4043-AB72-C10568486E00}" type="presParOf" srcId="{15ABC92E-2CF2-4AEB-86A2-3192227A9178}" destId="{0ADD6BFA-CB6A-4C08-95C2-05947838C49C}" srcOrd="7" destOrd="0" presId="urn:microsoft.com/office/officeart/2005/8/layout/vList2"/>
    <dgm:cxn modelId="{6A171D22-F8EB-49CD-A0EB-525E7F6047B5}" type="presParOf" srcId="{15ABC92E-2CF2-4AEB-86A2-3192227A9178}" destId="{60D4B827-DFB5-4310-857A-B8D13E2ACF72}" srcOrd="8"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9F978F9-A0B5-4B8B-BA76-B19146CC0A35}" type="doc">
      <dgm:prSet loTypeId="urn:microsoft.com/office/officeart/2005/8/layout/vProcess5" loCatId="process" qsTypeId="urn:microsoft.com/office/officeart/2005/8/quickstyle/simple2" qsCatId="simple" csTypeId="urn:microsoft.com/office/officeart/2005/8/colors/accent3_2" csCatId="accent3" phldr="1"/>
      <dgm:spPr/>
      <dgm:t>
        <a:bodyPr/>
        <a:lstStyle/>
        <a:p>
          <a:endParaRPr lang="en-US"/>
        </a:p>
      </dgm:t>
    </dgm:pt>
    <dgm:pt modelId="{3F4D1051-BAEF-463B-9894-246F1FEAF01A}">
      <dgm:prSet/>
      <dgm:spPr/>
      <dgm:t>
        <a:bodyPr/>
        <a:lstStyle/>
        <a:p>
          <a:pPr rtl="0"/>
          <a:r>
            <a:rPr lang="en-US" b="1" dirty="0"/>
            <a:t>DHCP leases </a:t>
          </a:r>
          <a:r>
            <a:rPr lang="en-US" b="1" dirty="0">
              <a:latin typeface="Aptos Display" panose="020F0302020204030204"/>
            </a:rPr>
            <a:t>vs</a:t>
          </a:r>
          <a:r>
            <a:rPr lang="en-US" b="1" dirty="0"/>
            <a:t> </a:t>
          </a:r>
          <a:r>
            <a:rPr lang="en-US" b="1" dirty="0">
              <a:latin typeface="Aptos Display" panose="020F0302020204030204"/>
            </a:rPr>
            <a:t>new per connection</a:t>
          </a:r>
          <a:endParaRPr lang="en-US" b="1" dirty="0"/>
        </a:p>
      </dgm:t>
    </dgm:pt>
    <dgm:pt modelId="{FF2FB0DC-08E2-4FFD-914D-D4B4E236B4E7}" type="parTrans" cxnId="{C4AA7395-440F-48F5-AE02-5EB8D4A60F86}">
      <dgm:prSet/>
      <dgm:spPr/>
      <dgm:t>
        <a:bodyPr/>
        <a:lstStyle/>
        <a:p>
          <a:endParaRPr lang="en-US"/>
        </a:p>
      </dgm:t>
    </dgm:pt>
    <dgm:pt modelId="{7FCE4127-9621-45ED-8114-74B85C76963A}" type="sibTrans" cxnId="{C4AA7395-440F-48F5-AE02-5EB8D4A60F86}">
      <dgm:prSet/>
      <dgm:spPr/>
      <dgm:t>
        <a:bodyPr/>
        <a:lstStyle/>
        <a:p>
          <a:endParaRPr lang="en-US"/>
        </a:p>
      </dgm:t>
    </dgm:pt>
    <dgm:pt modelId="{EAFD31D6-4825-4C1B-9C99-89A919B6C271}">
      <dgm:prSet/>
      <dgm:spPr/>
      <dgm:t>
        <a:bodyPr/>
        <a:lstStyle/>
        <a:p>
          <a:pPr rtl="0"/>
          <a:r>
            <a:rPr lang="en-US">
              <a:latin typeface="Aptos Display" panose="020F0302020204030204"/>
            </a:rPr>
            <a:t>Within lease time, DHCP</a:t>
          </a:r>
          <a:r>
            <a:rPr lang="en-US"/>
            <a:t> </a:t>
          </a:r>
          <a:r>
            <a:rPr lang="en-US" b="1"/>
            <a:t>tries to give it the same IP</a:t>
          </a:r>
          <a:r>
            <a:rPr lang="en-US"/>
            <a:t> if available</a:t>
          </a:r>
        </a:p>
      </dgm:t>
    </dgm:pt>
    <dgm:pt modelId="{B2FF3638-B761-4851-A732-A0BC42786ADE}" type="parTrans" cxnId="{88A9F555-5DA7-4654-983E-53DB071C5E36}">
      <dgm:prSet/>
      <dgm:spPr/>
      <dgm:t>
        <a:bodyPr/>
        <a:lstStyle/>
        <a:p>
          <a:endParaRPr lang="en-US"/>
        </a:p>
      </dgm:t>
    </dgm:pt>
    <dgm:pt modelId="{B52FA00F-81AE-44B9-AAE3-7859E301D9DF}" type="sibTrans" cxnId="{88A9F555-5DA7-4654-983E-53DB071C5E36}">
      <dgm:prSet/>
      <dgm:spPr/>
      <dgm:t>
        <a:bodyPr/>
        <a:lstStyle/>
        <a:p>
          <a:endParaRPr lang="en-US"/>
        </a:p>
      </dgm:t>
    </dgm:pt>
    <dgm:pt modelId="{E245C22F-76F3-48AF-AF1F-9725A9B325B4}">
      <dgm:prSet/>
      <dgm:spPr/>
      <dgm:t>
        <a:bodyPr/>
        <a:lstStyle/>
        <a:p>
          <a:pPr rtl="0"/>
          <a:r>
            <a:rPr lang="en-US">
              <a:latin typeface="Aptos Display" panose="020F0302020204030204"/>
            </a:rPr>
            <a:t>How does </a:t>
          </a:r>
          <a:r>
            <a:rPr lang="en-US" b="0">
              <a:latin typeface="Aptos Display" panose="020F0302020204030204"/>
            </a:rPr>
            <a:t>this </a:t>
          </a:r>
          <a:r>
            <a:rPr lang="en-US">
              <a:latin typeface="Aptos Display" panose="020F0302020204030204"/>
            </a:rPr>
            <a:t>stabilize the network?</a:t>
          </a:r>
        </a:p>
      </dgm:t>
    </dgm:pt>
    <dgm:pt modelId="{EEA41C00-6E21-4843-8F57-77DBDC576A2A}" type="parTrans" cxnId="{11B0C016-E037-4B84-B5DF-41C6E27D8403}">
      <dgm:prSet/>
      <dgm:spPr/>
      <dgm:t>
        <a:bodyPr/>
        <a:lstStyle/>
        <a:p>
          <a:endParaRPr lang="en-US"/>
        </a:p>
      </dgm:t>
    </dgm:pt>
    <dgm:pt modelId="{85EB5D2D-9DD9-4303-AE9B-AF194C9CB86C}" type="sibTrans" cxnId="{11B0C016-E037-4B84-B5DF-41C6E27D8403}">
      <dgm:prSet/>
      <dgm:spPr/>
      <dgm:t>
        <a:bodyPr/>
        <a:lstStyle/>
        <a:p>
          <a:endParaRPr lang="en-US"/>
        </a:p>
      </dgm:t>
    </dgm:pt>
    <dgm:pt modelId="{27204695-3F19-4C6E-8C1C-CF23317FFDA6}">
      <dgm:prSet/>
      <dgm:spPr/>
      <dgm:t>
        <a:bodyPr/>
        <a:lstStyle/>
        <a:p>
          <a:pPr rtl="0"/>
          <a:r>
            <a:rPr lang="en-US" dirty="0">
              <a:latin typeface="Aptos Display" panose="020F0302020204030204"/>
            </a:rPr>
            <a:t>Unavailable IP = DHCP assigns another within its range​</a:t>
          </a:r>
          <a:endParaRPr lang="en-US" dirty="0"/>
        </a:p>
      </dgm:t>
    </dgm:pt>
    <dgm:pt modelId="{74080BBE-3C59-4B9F-98CD-93A9D92B13D0}" type="parTrans" cxnId="{B1591A2D-EF5C-47D5-AA7D-DDAF8E487EC1}">
      <dgm:prSet/>
      <dgm:spPr/>
      <dgm:t>
        <a:bodyPr/>
        <a:lstStyle/>
        <a:p>
          <a:endParaRPr lang="en-US"/>
        </a:p>
      </dgm:t>
    </dgm:pt>
    <dgm:pt modelId="{B2B93C91-A22C-4A4A-8F9C-5F4A722D170A}" type="sibTrans" cxnId="{B1591A2D-EF5C-47D5-AA7D-DDAF8E487EC1}">
      <dgm:prSet/>
      <dgm:spPr/>
      <dgm:t>
        <a:bodyPr/>
        <a:lstStyle/>
        <a:p>
          <a:endParaRPr lang="en-US"/>
        </a:p>
      </dgm:t>
    </dgm:pt>
    <dgm:pt modelId="{DACE00C2-EB10-49AD-9383-BC4510654F29}">
      <dgm:prSet phldrT="[Text]" phldr="0"/>
      <dgm:spPr/>
      <dgm:t>
        <a:bodyPr/>
        <a:lstStyle/>
        <a:p>
          <a:pPr rtl="0"/>
          <a:r>
            <a:rPr lang="en-US" sz="1100" b="0">
              <a:solidFill>
                <a:schemeClr val="bg1"/>
              </a:solidFill>
              <a:latin typeface="Calibri"/>
              <a:ea typeface="Calibri"/>
              <a:cs typeface="Calibri"/>
            </a:rPr>
            <a:t>Library book return policy</a:t>
          </a:r>
        </a:p>
      </dgm:t>
    </dgm:pt>
    <dgm:pt modelId="{A2AD3274-3D9F-46EB-B395-A2FAF8FED116}" type="parTrans" cxnId="{5D8B6AD0-F81E-407F-A81C-3F09DE723E63}">
      <dgm:prSet/>
      <dgm:spPr/>
    </dgm:pt>
    <dgm:pt modelId="{CB62C711-413B-41B5-B120-454B3B0F99D7}" type="sibTrans" cxnId="{5D8B6AD0-F81E-407F-A81C-3F09DE723E63}">
      <dgm:prSet/>
      <dgm:spPr/>
      <dgm:t>
        <a:bodyPr/>
        <a:lstStyle/>
        <a:p>
          <a:endParaRPr lang="en-US"/>
        </a:p>
      </dgm:t>
    </dgm:pt>
    <dgm:pt modelId="{C54B228C-6AED-43EF-98A0-84F6E3D8AD14}" type="pres">
      <dgm:prSet presAssocID="{E9F978F9-A0B5-4B8B-BA76-B19146CC0A35}" presName="outerComposite" presStyleCnt="0">
        <dgm:presLayoutVars>
          <dgm:chMax val="5"/>
          <dgm:dir/>
          <dgm:resizeHandles val="exact"/>
        </dgm:presLayoutVars>
      </dgm:prSet>
      <dgm:spPr/>
    </dgm:pt>
    <dgm:pt modelId="{161C9BF4-6FA1-48A4-9A49-D7E187E519B7}" type="pres">
      <dgm:prSet presAssocID="{E9F978F9-A0B5-4B8B-BA76-B19146CC0A35}" presName="dummyMaxCanvas" presStyleCnt="0">
        <dgm:presLayoutVars/>
      </dgm:prSet>
      <dgm:spPr/>
    </dgm:pt>
    <dgm:pt modelId="{B274E62E-EEF8-4753-A88C-0139C9FCC102}" type="pres">
      <dgm:prSet presAssocID="{E9F978F9-A0B5-4B8B-BA76-B19146CC0A35}" presName="FiveNodes_1" presStyleLbl="node1" presStyleIdx="0" presStyleCnt="5">
        <dgm:presLayoutVars>
          <dgm:bulletEnabled val="1"/>
        </dgm:presLayoutVars>
      </dgm:prSet>
      <dgm:spPr/>
    </dgm:pt>
    <dgm:pt modelId="{B9FEFA19-A7C8-4129-89AB-7FF20414B737}" type="pres">
      <dgm:prSet presAssocID="{E9F978F9-A0B5-4B8B-BA76-B19146CC0A35}" presName="FiveNodes_2" presStyleLbl="node1" presStyleIdx="1" presStyleCnt="5">
        <dgm:presLayoutVars>
          <dgm:bulletEnabled val="1"/>
        </dgm:presLayoutVars>
      </dgm:prSet>
      <dgm:spPr/>
    </dgm:pt>
    <dgm:pt modelId="{ACA4B6E7-58B4-445D-9BAD-5C19F2960DB2}" type="pres">
      <dgm:prSet presAssocID="{E9F978F9-A0B5-4B8B-BA76-B19146CC0A35}" presName="FiveNodes_3" presStyleLbl="node1" presStyleIdx="2" presStyleCnt="5">
        <dgm:presLayoutVars>
          <dgm:bulletEnabled val="1"/>
        </dgm:presLayoutVars>
      </dgm:prSet>
      <dgm:spPr/>
    </dgm:pt>
    <dgm:pt modelId="{63434D0D-0062-4FDF-B12B-6A41EB7063C4}" type="pres">
      <dgm:prSet presAssocID="{E9F978F9-A0B5-4B8B-BA76-B19146CC0A35}" presName="FiveNodes_4" presStyleLbl="node1" presStyleIdx="3" presStyleCnt="5">
        <dgm:presLayoutVars>
          <dgm:bulletEnabled val="1"/>
        </dgm:presLayoutVars>
      </dgm:prSet>
      <dgm:spPr/>
    </dgm:pt>
    <dgm:pt modelId="{F4B859D5-327D-43AF-B453-15A9C53790F1}" type="pres">
      <dgm:prSet presAssocID="{E9F978F9-A0B5-4B8B-BA76-B19146CC0A35}" presName="FiveNodes_5" presStyleLbl="node1" presStyleIdx="4" presStyleCnt="5">
        <dgm:presLayoutVars>
          <dgm:bulletEnabled val="1"/>
        </dgm:presLayoutVars>
      </dgm:prSet>
      <dgm:spPr/>
    </dgm:pt>
    <dgm:pt modelId="{E27C755B-3DF0-4618-90C9-E0536DE276B0}" type="pres">
      <dgm:prSet presAssocID="{E9F978F9-A0B5-4B8B-BA76-B19146CC0A35}" presName="FiveConn_1-2" presStyleLbl="fgAccFollowNode1" presStyleIdx="0" presStyleCnt="4">
        <dgm:presLayoutVars>
          <dgm:bulletEnabled val="1"/>
        </dgm:presLayoutVars>
      </dgm:prSet>
      <dgm:spPr/>
    </dgm:pt>
    <dgm:pt modelId="{16C225A7-3A1E-4A9D-8D72-288E4DCFB38A}" type="pres">
      <dgm:prSet presAssocID="{E9F978F9-A0B5-4B8B-BA76-B19146CC0A35}" presName="FiveConn_2-3" presStyleLbl="fgAccFollowNode1" presStyleIdx="1" presStyleCnt="4">
        <dgm:presLayoutVars>
          <dgm:bulletEnabled val="1"/>
        </dgm:presLayoutVars>
      </dgm:prSet>
      <dgm:spPr/>
    </dgm:pt>
    <dgm:pt modelId="{0C279373-F4B9-43DA-AB95-B9E85E172DF4}" type="pres">
      <dgm:prSet presAssocID="{E9F978F9-A0B5-4B8B-BA76-B19146CC0A35}" presName="FiveConn_3-4" presStyleLbl="fgAccFollowNode1" presStyleIdx="2" presStyleCnt="4">
        <dgm:presLayoutVars>
          <dgm:bulletEnabled val="1"/>
        </dgm:presLayoutVars>
      </dgm:prSet>
      <dgm:spPr/>
    </dgm:pt>
    <dgm:pt modelId="{5BDF8E67-355A-4337-A912-AFA6ECF60F51}" type="pres">
      <dgm:prSet presAssocID="{E9F978F9-A0B5-4B8B-BA76-B19146CC0A35}" presName="FiveConn_4-5" presStyleLbl="fgAccFollowNode1" presStyleIdx="3" presStyleCnt="4">
        <dgm:presLayoutVars>
          <dgm:bulletEnabled val="1"/>
        </dgm:presLayoutVars>
      </dgm:prSet>
      <dgm:spPr/>
    </dgm:pt>
    <dgm:pt modelId="{0AEC3D77-4E12-41E3-87B6-1D57B858DE6C}" type="pres">
      <dgm:prSet presAssocID="{E9F978F9-A0B5-4B8B-BA76-B19146CC0A35}" presName="FiveNodes_1_text" presStyleLbl="node1" presStyleIdx="4" presStyleCnt="5">
        <dgm:presLayoutVars>
          <dgm:bulletEnabled val="1"/>
        </dgm:presLayoutVars>
      </dgm:prSet>
      <dgm:spPr/>
    </dgm:pt>
    <dgm:pt modelId="{CE192647-82E4-4FB2-A48F-1D152B3015F5}" type="pres">
      <dgm:prSet presAssocID="{E9F978F9-A0B5-4B8B-BA76-B19146CC0A35}" presName="FiveNodes_2_text" presStyleLbl="node1" presStyleIdx="4" presStyleCnt="5">
        <dgm:presLayoutVars>
          <dgm:bulletEnabled val="1"/>
        </dgm:presLayoutVars>
      </dgm:prSet>
      <dgm:spPr/>
    </dgm:pt>
    <dgm:pt modelId="{0AE65E16-CA29-4A46-99C0-D14A33E03702}" type="pres">
      <dgm:prSet presAssocID="{E9F978F9-A0B5-4B8B-BA76-B19146CC0A35}" presName="FiveNodes_3_text" presStyleLbl="node1" presStyleIdx="4" presStyleCnt="5">
        <dgm:presLayoutVars>
          <dgm:bulletEnabled val="1"/>
        </dgm:presLayoutVars>
      </dgm:prSet>
      <dgm:spPr/>
    </dgm:pt>
    <dgm:pt modelId="{817574A4-A3E3-4228-AF87-4BF1E1A42897}" type="pres">
      <dgm:prSet presAssocID="{E9F978F9-A0B5-4B8B-BA76-B19146CC0A35}" presName="FiveNodes_4_text" presStyleLbl="node1" presStyleIdx="4" presStyleCnt="5">
        <dgm:presLayoutVars>
          <dgm:bulletEnabled val="1"/>
        </dgm:presLayoutVars>
      </dgm:prSet>
      <dgm:spPr/>
    </dgm:pt>
    <dgm:pt modelId="{1618EAA8-16CA-49EB-81E2-16EB926C0E3C}" type="pres">
      <dgm:prSet presAssocID="{E9F978F9-A0B5-4B8B-BA76-B19146CC0A35}" presName="FiveNodes_5_text" presStyleLbl="node1" presStyleIdx="4" presStyleCnt="5">
        <dgm:presLayoutVars>
          <dgm:bulletEnabled val="1"/>
        </dgm:presLayoutVars>
      </dgm:prSet>
      <dgm:spPr/>
    </dgm:pt>
  </dgm:ptLst>
  <dgm:cxnLst>
    <dgm:cxn modelId="{FA34250F-3AEF-4024-B955-B715FF3C44C9}" type="presOf" srcId="{3F4D1051-BAEF-463B-9894-246F1FEAF01A}" destId="{B9FEFA19-A7C8-4129-89AB-7FF20414B737}" srcOrd="0" destOrd="0" presId="urn:microsoft.com/office/officeart/2005/8/layout/vProcess5"/>
    <dgm:cxn modelId="{11B0C016-E037-4B84-B5DF-41C6E27D8403}" srcId="{E9F978F9-A0B5-4B8B-BA76-B19146CC0A35}" destId="{E245C22F-76F3-48AF-AF1F-9725A9B325B4}" srcOrd="3" destOrd="0" parTransId="{EEA41C00-6E21-4843-8F57-77DBDC576A2A}" sibTransId="{85EB5D2D-9DD9-4303-AE9B-AF194C9CB86C}"/>
    <dgm:cxn modelId="{DE4D321B-F955-4108-87B5-6B0B362A02CA}" type="presOf" srcId="{DACE00C2-EB10-49AD-9383-BC4510654F29}" destId="{B274E62E-EEF8-4753-A88C-0139C9FCC102}" srcOrd="0" destOrd="0" presId="urn:microsoft.com/office/officeart/2005/8/layout/vProcess5"/>
    <dgm:cxn modelId="{AC689A26-0303-4F53-A20C-3619E69F9161}" type="presOf" srcId="{E245C22F-76F3-48AF-AF1F-9725A9B325B4}" destId="{63434D0D-0062-4FDF-B12B-6A41EB7063C4}" srcOrd="0" destOrd="0" presId="urn:microsoft.com/office/officeart/2005/8/layout/vProcess5"/>
    <dgm:cxn modelId="{B1591A2D-EF5C-47D5-AA7D-DDAF8E487EC1}" srcId="{E9F978F9-A0B5-4B8B-BA76-B19146CC0A35}" destId="{27204695-3F19-4C6E-8C1C-CF23317FFDA6}" srcOrd="4" destOrd="0" parTransId="{74080BBE-3C59-4B9F-98CD-93A9D92B13D0}" sibTransId="{B2B93C91-A22C-4A4A-8F9C-5F4A722D170A}"/>
    <dgm:cxn modelId="{2EA4B06D-E45A-4B39-BED2-F9FCD1308F31}" type="presOf" srcId="{E9F978F9-A0B5-4B8B-BA76-B19146CC0A35}" destId="{C54B228C-6AED-43EF-98A0-84F6E3D8AD14}" srcOrd="0" destOrd="0" presId="urn:microsoft.com/office/officeart/2005/8/layout/vProcess5"/>
    <dgm:cxn modelId="{88A9F555-5DA7-4654-983E-53DB071C5E36}" srcId="{E9F978F9-A0B5-4B8B-BA76-B19146CC0A35}" destId="{EAFD31D6-4825-4C1B-9C99-89A919B6C271}" srcOrd="2" destOrd="0" parTransId="{B2FF3638-B761-4851-A732-A0BC42786ADE}" sibTransId="{B52FA00F-81AE-44B9-AAE3-7859E301D9DF}"/>
    <dgm:cxn modelId="{4C71FB55-9EC8-4447-9D1A-D8690E02E7A9}" type="presOf" srcId="{E245C22F-76F3-48AF-AF1F-9725A9B325B4}" destId="{817574A4-A3E3-4228-AF87-4BF1E1A42897}" srcOrd="1" destOrd="0" presId="urn:microsoft.com/office/officeart/2005/8/layout/vProcess5"/>
    <dgm:cxn modelId="{2A6B0D7D-CF08-4314-9CBC-EFD874CCE4EF}" type="presOf" srcId="{85EB5D2D-9DD9-4303-AE9B-AF194C9CB86C}" destId="{5BDF8E67-355A-4337-A912-AFA6ECF60F51}" srcOrd="0" destOrd="0" presId="urn:microsoft.com/office/officeart/2005/8/layout/vProcess5"/>
    <dgm:cxn modelId="{E2C2D087-CB23-4D6F-853F-E0AA1D92C487}" type="presOf" srcId="{CB62C711-413B-41B5-B120-454B3B0F99D7}" destId="{E27C755B-3DF0-4618-90C9-E0536DE276B0}" srcOrd="0" destOrd="0" presId="urn:microsoft.com/office/officeart/2005/8/layout/vProcess5"/>
    <dgm:cxn modelId="{C4AA7395-440F-48F5-AE02-5EB8D4A60F86}" srcId="{E9F978F9-A0B5-4B8B-BA76-B19146CC0A35}" destId="{3F4D1051-BAEF-463B-9894-246F1FEAF01A}" srcOrd="1" destOrd="0" parTransId="{FF2FB0DC-08E2-4FFD-914D-D4B4E236B4E7}" sibTransId="{7FCE4127-9621-45ED-8114-74B85C76963A}"/>
    <dgm:cxn modelId="{EA70F3AC-3898-440E-8E8F-459B1042E4A6}" type="presOf" srcId="{DACE00C2-EB10-49AD-9383-BC4510654F29}" destId="{0AEC3D77-4E12-41E3-87B6-1D57B858DE6C}" srcOrd="1" destOrd="0" presId="urn:microsoft.com/office/officeart/2005/8/layout/vProcess5"/>
    <dgm:cxn modelId="{776796BA-0528-4EFF-980C-FDFA39EEBD24}" type="presOf" srcId="{EAFD31D6-4825-4C1B-9C99-89A919B6C271}" destId="{ACA4B6E7-58B4-445D-9BAD-5C19F2960DB2}" srcOrd="0" destOrd="0" presId="urn:microsoft.com/office/officeart/2005/8/layout/vProcess5"/>
    <dgm:cxn modelId="{E03ED8C0-0010-4D8C-B990-E281B7529C24}" type="presOf" srcId="{27204695-3F19-4C6E-8C1C-CF23317FFDA6}" destId="{F4B859D5-327D-43AF-B453-15A9C53790F1}" srcOrd="0" destOrd="0" presId="urn:microsoft.com/office/officeart/2005/8/layout/vProcess5"/>
    <dgm:cxn modelId="{BB5F43C7-276A-49D7-82E8-6F22578EC3A1}" type="presOf" srcId="{EAFD31D6-4825-4C1B-9C99-89A919B6C271}" destId="{0AE65E16-CA29-4A46-99C0-D14A33E03702}" srcOrd="1" destOrd="0" presId="urn:microsoft.com/office/officeart/2005/8/layout/vProcess5"/>
    <dgm:cxn modelId="{24C58EC7-8416-413F-B6DF-D65964D2CC50}" type="presOf" srcId="{7FCE4127-9621-45ED-8114-74B85C76963A}" destId="{16C225A7-3A1E-4A9D-8D72-288E4DCFB38A}" srcOrd="0" destOrd="0" presId="urn:microsoft.com/office/officeart/2005/8/layout/vProcess5"/>
    <dgm:cxn modelId="{5D8B6AD0-F81E-407F-A81C-3F09DE723E63}" srcId="{E9F978F9-A0B5-4B8B-BA76-B19146CC0A35}" destId="{DACE00C2-EB10-49AD-9383-BC4510654F29}" srcOrd="0" destOrd="0" parTransId="{A2AD3274-3D9F-46EB-B395-A2FAF8FED116}" sibTransId="{CB62C711-413B-41B5-B120-454B3B0F99D7}"/>
    <dgm:cxn modelId="{33BA67D6-F3FA-4825-88E6-6754202E17C4}" type="presOf" srcId="{3F4D1051-BAEF-463B-9894-246F1FEAF01A}" destId="{CE192647-82E4-4FB2-A48F-1D152B3015F5}" srcOrd="1" destOrd="0" presId="urn:microsoft.com/office/officeart/2005/8/layout/vProcess5"/>
    <dgm:cxn modelId="{94E44CDF-ABC4-431F-8BE2-47739FA4178A}" type="presOf" srcId="{B52FA00F-81AE-44B9-AAE3-7859E301D9DF}" destId="{0C279373-F4B9-43DA-AB95-B9E85E172DF4}" srcOrd="0" destOrd="0" presId="urn:microsoft.com/office/officeart/2005/8/layout/vProcess5"/>
    <dgm:cxn modelId="{67A331E1-279B-4AD7-B76E-F70767F37792}" type="presOf" srcId="{27204695-3F19-4C6E-8C1C-CF23317FFDA6}" destId="{1618EAA8-16CA-49EB-81E2-16EB926C0E3C}" srcOrd="1" destOrd="0" presId="urn:microsoft.com/office/officeart/2005/8/layout/vProcess5"/>
    <dgm:cxn modelId="{6C4D12CF-7FD3-4F71-9FEA-C43C286558BE}" type="presParOf" srcId="{C54B228C-6AED-43EF-98A0-84F6E3D8AD14}" destId="{161C9BF4-6FA1-48A4-9A49-D7E187E519B7}" srcOrd="0" destOrd="0" presId="urn:microsoft.com/office/officeart/2005/8/layout/vProcess5"/>
    <dgm:cxn modelId="{673B83F6-D457-4944-9C41-5E3BE8E490C9}" type="presParOf" srcId="{C54B228C-6AED-43EF-98A0-84F6E3D8AD14}" destId="{B274E62E-EEF8-4753-A88C-0139C9FCC102}" srcOrd="1" destOrd="0" presId="urn:microsoft.com/office/officeart/2005/8/layout/vProcess5"/>
    <dgm:cxn modelId="{60C5F868-34A1-43A4-8998-4D189BF20EC9}" type="presParOf" srcId="{C54B228C-6AED-43EF-98A0-84F6E3D8AD14}" destId="{B9FEFA19-A7C8-4129-89AB-7FF20414B737}" srcOrd="2" destOrd="0" presId="urn:microsoft.com/office/officeart/2005/8/layout/vProcess5"/>
    <dgm:cxn modelId="{7E2C605C-C1BE-4E10-A257-775643D6EFA9}" type="presParOf" srcId="{C54B228C-6AED-43EF-98A0-84F6E3D8AD14}" destId="{ACA4B6E7-58B4-445D-9BAD-5C19F2960DB2}" srcOrd="3" destOrd="0" presId="urn:microsoft.com/office/officeart/2005/8/layout/vProcess5"/>
    <dgm:cxn modelId="{B26ABD27-28BD-4E22-A04D-E1461EC91483}" type="presParOf" srcId="{C54B228C-6AED-43EF-98A0-84F6E3D8AD14}" destId="{63434D0D-0062-4FDF-B12B-6A41EB7063C4}" srcOrd="4" destOrd="0" presId="urn:microsoft.com/office/officeart/2005/8/layout/vProcess5"/>
    <dgm:cxn modelId="{0FB390E3-58ED-41A9-976A-3B48C4317955}" type="presParOf" srcId="{C54B228C-6AED-43EF-98A0-84F6E3D8AD14}" destId="{F4B859D5-327D-43AF-B453-15A9C53790F1}" srcOrd="5" destOrd="0" presId="urn:microsoft.com/office/officeart/2005/8/layout/vProcess5"/>
    <dgm:cxn modelId="{7B58348E-D5D7-405B-817C-923AC4AA00AA}" type="presParOf" srcId="{C54B228C-6AED-43EF-98A0-84F6E3D8AD14}" destId="{E27C755B-3DF0-4618-90C9-E0536DE276B0}" srcOrd="6" destOrd="0" presId="urn:microsoft.com/office/officeart/2005/8/layout/vProcess5"/>
    <dgm:cxn modelId="{D1121EDA-57BA-434B-941E-6C1C20F0A016}" type="presParOf" srcId="{C54B228C-6AED-43EF-98A0-84F6E3D8AD14}" destId="{16C225A7-3A1E-4A9D-8D72-288E4DCFB38A}" srcOrd="7" destOrd="0" presId="urn:microsoft.com/office/officeart/2005/8/layout/vProcess5"/>
    <dgm:cxn modelId="{2FFDD011-8F3B-46BF-A2C7-4AE36205C7FC}" type="presParOf" srcId="{C54B228C-6AED-43EF-98A0-84F6E3D8AD14}" destId="{0C279373-F4B9-43DA-AB95-B9E85E172DF4}" srcOrd="8" destOrd="0" presId="urn:microsoft.com/office/officeart/2005/8/layout/vProcess5"/>
    <dgm:cxn modelId="{AA2DAFE0-A3E3-491B-904B-56F27AB6F4A4}" type="presParOf" srcId="{C54B228C-6AED-43EF-98A0-84F6E3D8AD14}" destId="{5BDF8E67-355A-4337-A912-AFA6ECF60F51}" srcOrd="9" destOrd="0" presId="urn:microsoft.com/office/officeart/2005/8/layout/vProcess5"/>
    <dgm:cxn modelId="{EA9FF41D-E791-4680-ABE8-1B41FA0C2E9C}" type="presParOf" srcId="{C54B228C-6AED-43EF-98A0-84F6E3D8AD14}" destId="{0AEC3D77-4E12-41E3-87B6-1D57B858DE6C}" srcOrd="10" destOrd="0" presId="urn:microsoft.com/office/officeart/2005/8/layout/vProcess5"/>
    <dgm:cxn modelId="{06423C2D-4D44-4CBE-9C5D-8BBE1888C140}" type="presParOf" srcId="{C54B228C-6AED-43EF-98A0-84F6E3D8AD14}" destId="{CE192647-82E4-4FB2-A48F-1D152B3015F5}" srcOrd="11" destOrd="0" presId="urn:microsoft.com/office/officeart/2005/8/layout/vProcess5"/>
    <dgm:cxn modelId="{F87D1FB0-CA12-4704-9774-12EC47AC2A6F}" type="presParOf" srcId="{C54B228C-6AED-43EF-98A0-84F6E3D8AD14}" destId="{0AE65E16-CA29-4A46-99C0-D14A33E03702}" srcOrd="12" destOrd="0" presId="urn:microsoft.com/office/officeart/2005/8/layout/vProcess5"/>
    <dgm:cxn modelId="{F25A0A51-7146-414A-BE60-AA1031CC5E65}" type="presParOf" srcId="{C54B228C-6AED-43EF-98A0-84F6E3D8AD14}" destId="{817574A4-A3E3-4228-AF87-4BF1E1A42897}" srcOrd="13" destOrd="0" presId="urn:microsoft.com/office/officeart/2005/8/layout/vProcess5"/>
    <dgm:cxn modelId="{8ECA8138-A8D4-4B1D-BB39-6F3C06D8E6B5}" type="presParOf" srcId="{C54B228C-6AED-43EF-98A0-84F6E3D8AD14}" destId="{1618EAA8-16CA-49EB-81E2-16EB926C0E3C}"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BB77A6E-E6AC-443C-87D9-4FA3B87F0DDE}"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A4D7445B-FCF3-4292-B81E-5A35B453031A}">
      <dgm:prSet/>
      <dgm:spPr/>
      <dgm:t>
        <a:bodyPr/>
        <a:lstStyle/>
        <a:p>
          <a:r>
            <a:rPr lang="en-US"/>
            <a:t>A MAC address is like a serial number burned into a device's physical chip</a:t>
          </a:r>
        </a:p>
      </dgm:t>
    </dgm:pt>
    <dgm:pt modelId="{36EB232C-09EF-43AA-BF2A-4FFB81866945}" type="parTrans" cxnId="{B54839F6-A6C3-43DC-A04C-353120339C2E}">
      <dgm:prSet/>
      <dgm:spPr/>
      <dgm:t>
        <a:bodyPr/>
        <a:lstStyle/>
        <a:p>
          <a:endParaRPr lang="en-US"/>
        </a:p>
      </dgm:t>
    </dgm:pt>
    <dgm:pt modelId="{25EB5837-453B-403A-8D3E-E77B975137E3}" type="sibTrans" cxnId="{B54839F6-A6C3-43DC-A04C-353120339C2E}">
      <dgm:prSet/>
      <dgm:spPr/>
      <dgm:t>
        <a:bodyPr/>
        <a:lstStyle/>
        <a:p>
          <a:endParaRPr lang="en-US"/>
        </a:p>
      </dgm:t>
    </dgm:pt>
    <dgm:pt modelId="{9D070443-1C32-438D-B664-85D3C5C538E4}">
      <dgm:prSet/>
      <dgm:spPr/>
      <dgm:t>
        <a:bodyPr/>
        <a:lstStyle/>
        <a:p>
          <a:r>
            <a:rPr lang="en-US"/>
            <a:t>Written as 6 pairs of hexadecimal characters (e.g. 3C: 5A: B4: 12: 34: 56)</a:t>
          </a:r>
        </a:p>
      </dgm:t>
    </dgm:pt>
    <dgm:pt modelId="{EB14139C-998B-4FC7-A6F6-5B22D6F26D79}" type="parTrans" cxnId="{6C789839-D526-4A4F-9A43-72775AC851A5}">
      <dgm:prSet/>
      <dgm:spPr/>
      <dgm:t>
        <a:bodyPr/>
        <a:lstStyle/>
        <a:p>
          <a:endParaRPr lang="en-US"/>
        </a:p>
      </dgm:t>
    </dgm:pt>
    <dgm:pt modelId="{E3EF4A98-C24A-4D52-B7C4-986CBC0DDD24}" type="sibTrans" cxnId="{6C789839-D526-4A4F-9A43-72775AC851A5}">
      <dgm:prSet/>
      <dgm:spPr/>
      <dgm:t>
        <a:bodyPr/>
        <a:lstStyle/>
        <a:p>
          <a:endParaRPr lang="en-US"/>
        </a:p>
      </dgm:t>
    </dgm:pt>
    <dgm:pt modelId="{0435FF26-E7FF-496D-ADB7-9755B89FCCB7}">
      <dgm:prSet/>
      <dgm:spPr/>
      <dgm:t>
        <a:bodyPr/>
        <a:lstStyle/>
        <a:p>
          <a:r>
            <a:rPr lang="en-US"/>
            <a:t>First half identifies manufacturer, second half is unique to device</a:t>
          </a:r>
        </a:p>
      </dgm:t>
    </dgm:pt>
    <dgm:pt modelId="{8F52CB1A-27BF-4C28-BE8A-3D8E9B45164B}" type="parTrans" cxnId="{0234EA86-C34D-4485-8956-02E22CC7DBA7}">
      <dgm:prSet/>
      <dgm:spPr/>
      <dgm:t>
        <a:bodyPr/>
        <a:lstStyle/>
        <a:p>
          <a:endParaRPr lang="en-US"/>
        </a:p>
      </dgm:t>
    </dgm:pt>
    <dgm:pt modelId="{EEECB325-0332-42A4-9FD2-7E7CBD7CAF1E}" type="sibTrans" cxnId="{0234EA86-C34D-4485-8956-02E22CC7DBA7}">
      <dgm:prSet/>
      <dgm:spPr/>
      <dgm:t>
        <a:bodyPr/>
        <a:lstStyle/>
        <a:p>
          <a:endParaRPr lang="en-US"/>
        </a:p>
      </dgm:t>
    </dgm:pt>
    <dgm:pt modelId="{30EFA0FE-B9BF-4C1C-AE65-F773F9AB8A78}">
      <dgm:prSet/>
      <dgm:spPr/>
      <dgm:t>
        <a:bodyPr/>
        <a:lstStyle/>
        <a:p>
          <a:r>
            <a:rPr lang="en-US"/>
            <a:t>Unlike IP address, never changes no matter what network you join</a:t>
          </a:r>
        </a:p>
      </dgm:t>
    </dgm:pt>
    <dgm:pt modelId="{B2BB0FEA-F39B-4C88-B58B-E823FFE0E075}" type="parTrans" cxnId="{53EDB001-613F-4871-9BD3-4098BE046D2A}">
      <dgm:prSet/>
      <dgm:spPr/>
      <dgm:t>
        <a:bodyPr/>
        <a:lstStyle/>
        <a:p>
          <a:endParaRPr lang="en-US"/>
        </a:p>
      </dgm:t>
    </dgm:pt>
    <dgm:pt modelId="{B5453076-189D-4572-B75D-AA3B6D246BB8}" type="sibTrans" cxnId="{53EDB001-613F-4871-9BD3-4098BE046D2A}">
      <dgm:prSet/>
      <dgm:spPr/>
      <dgm:t>
        <a:bodyPr/>
        <a:lstStyle/>
        <a:p>
          <a:endParaRPr lang="en-US"/>
        </a:p>
      </dgm:t>
    </dgm:pt>
    <dgm:pt modelId="{CB8EE633-2FD1-4B54-8E10-DBFE2FE9B7B2}">
      <dgm:prSet/>
      <dgm:spPr/>
      <dgm:t>
        <a:bodyPr/>
        <a:lstStyle/>
        <a:p>
          <a:r>
            <a:rPr lang="en-US"/>
            <a:t>Only matters on your local network segment; devices outside your subnet never see it directly because the routers mask it</a:t>
          </a:r>
        </a:p>
      </dgm:t>
    </dgm:pt>
    <dgm:pt modelId="{E027AF4C-537B-4795-BFF6-E607404B274E}" type="parTrans" cxnId="{CF0B301B-DBFC-45F5-B831-2F96EC6F4018}">
      <dgm:prSet/>
      <dgm:spPr/>
      <dgm:t>
        <a:bodyPr/>
        <a:lstStyle/>
        <a:p>
          <a:endParaRPr lang="en-US"/>
        </a:p>
      </dgm:t>
    </dgm:pt>
    <dgm:pt modelId="{21B4E6D0-70C1-4381-AA18-50E0F658678D}" type="sibTrans" cxnId="{CF0B301B-DBFC-45F5-B831-2F96EC6F4018}">
      <dgm:prSet/>
      <dgm:spPr/>
      <dgm:t>
        <a:bodyPr/>
        <a:lstStyle/>
        <a:p>
          <a:endParaRPr lang="en-US"/>
        </a:p>
      </dgm:t>
    </dgm:pt>
    <dgm:pt modelId="{AC5AFAB5-42BD-4409-8B6C-ADD5FEB7274C}" type="pres">
      <dgm:prSet presAssocID="{DBB77A6E-E6AC-443C-87D9-4FA3B87F0DDE}" presName="diagram" presStyleCnt="0">
        <dgm:presLayoutVars>
          <dgm:dir/>
          <dgm:resizeHandles val="exact"/>
        </dgm:presLayoutVars>
      </dgm:prSet>
      <dgm:spPr/>
    </dgm:pt>
    <dgm:pt modelId="{B70F635B-1626-41A0-B972-A8ABD1A6548A}" type="pres">
      <dgm:prSet presAssocID="{A4D7445B-FCF3-4292-B81E-5A35B453031A}" presName="node" presStyleLbl="node1" presStyleIdx="0" presStyleCnt="5">
        <dgm:presLayoutVars>
          <dgm:bulletEnabled val="1"/>
        </dgm:presLayoutVars>
      </dgm:prSet>
      <dgm:spPr/>
    </dgm:pt>
    <dgm:pt modelId="{29D8052D-9310-4DA3-8B44-780F641CCCE1}" type="pres">
      <dgm:prSet presAssocID="{25EB5837-453B-403A-8D3E-E77B975137E3}" presName="sibTrans" presStyleCnt="0"/>
      <dgm:spPr/>
    </dgm:pt>
    <dgm:pt modelId="{FC2720D2-A3C6-46F5-9488-A37B6231EDA0}" type="pres">
      <dgm:prSet presAssocID="{9D070443-1C32-438D-B664-85D3C5C538E4}" presName="node" presStyleLbl="node1" presStyleIdx="1" presStyleCnt="5">
        <dgm:presLayoutVars>
          <dgm:bulletEnabled val="1"/>
        </dgm:presLayoutVars>
      </dgm:prSet>
      <dgm:spPr/>
    </dgm:pt>
    <dgm:pt modelId="{828A1CEF-F205-4039-84DF-115FB611DE3A}" type="pres">
      <dgm:prSet presAssocID="{E3EF4A98-C24A-4D52-B7C4-986CBC0DDD24}" presName="sibTrans" presStyleCnt="0"/>
      <dgm:spPr/>
    </dgm:pt>
    <dgm:pt modelId="{562FE8F8-5C5E-4787-826C-08272CDF568C}" type="pres">
      <dgm:prSet presAssocID="{0435FF26-E7FF-496D-ADB7-9755B89FCCB7}" presName="node" presStyleLbl="node1" presStyleIdx="2" presStyleCnt="5">
        <dgm:presLayoutVars>
          <dgm:bulletEnabled val="1"/>
        </dgm:presLayoutVars>
      </dgm:prSet>
      <dgm:spPr/>
    </dgm:pt>
    <dgm:pt modelId="{1ACEA279-BC37-48B0-A841-56BC96391B78}" type="pres">
      <dgm:prSet presAssocID="{EEECB325-0332-42A4-9FD2-7E7CBD7CAF1E}" presName="sibTrans" presStyleCnt="0"/>
      <dgm:spPr/>
    </dgm:pt>
    <dgm:pt modelId="{F1E4CC4D-D645-4A0D-88E1-7ECAB360921C}" type="pres">
      <dgm:prSet presAssocID="{30EFA0FE-B9BF-4C1C-AE65-F773F9AB8A78}" presName="node" presStyleLbl="node1" presStyleIdx="3" presStyleCnt="5">
        <dgm:presLayoutVars>
          <dgm:bulletEnabled val="1"/>
        </dgm:presLayoutVars>
      </dgm:prSet>
      <dgm:spPr/>
    </dgm:pt>
    <dgm:pt modelId="{0862A05C-9751-4D9B-B5E5-B15685958AFE}" type="pres">
      <dgm:prSet presAssocID="{B5453076-189D-4572-B75D-AA3B6D246BB8}" presName="sibTrans" presStyleCnt="0"/>
      <dgm:spPr/>
    </dgm:pt>
    <dgm:pt modelId="{3FD0D375-6AC1-4190-8BF0-6C3098C24A82}" type="pres">
      <dgm:prSet presAssocID="{CB8EE633-2FD1-4B54-8E10-DBFE2FE9B7B2}" presName="node" presStyleLbl="node1" presStyleIdx="4" presStyleCnt="5">
        <dgm:presLayoutVars>
          <dgm:bulletEnabled val="1"/>
        </dgm:presLayoutVars>
      </dgm:prSet>
      <dgm:spPr/>
    </dgm:pt>
  </dgm:ptLst>
  <dgm:cxnLst>
    <dgm:cxn modelId="{53EDB001-613F-4871-9BD3-4098BE046D2A}" srcId="{DBB77A6E-E6AC-443C-87D9-4FA3B87F0DDE}" destId="{30EFA0FE-B9BF-4C1C-AE65-F773F9AB8A78}" srcOrd="3" destOrd="0" parTransId="{B2BB0FEA-F39B-4C88-B58B-E823FFE0E075}" sibTransId="{B5453076-189D-4572-B75D-AA3B6D246BB8}"/>
    <dgm:cxn modelId="{CD3F8009-5850-4DDB-A96A-F289FD1CBD85}" type="presOf" srcId="{9D070443-1C32-438D-B664-85D3C5C538E4}" destId="{FC2720D2-A3C6-46F5-9488-A37B6231EDA0}" srcOrd="0" destOrd="0" presId="urn:microsoft.com/office/officeart/2005/8/layout/default"/>
    <dgm:cxn modelId="{5A52C213-1DFF-4A23-95FB-660CC2F46960}" type="presOf" srcId="{30EFA0FE-B9BF-4C1C-AE65-F773F9AB8A78}" destId="{F1E4CC4D-D645-4A0D-88E1-7ECAB360921C}" srcOrd="0" destOrd="0" presId="urn:microsoft.com/office/officeart/2005/8/layout/default"/>
    <dgm:cxn modelId="{CF0B301B-DBFC-45F5-B831-2F96EC6F4018}" srcId="{DBB77A6E-E6AC-443C-87D9-4FA3B87F0DDE}" destId="{CB8EE633-2FD1-4B54-8E10-DBFE2FE9B7B2}" srcOrd="4" destOrd="0" parTransId="{E027AF4C-537B-4795-BFF6-E607404B274E}" sibTransId="{21B4E6D0-70C1-4381-AA18-50E0F658678D}"/>
    <dgm:cxn modelId="{5F3B3120-BCEC-4DC9-ABB3-769A188C2677}" type="presOf" srcId="{0435FF26-E7FF-496D-ADB7-9755B89FCCB7}" destId="{562FE8F8-5C5E-4787-826C-08272CDF568C}" srcOrd="0" destOrd="0" presId="urn:microsoft.com/office/officeart/2005/8/layout/default"/>
    <dgm:cxn modelId="{6C789839-D526-4A4F-9A43-72775AC851A5}" srcId="{DBB77A6E-E6AC-443C-87D9-4FA3B87F0DDE}" destId="{9D070443-1C32-438D-B664-85D3C5C538E4}" srcOrd="1" destOrd="0" parTransId="{EB14139C-998B-4FC7-A6F6-5B22D6F26D79}" sibTransId="{E3EF4A98-C24A-4D52-B7C4-986CBC0DDD24}"/>
    <dgm:cxn modelId="{B95B0D7F-DD6B-4A77-BC0E-AB4B33339D60}" type="presOf" srcId="{A4D7445B-FCF3-4292-B81E-5A35B453031A}" destId="{B70F635B-1626-41A0-B972-A8ABD1A6548A}" srcOrd="0" destOrd="0" presId="urn:microsoft.com/office/officeart/2005/8/layout/default"/>
    <dgm:cxn modelId="{0234EA86-C34D-4485-8956-02E22CC7DBA7}" srcId="{DBB77A6E-E6AC-443C-87D9-4FA3B87F0DDE}" destId="{0435FF26-E7FF-496D-ADB7-9755B89FCCB7}" srcOrd="2" destOrd="0" parTransId="{8F52CB1A-27BF-4C28-BE8A-3D8E9B45164B}" sibTransId="{EEECB325-0332-42A4-9FD2-7E7CBD7CAF1E}"/>
    <dgm:cxn modelId="{9A2570D1-783D-4CB5-A263-7A24B16C3A77}" type="presOf" srcId="{CB8EE633-2FD1-4B54-8E10-DBFE2FE9B7B2}" destId="{3FD0D375-6AC1-4190-8BF0-6C3098C24A82}" srcOrd="0" destOrd="0" presId="urn:microsoft.com/office/officeart/2005/8/layout/default"/>
    <dgm:cxn modelId="{B54839F6-A6C3-43DC-A04C-353120339C2E}" srcId="{DBB77A6E-E6AC-443C-87D9-4FA3B87F0DDE}" destId="{A4D7445B-FCF3-4292-B81E-5A35B453031A}" srcOrd="0" destOrd="0" parTransId="{36EB232C-09EF-43AA-BF2A-4FFB81866945}" sibTransId="{25EB5837-453B-403A-8D3E-E77B975137E3}"/>
    <dgm:cxn modelId="{A3CBC6F7-B054-4358-B0F2-43BA42AE1C69}" type="presOf" srcId="{DBB77A6E-E6AC-443C-87D9-4FA3B87F0DDE}" destId="{AC5AFAB5-42BD-4409-8B6C-ADD5FEB7274C}" srcOrd="0" destOrd="0" presId="urn:microsoft.com/office/officeart/2005/8/layout/default"/>
    <dgm:cxn modelId="{E3C321DE-7FCC-4A9B-9456-F433DC1B6C41}" type="presParOf" srcId="{AC5AFAB5-42BD-4409-8B6C-ADD5FEB7274C}" destId="{B70F635B-1626-41A0-B972-A8ABD1A6548A}" srcOrd="0" destOrd="0" presId="urn:microsoft.com/office/officeart/2005/8/layout/default"/>
    <dgm:cxn modelId="{611FE9EE-CC08-41E8-A54C-A9F7DA8460D0}" type="presParOf" srcId="{AC5AFAB5-42BD-4409-8B6C-ADD5FEB7274C}" destId="{29D8052D-9310-4DA3-8B44-780F641CCCE1}" srcOrd="1" destOrd="0" presId="urn:microsoft.com/office/officeart/2005/8/layout/default"/>
    <dgm:cxn modelId="{6EAABA5F-54A9-45A8-A7A0-0A4681117D35}" type="presParOf" srcId="{AC5AFAB5-42BD-4409-8B6C-ADD5FEB7274C}" destId="{FC2720D2-A3C6-46F5-9488-A37B6231EDA0}" srcOrd="2" destOrd="0" presId="urn:microsoft.com/office/officeart/2005/8/layout/default"/>
    <dgm:cxn modelId="{261B8940-E5D1-481B-8AE7-84905BD23AEF}" type="presParOf" srcId="{AC5AFAB5-42BD-4409-8B6C-ADD5FEB7274C}" destId="{828A1CEF-F205-4039-84DF-115FB611DE3A}" srcOrd="3" destOrd="0" presId="urn:microsoft.com/office/officeart/2005/8/layout/default"/>
    <dgm:cxn modelId="{B99F26FA-FA28-4FD5-9AC7-14829BEE3AEF}" type="presParOf" srcId="{AC5AFAB5-42BD-4409-8B6C-ADD5FEB7274C}" destId="{562FE8F8-5C5E-4787-826C-08272CDF568C}" srcOrd="4" destOrd="0" presId="urn:microsoft.com/office/officeart/2005/8/layout/default"/>
    <dgm:cxn modelId="{6835E31F-41FB-418A-AD68-9262816FF9B4}" type="presParOf" srcId="{AC5AFAB5-42BD-4409-8B6C-ADD5FEB7274C}" destId="{1ACEA279-BC37-48B0-A841-56BC96391B78}" srcOrd="5" destOrd="0" presId="urn:microsoft.com/office/officeart/2005/8/layout/default"/>
    <dgm:cxn modelId="{ED79AEA7-CA02-4958-841B-534DAA8FF624}" type="presParOf" srcId="{AC5AFAB5-42BD-4409-8B6C-ADD5FEB7274C}" destId="{F1E4CC4D-D645-4A0D-88E1-7ECAB360921C}" srcOrd="6" destOrd="0" presId="urn:microsoft.com/office/officeart/2005/8/layout/default"/>
    <dgm:cxn modelId="{06B701E7-54EB-4534-8082-BB01A9504B3F}" type="presParOf" srcId="{AC5AFAB5-42BD-4409-8B6C-ADD5FEB7274C}" destId="{0862A05C-9751-4D9B-B5E5-B15685958AFE}" srcOrd="7" destOrd="0" presId="urn:microsoft.com/office/officeart/2005/8/layout/default"/>
    <dgm:cxn modelId="{A3B5BCB3-6036-4FCE-B255-4629DCFFC75E}" type="presParOf" srcId="{AC5AFAB5-42BD-4409-8B6C-ADD5FEB7274C}" destId="{3FD0D375-6AC1-4190-8BF0-6C3098C24A82}"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4AFE6CE-8E7B-4B4C-970B-980EE46D43DC}"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EFD9EB5-0C63-464C-8EB6-A7D9430A4411}">
      <dgm:prSet/>
      <dgm:spPr/>
      <dgm:t>
        <a:bodyPr/>
        <a:lstStyle/>
        <a:p>
          <a:r>
            <a:rPr lang="en-US"/>
            <a:t>Base 16</a:t>
          </a:r>
        </a:p>
      </dgm:t>
    </dgm:pt>
    <dgm:pt modelId="{2483C508-BE41-4F60-892F-AA0C28E1F454}" type="parTrans" cxnId="{37F5C313-5C0C-4238-8FE1-40DBDFBAAB18}">
      <dgm:prSet/>
      <dgm:spPr/>
      <dgm:t>
        <a:bodyPr/>
        <a:lstStyle/>
        <a:p>
          <a:endParaRPr lang="en-US"/>
        </a:p>
      </dgm:t>
    </dgm:pt>
    <dgm:pt modelId="{183CD636-8EB1-4E1D-A6BD-87BB948C3CA1}" type="sibTrans" cxnId="{37F5C313-5C0C-4238-8FE1-40DBDFBAAB18}">
      <dgm:prSet/>
      <dgm:spPr/>
      <dgm:t>
        <a:bodyPr/>
        <a:lstStyle/>
        <a:p>
          <a:endParaRPr lang="en-US"/>
        </a:p>
      </dgm:t>
    </dgm:pt>
    <dgm:pt modelId="{6B912727-75A1-453B-A399-BA65237A8774}">
      <dgm:prSet/>
      <dgm:spPr/>
      <dgm:t>
        <a:bodyPr/>
        <a:lstStyle/>
        <a:p>
          <a:r>
            <a:rPr lang="en-US"/>
            <a:t>Used for a MAC address</a:t>
          </a:r>
        </a:p>
      </dgm:t>
    </dgm:pt>
    <dgm:pt modelId="{98EBF79C-BA31-4ABC-9CC4-A7CEEA97D609}" type="parTrans" cxnId="{793FD404-E53E-449F-B7CF-BC587DEB958D}">
      <dgm:prSet/>
      <dgm:spPr/>
      <dgm:t>
        <a:bodyPr/>
        <a:lstStyle/>
        <a:p>
          <a:endParaRPr lang="en-US"/>
        </a:p>
      </dgm:t>
    </dgm:pt>
    <dgm:pt modelId="{B2DFB15D-8C03-4FEC-AEFE-D97E8B6504E6}" type="sibTrans" cxnId="{793FD404-E53E-449F-B7CF-BC587DEB958D}">
      <dgm:prSet/>
      <dgm:spPr/>
      <dgm:t>
        <a:bodyPr/>
        <a:lstStyle/>
        <a:p>
          <a:endParaRPr lang="en-US"/>
        </a:p>
      </dgm:t>
    </dgm:pt>
    <dgm:pt modelId="{78CF0640-BE8D-41CE-9045-467398810E99}">
      <dgm:prSet/>
      <dgm:spPr/>
      <dgm:t>
        <a:bodyPr/>
        <a:lstStyle/>
        <a:p>
          <a:r>
            <a:rPr lang="en-US"/>
            <a:t>Physical address of the computer </a:t>
          </a:r>
        </a:p>
      </dgm:t>
    </dgm:pt>
    <dgm:pt modelId="{AD807C12-59B4-4955-A95A-94046F7D7380}" type="parTrans" cxnId="{0EA0E67E-629A-4D05-89AC-AAFB770FF95F}">
      <dgm:prSet/>
      <dgm:spPr/>
      <dgm:t>
        <a:bodyPr/>
        <a:lstStyle/>
        <a:p>
          <a:endParaRPr lang="en-US"/>
        </a:p>
      </dgm:t>
    </dgm:pt>
    <dgm:pt modelId="{EF439D2A-B101-4E9A-9B03-1540B667B202}" type="sibTrans" cxnId="{0EA0E67E-629A-4D05-89AC-AAFB770FF95F}">
      <dgm:prSet/>
      <dgm:spPr/>
      <dgm:t>
        <a:bodyPr/>
        <a:lstStyle/>
        <a:p>
          <a:endParaRPr lang="en-US"/>
        </a:p>
      </dgm:t>
    </dgm:pt>
    <dgm:pt modelId="{73310808-722E-41FB-8643-82DE64052EE1}">
      <dgm:prSet/>
      <dgm:spPr/>
      <dgm:t>
        <a:bodyPr/>
        <a:lstStyle/>
        <a:p>
          <a:r>
            <a:rPr lang="en-US"/>
            <a:t>More efficient way to show binary numbers</a:t>
          </a:r>
        </a:p>
      </dgm:t>
    </dgm:pt>
    <dgm:pt modelId="{BA5E4C5A-2C2B-469C-BB46-986B60552E56}" type="parTrans" cxnId="{DD98ED21-F87A-4070-9823-9220DF1DE27C}">
      <dgm:prSet/>
      <dgm:spPr/>
      <dgm:t>
        <a:bodyPr/>
        <a:lstStyle/>
        <a:p>
          <a:endParaRPr lang="en-US"/>
        </a:p>
      </dgm:t>
    </dgm:pt>
    <dgm:pt modelId="{5F9B6024-F04C-46CE-998A-2337DDC21273}" type="sibTrans" cxnId="{DD98ED21-F87A-4070-9823-9220DF1DE27C}">
      <dgm:prSet/>
      <dgm:spPr/>
      <dgm:t>
        <a:bodyPr/>
        <a:lstStyle/>
        <a:p>
          <a:endParaRPr lang="en-US"/>
        </a:p>
      </dgm:t>
    </dgm:pt>
    <dgm:pt modelId="{B01E37F1-136C-4BAD-8C55-15F95B8BED30}">
      <dgm:prSet/>
      <dgm:spPr/>
      <dgm:t>
        <a:bodyPr/>
        <a:lstStyle/>
        <a:p>
          <a:r>
            <a:rPr lang="en-US"/>
            <a:t>1 Digit in hexadecimal is four digits (a byte) in binary</a:t>
          </a:r>
        </a:p>
      </dgm:t>
    </dgm:pt>
    <dgm:pt modelId="{2700388E-183D-45A5-B816-370FCF663C5D}" type="parTrans" cxnId="{F2377689-643A-45DF-8F99-DF44B345FEE2}">
      <dgm:prSet/>
      <dgm:spPr/>
      <dgm:t>
        <a:bodyPr/>
        <a:lstStyle/>
        <a:p>
          <a:endParaRPr lang="en-US"/>
        </a:p>
      </dgm:t>
    </dgm:pt>
    <dgm:pt modelId="{CBE223F6-849A-4E1E-B3CB-146A2C2AF9BC}" type="sibTrans" cxnId="{F2377689-643A-45DF-8F99-DF44B345FEE2}">
      <dgm:prSet/>
      <dgm:spPr/>
      <dgm:t>
        <a:bodyPr/>
        <a:lstStyle/>
        <a:p>
          <a:endParaRPr lang="en-US"/>
        </a:p>
      </dgm:t>
    </dgm:pt>
    <dgm:pt modelId="{BC68925A-023E-4E06-B982-F00F41270F64}" type="pres">
      <dgm:prSet presAssocID="{74AFE6CE-8E7B-4B4C-970B-980EE46D43DC}" presName="linear" presStyleCnt="0">
        <dgm:presLayoutVars>
          <dgm:animLvl val="lvl"/>
          <dgm:resizeHandles val="exact"/>
        </dgm:presLayoutVars>
      </dgm:prSet>
      <dgm:spPr/>
    </dgm:pt>
    <dgm:pt modelId="{C731E18E-823B-4381-8F07-583C2D22C466}" type="pres">
      <dgm:prSet presAssocID="{DEFD9EB5-0C63-464C-8EB6-A7D9430A4411}" presName="parentText" presStyleLbl="node1" presStyleIdx="0" presStyleCnt="5">
        <dgm:presLayoutVars>
          <dgm:chMax val="0"/>
          <dgm:bulletEnabled val="1"/>
        </dgm:presLayoutVars>
      </dgm:prSet>
      <dgm:spPr/>
    </dgm:pt>
    <dgm:pt modelId="{3C6C5298-D446-43A2-956E-E12C4492E46F}" type="pres">
      <dgm:prSet presAssocID="{183CD636-8EB1-4E1D-A6BD-87BB948C3CA1}" presName="spacer" presStyleCnt="0"/>
      <dgm:spPr/>
    </dgm:pt>
    <dgm:pt modelId="{CD19D183-A90D-4B61-8464-732629EDF449}" type="pres">
      <dgm:prSet presAssocID="{6B912727-75A1-453B-A399-BA65237A8774}" presName="parentText" presStyleLbl="node1" presStyleIdx="1" presStyleCnt="5">
        <dgm:presLayoutVars>
          <dgm:chMax val="0"/>
          <dgm:bulletEnabled val="1"/>
        </dgm:presLayoutVars>
      </dgm:prSet>
      <dgm:spPr/>
    </dgm:pt>
    <dgm:pt modelId="{A5FAA526-F1AA-49B8-817A-D41B071E8804}" type="pres">
      <dgm:prSet presAssocID="{B2DFB15D-8C03-4FEC-AEFE-D97E8B6504E6}" presName="spacer" presStyleCnt="0"/>
      <dgm:spPr/>
    </dgm:pt>
    <dgm:pt modelId="{30854192-966E-45AC-A9BD-27905A8850EC}" type="pres">
      <dgm:prSet presAssocID="{78CF0640-BE8D-41CE-9045-467398810E99}" presName="parentText" presStyleLbl="node1" presStyleIdx="2" presStyleCnt="5">
        <dgm:presLayoutVars>
          <dgm:chMax val="0"/>
          <dgm:bulletEnabled val="1"/>
        </dgm:presLayoutVars>
      </dgm:prSet>
      <dgm:spPr/>
    </dgm:pt>
    <dgm:pt modelId="{1654EAC4-1553-47C0-8F82-78E3E9E0211A}" type="pres">
      <dgm:prSet presAssocID="{EF439D2A-B101-4E9A-9B03-1540B667B202}" presName="spacer" presStyleCnt="0"/>
      <dgm:spPr/>
    </dgm:pt>
    <dgm:pt modelId="{21C32184-C9ED-4310-B441-AE8BE9794ECB}" type="pres">
      <dgm:prSet presAssocID="{73310808-722E-41FB-8643-82DE64052EE1}" presName="parentText" presStyleLbl="node1" presStyleIdx="3" presStyleCnt="5">
        <dgm:presLayoutVars>
          <dgm:chMax val="0"/>
          <dgm:bulletEnabled val="1"/>
        </dgm:presLayoutVars>
      </dgm:prSet>
      <dgm:spPr/>
    </dgm:pt>
    <dgm:pt modelId="{96321376-3895-4FCE-9346-DB8D9830F475}" type="pres">
      <dgm:prSet presAssocID="{5F9B6024-F04C-46CE-998A-2337DDC21273}" presName="spacer" presStyleCnt="0"/>
      <dgm:spPr/>
    </dgm:pt>
    <dgm:pt modelId="{8C73C115-58A3-423D-8040-61198120E963}" type="pres">
      <dgm:prSet presAssocID="{B01E37F1-136C-4BAD-8C55-15F95B8BED30}" presName="parentText" presStyleLbl="node1" presStyleIdx="4" presStyleCnt="5">
        <dgm:presLayoutVars>
          <dgm:chMax val="0"/>
          <dgm:bulletEnabled val="1"/>
        </dgm:presLayoutVars>
      </dgm:prSet>
      <dgm:spPr/>
    </dgm:pt>
  </dgm:ptLst>
  <dgm:cxnLst>
    <dgm:cxn modelId="{64166003-266C-4154-96B9-A585BF51384E}" type="presOf" srcId="{DEFD9EB5-0C63-464C-8EB6-A7D9430A4411}" destId="{C731E18E-823B-4381-8F07-583C2D22C466}" srcOrd="0" destOrd="0" presId="urn:microsoft.com/office/officeart/2005/8/layout/vList2"/>
    <dgm:cxn modelId="{793FD404-E53E-449F-B7CF-BC587DEB958D}" srcId="{74AFE6CE-8E7B-4B4C-970B-980EE46D43DC}" destId="{6B912727-75A1-453B-A399-BA65237A8774}" srcOrd="1" destOrd="0" parTransId="{98EBF79C-BA31-4ABC-9CC4-A7CEEA97D609}" sibTransId="{B2DFB15D-8C03-4FEC-AEFE-D97E8B6504E6}"/>
    <dgm:cxn modelId="{60CCF30E-A2BB-4CE0-A8FE-ACD59F03BF47}" type="presOf" srcId="{6B912727-75A1-453B-A399-BA65237A8774}" destId="{CD19D183-A90D-4B61-8464-732629EDF449}" srcOrd="0" destOrd="0" presId="urn:microsoft.com/office/officeart/2005/8/layout/vList2"/>
    <dgm:cxn modelId="{37F5C313-5C0C-4238-8FE1-40DBDFBAAB18}" srcId="{74AFE6CE-8E7B-4B4C-970B-980EE46D43DC}" destId="{DEFD9EB5-0C63-464C-8EB6-A7D9430A4411}" srcOrd="0" destOrd="0" parTransId="{2483C508-BE41-4F60-892F-AA0C28E1F454}" sibTransId="{183CD636-8EB1-4E1D-A6BD-87BB948C3CA1}"/>
    <dgm:cxn modelId="{DD98ED21-F87A-4070-9823-9220DF1DE27C}" srcId="{74AFE6CE-8E7B-4B4C-970B-980EE46D43DC}" destId="{73310808-722E-41FB-8643-82DE64052EE1}" srcOrd="3" destOrd="0" parTransId="{BA5E4C5A-2C2B-469C-BB46-986B60552E56}" sibTransId="{5F9B6024-F04C-46CE-998A-2337DDC21273}"/>
    <dgm:cxn modelId="{C6A44E24-04D0-4150-B9AC-8FC5D3E1D42D}" type="presOf" srcId="{73310808-722E-41FB-8643-82DE64052EE1}" destId="{21C32184-C9ED-4310-B441-AE8BE9794ECB}" srcOrd="0" destOrd="0" presId="urn:microsoft.com/office/officeart/2005/8/layout/vList2"/>
    <dgm:cxn modelId="{4F8CB739-DDCD-4632-BAB3-DC146F68B6FF}" type="presOf" srcId="{74AFE6CE-8E7B-4B4C-970B-980EE46D43DC}" destId="{BC68925A-023E-4E06-B982-F00F41270F64}" srcOrd="0" destOrd="0" presId="urn:microsoft.com/office/officeart/2005/8/layout/vList2"/>
    <dgm:cxn modelId="{0EA0E67E-629A-4D05-89AC-AAFB770FF95F}" srcId="{74AFE6CE-8E7B-4B4C-970B-980EE46D43DC}" destId="{78CF0640-BE8D-41CE-9045-467398810E99}" srcOrd="2" destOrd="0" parTransId="{AD807C12-59B4-4955-A95A-94046F7D7380}" sibTransId="{EF439D2A-B101-4E9A-9B03-1540B667B202}"/>
    <dgm:cxn modelId="{F2377689-643A-45DF-8F99-DF44B345FEE2}" srcId="{74AFE6CE-8E7B-4B4C-970B-980EE46D43DC}" destId="{B01E37F1-136C-4BAD-8C55-15F95B8BED30}" srcOrd="4" destOrd="0" parTransId="{2700388E-183D-45A5-B816-370FCF663C5D}" sibTransId="{CBE223F6-849A-4E1E-B3CB-146A2C2AF9BC}"/>
    <dgm:cxn modelId="{AE7ADDC7-7D6A-41D3-8514-BC58CACA0320}" type="presOf" srcId="{B01E37F1-136C-4BAD-8C55-15F95B8BED30}" destId="{8C73C115-58A3-423D-8040-61198120E963}" srcOrd="0" destOrd="0" presId="urn:microsoft.com/office/officeart/2005/8/layout/vList2"/>
    <dgm:cxn modelId="{19C81AF7-A93F-4C76-93B4-AD2CA8C0D3D5}" type="presOf" srcId="{78CF0640-BE8D-41CE-9045-467398810E99}" destId="{30854192-966E-45AC-A9BD-27905A8850EC}" srcOrd="0" destOrd="0" presId="urn:microsoft.com/office/officeart/2005/8/layout/vList2"/>
    <dgm:cxn modelId="{D28C3505-EDCE-4644-8230-B0363ACD272F}" type="presParOf" srcId="{BC68925A-023E-4E06-B982-F00F41270F64}" destId="{C731E18E-823B-4381-8F07-583C2D22C466}" srcOrd="0" destOrd="0" presId="urn:microsoft.com/office/officeart/2005/8/layout/vList2"/>
    <dgm:cxn modelId="{4AE548DA-B444-4A6C-B8E7-A7DDCA063BE7}" type="presParOf" srcId="{BC68925A-023E-4E06-B982-F00F41270F64}" destId="{3C6C5298-D446-43A2-956E-E12C4492E46F}" srcOrd="1" destOrd="0" presId="urn:microsoft.com/office/officeart/2005/8/layout/vList2"/>
    <dgm:cxn modelId="{4B1ABB33-F129-409E-AC96-6AD37A001ACF}" type="presParOf" srcId="{BC68925A-023E-4E06-B982-F00F41270F64}" destId="{CD19D183-A90D-4B61-8464-732629EDF449}" srcOrd="2" destOrd="0" presId="urn:microsoft.com/office/officeart/2005/8/layout/vList2"/>
    <dgm:cxn modelId="{D610F9B4-6746-4E73-8058-BA5EFEB280DB}" type="presParOf" srcId="{BC68925A-023E-4E06-B982-F00F41270F64}" destId="{A5FAA526-F1AA-49B8-817A-D41B071E8804}" srcOrd="3" destOrd="0" presId="urn:microsoft.com/office/officeart/2005/8/layout/vList2"/>
    <dgm:cxn modelId="{A846DDE5-A248-47F5-ABFE-FC5E8E844CBB}" type="presParOf" srcId="{BC68925A-023E-4E06-B982-F00F41270F64}" destId="{30854192-966E-45AC-A9BD-27905A8850EC}" srcOrd="4" destOrd="0" presId="urn:microsoft.com/office/officeart/2005/8/layout/vList2"/>
    <dgm:cxn modelId="{5EC5C3AD-4F4F-4400-A032-476ECDF1C9DE}" type="presParOf" srcId="{BC68925A-023E-4E06-B982-F00F41270F64}" destId="{1654EAC4-1553-47C0-8F82-78E3E9E0211A}" srcOrd="5" destOrd="0" presId="urn:microsoft.com/office/officeart/2005/8/layout/vList2"/>
    <dgm:cxn modelId="{F352E0D8-D960-4DA2-B91E-53129B0E018D}" type="presParOf" srcId="{BC68925A-023E-4E06-B982-F00F41270F64}" destId="{21C32184-C9ED-4310-B441-AE8BE9794ECB}" srcOrd="6" destOrd="0" presId="urn:microsoft.com/office/officeart/2005/8/layout/vList2"/>
    <dgm:cxn modelId="{36ECE769-FB2A-46CA-B369-A89397BB71FC}" type="presParOf" srcId="{BC68925A-023E-4E06-B982-F00F41270F64}" destId="{96321376-3895-4FCE-9346-DB8D9830F475}" srcOrd="7" destOrd="0" presId="urn:microsoft.com/office/officeart/2005/8/layout/vList2"/>
    <dgm:cxn modelId="{06D42925-7886-48E1-8C9A-C85029AAC371}" type="presParOf" srcId="{BC68925A-023E-4E06-B982-F00F41270F64}" destId="{8C73C115-58A3-423D-8040-61198120E963}"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7B93822-A993-4024-92FF-9C2B0CE1C602}"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2A9E64F2-6BBE-41DA-9023-C41F6AA955CB}">
      <dgm:prSet/>
      <dgm:spPr/>
      <dgm:t>
        <a:bodyPr/>
        <a:lstStyle/>
        <a:p>
          <a:pPr rtl="0">
            <a:lnSpc>
              <a:spcPct val="100000"/>
            </a:lnSpc>
          </a:pPr>
          <a:r>
            <a:rPr lang="en-US"/>
            <a:t>The internet's address book</a:t>
          </a:r>
          <a:endParaRPr lang="en-US">
            <a:latin typeface="Aptos Display" panose="020F0302020204030204"/>
          </a:endParaRPr>
        </a:p>
      </dgm:t>
    </dgm:pt>
    <dgm:pt modelId="{70DCEF51-FF9D-4267-9E53-A0DEBC9FC9B5}" type="parTrans" cxnId="{C8F7A027-FF8C-488A-9447-420DED544D56}">
      <dgm:prSet/>
      <dgm:spPr/>
      <dgm:t>
        <a:bodyPr/>
        <a:lstStyle/>
        <a:p>
          <a:endParaRPr lang="en-US"/>
        </a:p>
      </dgm:t>
    </dgm:pt>
    <dgm:pt modelId="{64C07824-6BD2-4772-8C0F-3FF9C3037928}" type="sibTrans" cxnId="{C8F7A027-FF8C-488A-9447-420DED544D56}">
      <dgm:prSet/>
      <dgm:spPr/>
      <dgm:t>
        <a:bodyPr/>
        <a:lstStyle/>
        <a:p>
          <a:endParaRPr lang="en-US"/>
        </a:p>
      </dgm:t>
    </dgm:pt>
    <dgm:pt modelId="{C123ED27-C602-4F91-9A51-7D81FE1D6AFC}">
      <dgm:prSet/>
      <dgm:spPr/>
      <dgm:t>
        <a:bodyPr/>
        <a:lstStyle/>
        <a:p>
          <a:pPr>
            <a:lnSpc>
              <a:spcPct val="100000"/>
            </a:lnSpc>
          </a:pPr>
          <a:r>
            <a:rPr lang="en-US"/>
            <a:t>Like </a:t>
          </a:r>
          <a:r>
            <a:rPr lang="en-US">
              <a:latin typeface="Aptos Display" panose="020F0302020204030204"/>
            </a:rPr>
            <a:t>Google Maps</a:t>
          </a:r>
          <a:endParaRPr lang="en-US"/>
        </a:p>
      </dgm:t>
    </dgm:pt>
    <dgm:pt modelId="{B78048B3-5CFB-4197-97D5-B215010AFD39}" type="parTrans" cxnId="{8013CF23-133F-4DB1-B6C4-612585CC4B5E}">
      <dgm:prSet/>
      <dgm:spPr/>
      <dgm:t>
        <a:bodyPr/>
        <a:lstStyle/>
        <a:p>
          <a:endParaRPr lang="en-US"/>
        </a:p>
      </dgm:t>
    </dgm:pt>
    <dgm:pt modelId="{9689D420-EF09-4F30-BD6D-E616603AF070}" type="sibTrans" cxnId="{8013CF23-133F-4DB1-B6C4-612585CC4B5E}">
      <dgm:prSet/>
      <dgm:spPr/>
      <dgm:t>
        <a:bodyPr/>
        <a:lstStyle/>
        <a:p>
          <a:endParaRPr lang="en-US"/>
        </a:p>
      </dgm:t>
    </dgm:pt>
    <dgm:pt modelId="{EA1E281E-90B9-4547-BD2E-ED84A350060D}">
      <dgm:prSet/>
      <dgm:spPr/>
      <dgm:t>
        <a:bodyPr/>
        <a:lstStyle/>
        <a:p>
          <a:pPr>
            <a:lnSpc>
              <a:spcPct val="100000"/>
            </a:lnSpc>
          </a:pPr>
          <a:r>
            <a:rPr lang="en-US"/>
            <a:t>Your device will ask a "resolver" (often run by your ISP)</a:t>
          </a:r>
        </a:p>
      </dgm:t>
    </dgm:pt>
    <dgm:pt modelId="{C59BB8DB-81A2-4E27-9B76-230A0AA1DA1A}" type="parTrans" cxnId="{01BC0D80-2197-483D-BE76-95C5C4A24FA0}">
      <dgm:prSet/>
      <dgm:spPr/>
      <dgm:t>
        <a:bodyPr/>
        <a:lstStyle/>
        <a:p>
          <a:endParaRPr lang="en-US"/>
        </a:p>
      </dgm:t>
    </dgm:pt>
    <dgm:pt modelId="{0449F09C-14DE-4B21-8917-998F74252EC5}" type="sibTrans" cxnId="{01BC0D80-2197-483D-BE76-95C5C4A24FA0}">
      <dgm:prSet/>
      <dgm:spPr/>
      <dgm:t>
        <a:bodyPr/>
        <a:lstStyle/>
        <a:p>
          <a:endParaRPr lang="en-US"/>
        </a:p>
      </dgm:t>
    </dgm:pt>
    <dgm:pt modelId="{6F1571A5-9E5D-4940-B682-4BA7C9A17E15}">
      <dgm:prSet/>
      <dgm:spPr/>
      <dgm:t>
        <a:bodyPr/>
        <a:lstStyle/>
        <a:p>
          <a:pPr rtl="0">
            <a:lnSpc>
              <a:spcPct val="100000"/>
            </a:lnSpc>
          </a:pPr>
          <a:r>
            <a:rPr lang="en-US" dirty="0"/>
            <a:t>If resolver doesn't know, it asks up a communication </a:t>
          </a:r>
          <a:r>
            <a:rPr lang="en-US">
              <a:latin typeface="Aptos Display" panose="020F0302020204030204"/>
            </a:rPr>
            <a:t>chain </a:t>
          </a:r>
          <a:endParaRPr lang="en-US" dirty="0"/>
        </a:p>
      </dgm:t>
    </dgm:pt>
    <dgm:pt modelId="{F5458897-B8BD-4D75-A55D-D751A6925773}" type="parTrans" cxnId="{4137BA17-F037-41F6-8E7A-902553DDFFB7}">
      <dgm:prSet/>
      <dgm:spPr/>
      <dgm:t>
        <a:bodyPr/>
        <a:lstStyle/>
        <a:p>
          <a:endParaRPr lang="en-US"/>
        </a:p>
      </dgm:t>
    </dgm:pt>
    <dgm:pt modelId="{269569C4-6444-4D77-9DE9-A2813E35FA72}" type="sibTrans" cxnId="{4137BA17-F037-41F6-8E7A-902553DDFFB7}">
      <dgm:prSet/>
      <dgm:spPr/>
      <dgm:t>
        <a:bodyPr/>
        <a:lstStyle/>
        <a:p>
          <a:endParaRPr lang="en-US"/>
        </a:p>
      </dgm:t>
    </dgm:pt>
    <dgm:pt modelId="{F550D219-589D-4D11-8C06-223FA44A4129}">
      <dgm:prSet/>
      <dgm:spPr/>
      <dgm:t>
        <a:bodyPr/>
        <a:lstStyle/>
        <a:p>
          <a:pPr rtl="0">
            <a:lnSpc>
              <a:spcPct val="100000"/>
            </a:lnSpc>
          </a:pPr>
          <a:r>
            <a:rPr lang="en-US">
              <a:latin typeface="Aptos Display" panose="020F0302020204030204"/>
            </a:rPr>
            <a:t>Once </a:t>
          </a:r>
          <a:r>
            <a:rPr lang="en-US"/>
            <a:t>IP </a:t>
          </a:r>
          <a:r>
            <a:rPr lang="en-US">
              <a:latin typeface="Aptos Display" panose="020F0302020204030204"/>
            </a:rPr>
            <a:t>is given</a:t>
          </a:r>
          <a:r>
            <a:rPr lang="en-US"/>
            <a:t>, </a:t>
          </a:r>
          <a:r>
            <a:rPr lang="en-US">
              <a:latin typeface="Aptos Display" panose="020F0302020204030204"/>
            </a:rPr>
            <a:t>browser </a:t>
          </a:r>
          <a:r>
            <a:rPr lang="en-US" dirty="0">
              <a:latin typeface="Aptos Display" panose="020F0302020204030204"/>
            </a:rPr>
            <a:t> connects</a:t>
          </a:r>
          <a:endParaRPr lang="en-US" dirty="0"/>
        </a:p>
      </dgm:t>
    </dgm:pt>
    <dgm:pt modelId="{8CA557BB-89BA-4D6A-B3A6-2C7F747FDD77}" type="parTrans" cxnId="{6F449EC3-9000-400F-A723-F629BE9F5375}">
      <dgm:prSet/>
      <dgm:spPr/>
      <dgm:t>
        <a:bodyPr/>
        <a:lstStyle/>
        <a:p>
          <a:endParaRPr lang="en-US"/>
        </a:p>
      </dgm:t>
    </dgm:pt>
    <dgm:pt modelId="{043C7E05-AB7A-4E82-B7C9-B29B1D5A19C1}" type="sibTrans" cxnId="{6F449EC3-9000-400F-A723-F629BE9F5375}">
      <dgm:prSet/>
      <dgm:spPr/>
      <dgm:t>
        <a:bodyPr/>
        <a:lstStyle/>
        <a:p>
          <a:endParaRPr lang="en-US"/>
        </a:p>
      </dgm:t>
    </dgm:pt>
    <dgm:pt modelId="{B9A05FB3-E483-45F2-8C34-2BC7427FF050}">
      <dgm:prSet phldrT="[Text]" phldr="0"/>
      <dgm:spPr/>
      <dgm:t>
        <a:bodyPr/>
        <a:lstStyle/>
        <a:p>
          <a:pPr rtl="0">
            <a:lnSpc>
              <a:spcPct val="100000"/>
            </a:lnSpc>
          </a:pPr>
          <a:r>
            <a:rPr lang="en-US" dirty="0">
              <a:latin typeface="Aptos Display" panose="020F0302020204030204"/>
            </a:rPr>
            <a:t>Google.com vs IP </a:t>
          </a:r>
          <a:endParaRPr lang="en-US" dirty="0"/>
        </a:p>
      </dgm:t>
    </dgm:pt>
    <dgm:pt modelId="{A3CF61F3-B973-4516-B788-3937B9F7A173}" type="parTrans" cxnId="{5D1CC517-0ABF-4B57-A567-A312ABC2BF17}">
      <dgm:prSet/>
      <dgm:spPr/>
    </dgm:pt>
    <dgm:pt modelId="{60514A73-3A9C-4414-B488-317C31A44AD5}" type="sibTrans" cxnId="{5D1CC517-0ABF-4B57-A567-A312ABC2BF17}">
      <dgm:prSet/>
      <dgm:spPr/>
      <dgm:t>
        <a:bodyPr/>
        <a:lstStyle/>
        <a:p>
          <a:endParaRPr lang="en-US"/>
        </a:p>
        <a:p>
          <a:endParaRPr lang="en-US"/>
        </a:p>
      </dgm:t>
    </dgm:pt>
    <dgm:pt modelId="{9D5A8A8F-55FC-4A95-A71B-D79E17E38290}" type="pres">
      <dgm:prSet presAssocID="{37B93822-A993-4024-92FF-9C2B0CE1C602}" presName="Name0" presStyleCnt="0">
        <dgm:presLayoutVars>
          <dgm:dir/>
          <dgm:resizeHandles val="exact"/>
        </dgm:presLayoutVars>
      </dgm:prSet>
      <dgm:spPr/>
    </dgm:pt>
    <dgm:pt modelId="{868C4713-EFDD-471C-BE7A-9E1FFC130D71}" type="pres">
      <dgm:prSet presAssocID="{2A9E64F2-6BBE-41DA-9023-C41F6AA955CB}" presName="node" presStyleLbl="node1" presStyleIdx="0" presStyleCnt="6">
        <dgm:presLayoutVars>
          <dgm:bulletEnabled val="1"/>
        </dgm:presLayoutVars>
      </dgm:prSet>
      <dgm:spPr/>
    </dgm:pt>
    <dgm:pt modelId="{7225DB58-2494-488A-8415-F03DA47EE0BB}" type="pres">
      <dgm:prSet presAssocID="{64C07824-6BD2-4772-8C0F-3FF9C3037928}" presName="sibTrans" presStyleLbl="sibTrans1D1" presStyleIdx="0" presStyleCnt="5"/>
      <dgm:spPr/>
    </dgm:pt>
    <dgm:pt modelId="{64FC79B9-2E4E-4A51-AFB9-0F6B867BE1F8}" type="pres">
      <dgm:prSet presAssocID="{64C07824-6BD2-4772-8C0F-3FF9C3037928}" presName="connectorText" presStyleLbl="sibTrans1D1" presStyleIdx="0" presStyleCnt="5"/>
      <dgm:spPr/>
    </dgm:pt>
    <dgm:pt modelId="{CD72FF37-361D-4345-AF63-6E54A972BEF9}" type="pres">
      <dgm:prSet presAssocID="{B9A05FB3-E483-45F2-8C34-2BC7427FF050}" presName="node" presStyleLbl="node1" presStyleIdx="1" presStyleCnt="6">
        <dgm:presLayoutVars>
          <dgm:bulletEnabled val="1"/>
        </dgm:presLayoutVars>
      </dgm:prSet>
      <dgm:spPr/>
    </dgm:pt>
    <dgm:pt modelId="{19BB583B-4597-438A-B171-9CE4D99E60F0}" type="pres">
      <dgm:prSet presAssocID="{60514A73-3A9C-4414-B488-317C31A44AD5}" presName="sibTrans" presStyleLbl="sibTrans1D1" presStyleIdx="1" presStyleCnt="5"/>
      <dgm:spPr/>
    </dgm:pt>
    <dgm:pt modelId="{0AFF91A2-94B8-40CC-A4EF-84989FC15196}" type="pres">
      <dgm:prSet presAssocID="{60514A73-3A9C-4414-B488-317C31A44AD5}" presName="connectorText" presStyleLbl="sibTrans1D1" presStyleIdx="1" presStyleCnt="5"/>
      <dgm:spPr/>
    </dgm:pt>
    <dgm:pt modelId="{A8A404E1-D434-472B-9FE2-33146F2EC385}" type="pres">
      <dgm:prSet presAssocID="{C123ED27-C602-4F91-9A51-7D81FE1D6AFC}" presName="node" presStyleLbl="node1" presStyleIdx="2" presStyleCnt="6">
        <dgm:presLayoutVars>
          <dgm:bulletEnabled val="1"/>
        </dgm:presLayoutVars>
      </dgm:prSet>
      <dgm:spPr/>
    </dgm:pt>
    <dgm:pt modelId="{00969B03-1CF0-49ED-B8F4-506993F7E59B}" type="pres">
      <dgm:prSet presAssocID="{9689D420-EF09-4F30-BD6D-E616603AF070}" presName="sibTrans" presStyleLbl="sibTrans1D1" presStyleIdx="2" presStyleCnt="5"/>
      <dgm:spPr/>
    </dgm:pt>
    <dgm:pt modelId="{5B4B9A03-1762-4AC6-9CEE-E25D0C43F8EA}" type="pres">
      <dgm:prSet presAssocID="{9689D420-EF09-4F30-BD6D-E616603AF070}" presName="connectorText" presStyleLbl="sibTrans1D1" presStyleIdx="2" presStyleCnt="5"/>
      <dgm:spPr/>
    </dgm:pt>
    <dgm:pt modelId="{81857C4B-32BA-4C6A-BCCD-FB6FFAC7A967}" type="pres">
      <dgm:prSet presAssocID="{EA1E281E-90B9-4547-BD2E-ED84A350060D}" presName="node" presStyleLbl="node1" presStyleIdx="3" presStyleCnt="6">
        <dgm:presLayoutVars>
          <dgm:bulletEnabled val="1"/>
        </dgm:presLayoutVars>
      </dgm:prSet>
      <dgm:spPr/>
    </dgm:pt>
    <dgm:pt modelId="{6327D28C-A29A-4280-8275-D61BB53EA293}" type="pres">
      <dgm:prSet presAssocID="{0449F09C-14DE-4B21-8917-998F74252EC5}" presName="sibTrans" presStyleLbl="sibTrans1D1" presStyleIdx="3" presStyleCnt="5"/>
      <dgm:spPr/>
    </dgm:pt>
    <dgm:pt modelId="{D766D81F-5C0B-4DD8-94E6-925F5F6BB182}" type="pres">
      <dgm:prSet presAssocID="{0449F09C-14DE-4B21-8917-998F74252EC5}" presName="connectorText" presStyleLbl="sibTrans1D1" presStyleIdx="3" presStyleCnt="5"/>
      <dgm:spPr/>
    </dgm:pt>
    <dgm:pt modelId="{35ABADA6-EE40-45C9-A291-296A23E49CAA}" type="pres">
      <dgm:prSet presAssocID="{6F1571A5-9E5D-4940-B682-4BA7C9A17E15}" presName="node" presStyleLbl="node1" presStyleIdx="4" presStyleCnt="6">
        <dgm:presLayoutVars>
          <dgm:bulletEnabled val="1"/>
        </dgm:presLayoutVars>
      </dgm:prSet>
      <dgm:spPr/>
    </dgm:pt>
    <dgm:pt modelId="{8C598595-CE4B-41AB-87F9-F788B349D808}" type="pres">
      <dgm:prSet presAssocID="{269569C4-6444-4D77-9DE9-A2813E35FA72}" presName="sibTrans" presStyleLbl="sibTrans1D1" presStyleIdx="4" presStyleCnt="5"/>
      <dgm:spPr/>
    </dgm:pt>
    <dgm:pt modelId="{EE2B491D-1DF1-4DEE-8C4E-AEDE3A29592D}" type="pres">
      <dgm:prSet presAssocID="{269569C4-6444-4D77-9DE9-A2813E35FA72}" presName="connectorText" presStyleLbl="sibTrans1D1" presStyleIdx="4" presStyleCnt="5"/>
      <dgm:spPr/>
    </dgm:pt>
    <dgm:pt modelId="{566C67B3-0C34-4B01-881B-A3FBF126E36F}" type="pres">
      <dgm:prSet presAssocID="{F550D219-589D-4D11-8C06-223FA44A4129}" presName="node" presStyleLbl="node1" presStyleIdx="5" presStyleCnt="6">
        <dgm:presLayoutVars>
          <dgm:bulletEnabled val="1"/>
        </dgm:presLayoutVars>
      </dgm:prSet>
      <dgm:spPr/>
    </dgm:pt>
  </dgm:ptLst>
  <dgm:cxnLst>
    <dgm:cxn modelId="{91C9F600-F109-43B1-BE1E-E845D57DD6F6}" type="presOf" srcId="{C123ED27-C602-4F91-9A51-7D81FE1D6AFC}" destId="{A8A404E1-D434-472B-9FE2-33146F2EC385}" srcOrd="0" destOrd="0" presId="urn:microsoft.com/office/officeart/2016/7/layout/RepeatingBendingProcessNew"/>
    <dgm:cxn modelId="{AA7E8A05-D0CD-4F6D-A071-7D0084BB6691}" type="presOf" srcId="{269569C4-6444-4D77-9DE9-A2813E35FA72}" destId="{EE2B491D-1DF1-4DEE-8C4E-AEDE3A29592D}" srcOrd="1" destOrd="0" presId="urn:microsoft.com/office/officeart/2016/7/layout/RepeatingBendingProcessNew"/>
    <dgm:cxn modelId="{CEEB1709-A705-48C1-A2B7-DE2024FBE964}" type="presOf" srcId="{269569C4-6444-4D77-9DE9-A2813E35FA72}" destId="{8C598595-CE4B-41AB-87F9-F788B349D808}" srcOrd="0" destOrd="0" presId="urn:microsoft.com/office/officeart/2016/7/layout/RepeatingBendingProcessNew"/>
    <dgm:cxn modelId="{64FEA40E-2CF8-4795-B82C-63FD1C670B83}" type="presOf" srcId="{37B93822-A993-4024-92FF-9C2B0CE1C602}" destId="{9D5A8A8F-55FC-4A95-A71B-D79E17E38290}" srcOrd="0" destOrd="0" presId="urn:microsoft.com/office/officeart/2016/7/layout/RepeatingBendingProcessNew"/>
    <dgm:cxn modelId="{D9E1B710-3584-4C26-B78C-2B9FA20B598C}" type="presOf" srcId="{0449F09C-14DE-4B21-8917-998F74252EC5}" destId="{6327D28C-A29A-4280-8275-D61BB53EA293}" srcOrd="0" destOrd="0" presId="urn:microsoft.com/office/officeart/2016/7/layout/RepeatingBendingProcessNew"/>
    <dgm:cxn modelId="{4137BA17-F037-41F6-8E7A-902553DDFFB7}" srcId="{37B93822-A993-4024-92FF-9C2B0CE1C602}" destId="{6F1571A5-9E5D-4940-B682-4BA7C9A17E15}" srcOrd="4" destOrd="0" parTransId="{F5458897-B8BD-4D75-A55D-D751A6925773}" sibTransId="{269569C4-6444-4D77-9DE9-A2813E35FA72}"/>
    <dgm:cxn modelId="{5D1CC517-0ABF-4B57-A567-A312ABC2BF17}" srcId="{37B93822-A993-4024-92FF-9C2B0CE1C602}" destId="{B9A05FB3-E483-45F2-8C34-2BC7427FF050}" srcOrd="1" destOrd="0" parTransId="{A3CF61F3-B973-4516-B788-3937B9F7A173}" sibTransId="{60514A73-3A9C-4414-B488-317C31A44AD5}"/>
    <dgm:cxn modelId="{62D35F22-973C-4EBE-A226-11B409A7F897}" type="presOf" srcId="{64C07824-6BD2-4772-8C0F-3FF9C3037928}" destId="{64FC79B9-2E4E-4A51-AFB9-0F6B867BE1F8}" srcOrd="1" destOrd="0" presId="urn:microsoft.com/office/officeart/2016/7/layout/RepeatingBendingProcessNew"/>
    <dgm:cxn modelId="{8013CF23-133F-4DB1-B6C4-612585CC4B5E}" srcId="{37B93822-A993-4024-92FF-9C2B0CE1C602}" destId="{C123ED27-C602-4F91-9A51-7D81FE1D6AFC}" srcOrd="2" destOrd="0" parTransId="{B78048B3-5CFB-4197-97D5-B215010AFD39}" sibTransId="{9689D420-EF09-4F30-BD6D-E616603AF070}"/>
    <dgm:cxn modelId="{C8F7A027-FF8C-488A-9447-420DED544D56}" srcId="{37B93822-A993-4024-92FF-9C2B0CE1C602}" destId="{2A9E64F2-6BBE-41DA-9023-C41F6AA955CB}" srcOrd="0" destOrd="0" parTransId="{70DCEF51-FF9D-4267-9E53-A0DEBC9FC9B5}" sibTransId="{64C07824-6BD2-4772-8C0F-3FF9C3037928}"/>
    <dgm:cxn modelId="{52E9AC27-FD07-4108-B1CA-BA8D98A1FE6E}" type="presOf" srcId="{6F1571A5-9E5D-4940-B682-4BA7C9A17E15}" destId="{35ABADA6-EE40-45C9-A291-296A23E49CAA}" srcOrd="0" destOrd="0" presId="urn:microsoft.com/office/officeart/2016/7/layout/RepeatingBendingProcessNew"/>
    <dgm:cxn modelId="{7672E056-98C5-44DD-B101-9732FB0BF32F}" type="presOf" srcId="{64C07824-6BD2-4772-8C0F-3FF9C3037928}" destId="{7225DB58-2494-488A-8415-F03DA47EE0BB}" srcOrd="0" destOrd="0" presId="urn:microsoft.com/office/officeart/2016/7/layout/RepeatingBendingProcessNew"/>
    <dgm:cxn modelId="{01BC0D80-2197-483D-BE76-95C5C4A24FA0}" srcId="{37B93822-A993-4024-92FF-9C2B0CE1C602}" destId="{EA1E281E-90B9-4547-BD2E-ED84A350060D}" srcOrd="3" destOrd="0" parTransId="{C59BB8DB-81A2-4E27-9B76-230A0AA1DA1A}" sibTransId="{0449F09C-14DE-4B21-8917-998F74252EC5}"/>
    <dgm:cxn modelId="{8770008B-5DE5-4744-A89E-6FF7C90D08D5}" type="presOf" srcId="{60514A73-3A9C-4414-B488-317C31A44AD5}" destId="{0AFF91A2-94B8-40CC-A4EF-84989FC15196}" srcOrd="1" destOrd="0" presId="urn:microsoft.com/office/officeart/2016/7/layout/RepeatingBendingProcessNew"/>
    <dgm:cxn modelId="{77C56B91-6A4D-4984-9848-E2B62BAAC34A}" type="presOf" srcId="{9689D420-EF09-4F30-BD6D-E616603AF070}" destId="{00969B03-1CF0-49ED-B8F4-506993F7E59B}" srcOrd="0" destOrd="0" presId="urn:microsoft.com/office/officeart/2016/7/layout/RepeatingBendingProcessNew"/>
    <dgm:cxn modelId="{24ED0496-04E6-44FA-875F-F5657CD89984}" type="presOf" srcId="{9689D420-EF09-4F30-BD6D-E616603AF070}" destId="{5B4B9A03-1762-4AC6-9CEE-E25D0C43F8EA}" srcOrd="1" destOrd="0" presId="urn:microsoft.com/office/officeart/2016/7/layout/RepeatingBendingProcessNew"/>
    <dgm:cxn modelId="{68BA799E-7276-485E-802B-08160075298F}" type="presOf" srcId="{EA1E281E-90B9-4547-BD2E-ED84A350060D}" destId="{81857C4B-32BA-4C6A-BCCD-FB6FFAC7A967}" srcOrd="0" destOrd="0" presId="urn:microsoft.com/office/officeart/2016/7/layout/RepeatingBendingProcessNew"/>
    <dgm:cxn modelId="{A717D3B7-6C0A-4173-9F05-D124B64B5FE3}" type="presOf" srcId="{60514A73-3A9C-4414-B488-317C31A44AD5}" destId="{19BB583B-4597-438A-B171-9CE4D99E60F0}" srcOrd="0" destOrd="0" presId="urn:microsoft.com/office/officeart/2016/7/layout/RepeatingBendingProcessNew"/>
    <dgm:cxn modelId="{D4A436C2-7197-45A7-AFB5-435058733475}" type="presOf" srcId="{B9A05FB3-E483-45F2-8C34-2BC7427FF050}" destId="{CD72FF37-361D-4345-AF63-6E54A972BEF9}" srcOrd="0" destOrd="0" presId="urn:microsoft.com/office/officeart/2016/7/layout/RepeatingBendingProcessNew"/>
    <dgm:cxn modelId="{6F449EC3-9000-400F-A723-F629BE9F5375}" srcId="{37B93822-A993-4024-92FF-9C2B0CE1C602}" destId="{F550D219-589D-4D11-8C06-223FA44A4129}" srcOrd="5" destOrd="0" parTransId="{8CA557BB-89BA-4D6A-B3A6-2C7F747FDD77}" sibTransId="{043C7E05-AB7A-4E82-B7C9-B29B1D5A19C1}"/>
    <dgm:cxn modelId="{AA22BBC4-B399-4D78-90F9-3D5D669265F2}" type="presOf" srcId="{0449F09C-14DE-4B21-8917-998F74252EC5}" destId="{D766D81F-5C0B-4DD8-94E6-925F5F6BB182}" srcOrd="1" destOrd="0" presId="urn:microsoft.com/office/officeart/2016/7/layout/RepeatingBendingProcessNew"/>
    <dgm:cxn modelId="{5E75C7C7-0C6A-422A-BF39-C2FCD260A78F}" type="presOf" srcId="{2A9E64F2-6BBE-41DA-9023-C41F6AA955CB}" destId="{868C4713-EFDD-471C-BE7A-9E1FFC130D71}" srcOrd="0" destOrd="0" presId="urn:microsoft.com/office/officeart/2016/7/layout/RepeatingBendingProcessNew"/>
    <dgm:cxn modelId="{544E1DFC-7C13-4350-B3DE-1C9711B3CE07}" type="presOf" srcId="{F550D219-589D-4D11-8C06-223FA44A4129}" destId="{566C67B3-0C34-4B01-881B-A3FBF126E36F}" srcOrd="0" destOrd="0" presId="urn:microsoft.com/office/officeart/2016/7/layout/RepeatingBendingProcessNew"/>
    <dgm:cxn modelId="{8ABAD8AC-4F27-46FC-92BA-32DAF1F6D2A8}" type="presParOf" srcId="{9D5A8A8F-55FC-4A95-A71B-D79E17E38290}" destId="{868C4713-EFDD-471C-BE7A-9E1FFC130D71}" srcOrd="0" destOrd="0" presId="urn:microsoft.com/office/officeart/2016/7/layout/RepeatingBendingProcessNew"/>
    <dgm:cxn modelId="{DF071E9E-6A8D-4CFE-931E-450BAB2F6E2A}" type="presParOf" srcId="{9D5A8A8F-55FC-4A95-A71B-D79E17E38290}" destId="{7225DB58-2494-488A-8415-F03DA47EE0BB}" srcOrd="1" destOrd="0" presId="urn:microsoft.com/office/officeart/2016/7/layout/RepeatingBendingProcessNew"/>
    <dgm:cxn modelId="{400E8280-9F93-451E-8164-6E992C10D552}" type="presParOf" srcId="{7225DB58-2494-488A-8415-F03DA47EE0BB}" destId="{64FC79B9-2E4E-4A51-AFB9-0F6B867BE1F8}" srcOrd="0" destOrd="0" presId="urn:microsoft.com/office/officeart/2016/7/layout/RepeatingBendingProcessNew"/>
    <dgm:cxn modelId="{7B79C6B0-EE5D-4DEA-90A8-EEE864FE89F6}" type="presParOf" srcId="{9D5A8A8F-55FC-4A95-A71B-D79E17E38290}" destId="{CD72FF37-361D-4345-AF63-6E54A972BEF9}" srcOrd="2" destOrd="0" presId="urn:microsoft.com/office/officeart/2016/7/layout/RepeatingBendingProcessNew"/>
    <dgm:cxn modelId="{80FE1FF1-ABBD-42F4-B46A-D06366B47486}" type="presParOf" srcId="{9D5A8A8F-55FC-4A95-A71B-D79E17E38290}" destId="{19BB583B-4597-438A-B171-9CE4D99E60F0}" srcOrd="3" destOrd="0" presId="urn:microsoft.com/office/officeart/2016/7/layout/RepeatingBendingProcessNew"/>
    <dgm:cxn modelId="{B3899176-CE27-4BCC-A486-F66E35B9B388}" type="presParOf" srcId="{19BB583B-4597-438A-B171-9CE4D99E60F0}" destId="{0AFF91A2-94B8-40CC-A4EF-84989FC15196}" srcOrd="0" destOrd="0" presId="urn:microsoft.com/office/officeart/2016/7/layout/RepeatingBendingProcessNew"/>
    <dgm:cxn modelId="{C85ADD5E-61F8-4AF8-BF6B-3E3CC0A1F721}" type="presParOf" srcId="{9D5A8A8F-55FC-4A95-A71B-D79E17E38290}" destId="{A8A404E1-D434-472B-9FE2-33146F2EC385}" srcOrd="4" destOrd="0" presId="urn:microsoft.com/office/officeart/2016/7/layout/RepeatingBendingProcessNew"/>
    <dgm:cxn modelId="{4652FCE3-6A0B-4396-B142-BF0DC2F78F81}" type="presParOf" srcId="{9D5A8A8F-55FC-4A95-A71B-D79E17E38290}" destId="{00969B03-1CF0-49ED-B8F4-506993F7E59B}" srcOrd="5" destOrd="0" presId="urn:microsoft.com/office/officeart/2016/7/layout/RepeatingBendingProcessNew"/>
    <dgm:cxn modelId="{2FEE827F-F97B-4952-87F8-9882756F335C}" type="presParOf" srcId="{00969B03-1CF0-49ED-B8F4-506993F7E59B}" destId="{5B4B9A03-1762-4AC6-9CEE-E25D0C43F8EA}" srcOrd="0" destOrd="0" presId="urn:microsoft.com/office/officeart/2016/7/layout/RepeatingBendingProcessNew"/>
    <dgm:cxn modelId="{DC2ABB89-D66A-400B-BC49-289193BE3828}" type="presParOf" srcId="{9D5A8A8F-55FC-4A95-A71B-D79E17E38290}" destId="{81857C4B-32BA-4C6A-BCCD-FB6FFAC7A967}" srcOrd="6" destOrd="0" presId="urn:microsoft.com/office/officeart/2016/7/layout/RepeatingBendingProcessNew"/>
    <dgm:cxn modelId="{C6603F6B-73D6-421A-B428-4403B47B844D}" type="presParOf" srcId="{9D5A8A8F-55FC-4A95-A71B-D79E17E38290}" destId="{6327D28C-A29A-4280-8275-D61BB53EA293}" srcOrd="7" destOrd="0" presId="urn:microsoft.com/office/officeart/2016/7/layout/RepeatingBendingProcessNew"/>
    <dgm:cxn modelId="{9E0E0B34-4B85-4498-BF36-E80D78223997}" type="presParOf" srcId="{6327D28C-A29A-4280-8275-D61BB53EA293}" destId="{D766D81F-5C0B-4DD8-94E6-925F5F6BB182}" srcOrd="0" destOrd="0" presId="urn:microsoft.com/office/officeart/2016/7/layout/RepeatingBendingProcessNew"/>
    <dgm:cxn modelId="{4D769028-8794-4E36-87C6-A7BC2DB3A585}" type="presParOf" srcId="{9D5A8A8F-55FC-4A95-A71B-D79E17E38290}" destId="{35ABADA6-EE40-45C9-A291-296A23E49CAA}" srcOrd="8" destOrd="0" presId="urn:microsoft.com/office/officeart/2016/7/layout/RepeatingBendingProcessNew"/>
    <dgm:cxn modelId="{325FEDC8-7DE4-4590-BBEC-E8F24A0E1393}" type="presParOf" srcId="{9D5A8A8F-55FC-4A95-A71B-D79E17E38290}" destId="{8C598595-CE4B-41AB-87F9-F788B349D808}" srcOrd="9" destOrd="0" presId="urn:microsoft.com/office/officeart/2016/7/layout/RepeatingBendingProcessNew"/>
    <dgm:cxn modelId="{6FDFE8FC-5460-4176-B6C5-5645060F7B23}" type="presParOf" srcId="{8C598595-CE4B-41AB-87F9-F788B349D808}" destId="{EE2B491D-1DF1-4DEE-8C4E-AEDE3A29592D}" srcOrd="0" destOrd="0" presId="urn:microsoft.com/office/officeart/2016/7/layout/RepeatingBendingProcessNew"/>
    <dgm:cxn modelId="{FB61F004-81E6-4306-9F60-83F2DE47D427}" type="presParOf" srcId="{9D5A8A8F-55FC-4A95-A71B-D79E17E38290}" destId="{566C67B3-0C34-4B01-881B-A3FBF126E36F}" srcOrd="10" destOrd="0" presId="urn:microsoft.com/office/officeart/2016/7/layout/RepeatingBendingProcessNew"/>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6FADE9-B8DA-4F0A-ACAD-2446552FFA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A2B6FFE9-46A3-4CEF-B6CD-0B72139F58AD}">
      <dgm:prSet/>
      <dgm:spPr/>
      <dgm:t>
        <a:bodyPr/>
        <a:lstStyle/>
        <a:p>
          <a:pPr rtl="0"/>
          <a:r>
            <a:rPr lang="en-US">
              <a:latin typeface="Aptos Display" panose="020F0302020204030204"/>
            </a:rPr>
            <a:t>DNS lookup being resolved</a:t>
          </a:r>
          <a:endParaRPr lang="en-US"/>
        </a:p>
      </dgm:t>
    </dgm:pt>
    <dgm:pt modelId="{8FF76727-B875-4E11-BA7D-D2D702A27E3F}" type="parTrans" cxnId="{D14C6977-0FA2-4A43-AF75-1661066C037D}">
      <dgm:prSet/>
      <dgm:spPr/>
      <dgm:t>
        <a:bodyPr/>
        <a:lstStyle/>
        <a:p>
          <a:endParaRPr lang="en-US"/>
        </a:p>
      </dgm:t>
    </dgm:pt>
    <dgm:pt modelId="{A827772E-9117-4F0A-895F-067C35B0CA06}" type="sibTrans" cxnId="{D14C6977-0FA2-4A43-AF75-1661066C037D}">
      <dgm:prSet/>
      <dgm:spPr/>
      <dgm:t>
        <a:bodyPr/>
        <a:lstStyle/>
        <a:p>
          <a:endParaRPr lang="en-US"/>
        </a:p>
      </dgm:t>
    </dgm:pt>
    <dgm:pt modelId="{D9B1F87E-3152-44A5-B894-33CE41DFF485}" type="pres">
      <dgm:prSet presAssocID="{576FADE9-B8DA-4F0A-ACAD-2446552FFA24}" presName="hierChild1" presStyleCnt="0">
        <dgm:presLayoutVars>
          <dgm:chPref val="1"/>
          <dgm:dir/>
          <dgm:animOne val="branch"/>
          <dgm:animLvl val="lvl"/>
          <dgm:resizeHandles/>
        </dgm:presLayoutVars>
      </dgm:prSet>
      <dgm:spPr/>
    </dgm:pt>
    <dgm:pt modelId="{EEA277A5-0367-4DC6-B919-087899CA703F}" type="pres">
      <dgm:prSet presAssocID="{A2B6FFE9-46A3-4CEF-B6CD-0B72139F58AD}" presName="hierRoot1" presStyleCnt="0"/>
      <dgm:spPr/>
    </dgm:pt>
    <dgm:pt modelId="{C892A686-4DD0-49B3-A7CA-AB395D4C02BC}" type="pres">
      <dgm:prSet presAssocID="{A2B6FFE9-46A3-4CEF-B6CD-0B72139F58AD}" presName="composite" presStyleCnt="0"/>
      <dgm:spPr/>
    </dgm:pt>
    <dgm:pt modelId="{4E0CE8CC-B1C8-4ADF-BB88-5670ADDB5C9D}" type="pres">
      <dgm:prSet presAssocID="{A2B6FFE9-46A3-4CEF-B6CD-0B72139F58AD}" presName="background" presStyleLbl="node0" presStyleIdx="0" presStyleCnt="1"/>
      <dgm:spPr/>
    </dgm:pt>
    <dgm:pt modelId="{B141E5E4-2352-4A26-B76C-3C4F79C5CBB6}" type="pres">
      <dgm:prSet presAssocID="{A2B6FFE9-46A3-4CEF-B6CD-0B72139F58AD}" presName="text" presStyleLbl="fgAcc0" presStyleIdx="0" presStyleCnt="1">
        <dgm:presLayoutVars>
          <dgm:chPref val="3"/>
        </dgm:presLayoutVars>
      </dgm:prSet>
      <dgm:spPr/>
    </dgm:pt>
    <dgm:pt modelId="{735A92B0-4C87-4CB6-A22F-09698C7C3E6C}" type="pres">
      <dgm:prSet presAssocID="{A2B6FFE9-46A3-4CEF-B6CD-0B72139F58AD}" presName="hierChild2" presStyleCnt="0"/>
      <dgm:spPr/>
    </dgm:pt>
  </dgm:ptLst>
  <dgm:cxnLst>
    <dgm:cxn modelId="{7E262F06-9A9F-4C48-B4CD-D3145EB266B3}" type="presOf" srcId="{576FADE9-B8DA-4F0A-ACAD-2446552FFA24}" destId="{D9B1F87E-3152-44A5-B894-33CE41DFF485}" srcOrd="0" destOrd="0" presId="urn:microsoft.com/office/officeart/2005/8/layout/hierarchy1"/>
    <dgm:cxn modelId="{A64DBC19-20E9-45E7-9E8F-027840ACCC02}" type="presOf" srcId="{A2B6FFE9-46A3-4CEF-B6CD-0B72139F58AD}" destId="{B141E5E4-2352-4A26-B76C-3C4F79C5CBB6}" srcOrd="0" destOrd="0" presId="urn:microsoft.com/office/officeart/2005/8/layout/hierarchy1"/>
    <dgm:cxn modelId="{D14C6977-0FA2-4A43-AF75-1661066C037D}" srcId="{576FADE9-B8DA-4F0A-ACAD-2446552FFA24}" destId="{A2B6FFE9-46A3-4CEF-B6CD-0B72139F58AD}" srcOrd="0" destOrd="0" parTransId="{8FF76727-B875-4E11-BA7D-D2D702A27E3F}" sibTransId="{A827772E-9117-4F0A-895F-067C35B0CA06}"/>
    <dgm:cxn modelId="{6AE05BD4-A292-4C3D-AF6C-14AAEE703F31}" type="presParOf" srcId="{D9B1F87E-3152-44A5-B894-33CE41DFF485}" destId="{EEA277A5-0367-4DC6-B919-087899CA703F}" srcOrd="0" destOrd="0" presId="urn:microsoft.com/office/officeart/2005/8/layout/hierarchy1"/>
    <dgm:cxn modelId="{291548A4-C276-4217-A704-99248970F3B0}" type="presParOf" srcId="{EEA277A5-0367-4DC6-B919-087899CA703F}" destId="{C892A686-4DD0-49B3-A7CA-AB395D4C02BC}" srcOrd="0" destOrd="0" presId="urn:microsoft.com/office/officeart/2005/8/layout/hierarchy1"/>
    <dgm:cxn modelId="{7C3011EB-84EA-43A4-B557-8A56A20D3460}" type="presParOf" srcId="{C892A686-4DD0-49B3-A7CA-AB395D4C02BC}" destId="{4E0CE8CC-B1C8-4ADF-BB88-5670ADDB5C9D}" srcOrd="0" destOrd="0" presId="urn:microsoft.com/office/officeart/2005/8/layout/hierarchy1"/>
    <dgm:cxn modelId="{FAD329F8-7657-4355-B455-17162C017849}" type="presParOf" srcId="{C892A686-4DD0-49B3-A7CA-AB395D4C02BC}" destId="{B141E5E4-2352-4A26-B76C-3C4F79C5CBB6}" srcOrd="1" destOrd="0" presId="urn:microsoft.com/office/officeart/2005/8/layout/hierarchy1"/>
    <dgm:cxn modelId="{AF0961AB-3B05-4E4D-838E-C7A534FE4B7F}" type="presParOf" srcId="{EEA277A5-0367-4DC6-B919-087899CA703F}" destId="{735A92B0-4C87-4CB6-A22F-09698C7C3E6C}"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76FADE9-B8DA-4F0A-ACAD-2446552FFA24}"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A2B6FFE9-46A3-4CEF-B6CD-0B72139F58AD}">
      <dgm:prSet/>
      <dgm:spPr/>
      <dgm:t>
        <a:bodyPr/>
        <a:lstStyle/>
        <a:p>
          <a:r>
            <a:rPr lang="en-US"/>
            <a:t>Try both these commands with "acep.uaf.edu" instead of google.com. What do you notice?</a:t>
          </a:r>
        </a:p>
      </dgm:t>
    </dgm:pt>
    <dgm:pt modelId="{8FF76727-B875-4E11-BA7D-D2D702A27E3F}" type="parTrans" cxnId="{D14C6977-0FA2-4A43-AF75-1661066C037D}">
      <dgm:prSet/>
      <dgm:spPr/>
      <dgm:t>
        <a:bodyPr/>
        <a:lstStyle/>
        <a:p>
          <a:endParaRPr lang="en-US"/>
        </a:p>
      </dgm:t>
    </dgm:pt>
    <dgm:pt modelId="{A827772E-9117-4F0A-895F-067C35B0CA06}" type="sibTrans" cxnId="{D14C6977-0FA2-4A43-AF75-1661066C037D}">
      <dgm:prSet/>
      <dgm:spPr/>
      <dgm:t>
        <a:bodyPr/>
        <a:lstStyle/>
        <a:p>
          <a:endParaRPr lang="en-US"/>
        </a:p>
      </dgm:t>
    </dgm:pt>
    <dgm:pt modelId="{D9B1F87E-3152-44A5-B894-33CE41DFF485}" type="pres">
      <dgm:prSet presAssocID="{576FADE9-B8DA-4F0A-ACAD-2446552FFA24}" presName="hierChild1" presStyleCnt="0">
        <dgm:presLayoutVars>
          <dgm:chPref val="1"/>
          <dgm:dir/>
          <dgm:animOne val="branch"/>
          <dgm:animLvl val="lvl"/>
          <dgm:resizeHandles/>
        </dgm:presLayoutVars>
      </dgm:prSet>
      <dgm:spPr/>
    </dgm:pt>
    <dgm:pt modelId="{EEA277A5-0367-4DC6-B919-087899CA703F}" type="pres">
      <dgm:prSet presAssocID="{A2B6FFE9-46A3-4CEF-B6CD-0B72139F58AD}" presName="hierRoot1" presStyleCnt="0"/>
      <dgm:spPr/>
    </dgm:pt>
    <dgm:pt modelId="{C892A686-4DD0-49B3-A7CA-AB395D4C02BC}" type="pres">
      <dgm:prSet presAssocID="{A2B6FFE9-46A3-4CEF-B6CD-0B72139F58AD}" presName="composite" presStyleCnt="0"/>
      <dgm:spPr/>
    </dgm:pt>
    <dgm:pt modelId="{4E0CE8CC-B1C8-4ADF-BB88-5670ADDB5C9D}" type="pres">
      <dgm:prSet presAssocID="{A2B6FFE9-46A3-4CEF-B6CD-0B72139F58AD}" presName="background" presStyleLbl="node0" presStyleIdx="0" presStyleCnt="1"/>
      <dgm:spPr/>
    </dgm:pt>
    <dgm:pt modelId="{B141E5E4-2352-4A26-B76C-3C4F79C5CBB6}" type="pres">
      <dgm:prSet presAssocID="{A2B6FFE9-46A3-4CEF-B6CD-0B72139F58AD}" presName="text" presStyleLbl="fgAcc0" presStyleIdx="0" presStyleCnt="1">
        <dgm:presLayoutVars>
          <dgm:chPref val="3"/>
        </dgm:presLayoutVars>
      </dgm:prSet>
      <dgm:spPr/>
    </dgm:pt>
    <dgm:pt modelId="{735A92B0-4C87-4CB6-A22F-09698C7C3E6C}" type="pres">
      <dgm:prSet presAssocID="{A2B6FFE9-46A3-4CEF-B6CD-0B72139F58AD}" presName="hierChild2" presStyleCnt="0"/>
      <dgm:spPr/>
    </dgm:pt>
  </dgm:ptLst>
  <dgm:cxnLst>
    <dgm:cxn modelId="{7E262F06-9A9F-4C48-B4CD-D3145EB266B3}" type="presOf" srcId="{576FADE9-B8DA-4F0A-ACAD-2446552FFA24}" destId="{D9B1F87E-3152-44A5-B894-33CE41DFF485}" srcOrd="0" destOrd="0" presId="urn:microsoft.com/office/officeart/2005/8/layout/hierarchy1"/>
    <dgm:cxn modelId="{A64DBC19-20E9-45E7-9E8F-027840ACCC02}" type="presOf" srcId="{A2B6FFE9-46A3-4CEF-B6CD-0B72139F58AD}" destId="{B141E5E4-2352-4A26-B76C-3C4F79C5CBB6}" srcOrd="0" destOrd="0" presId="urn:microsoft.com/office/officeart/2005/8/layout/hierarchy1"/>
    <dgm:cxn modelId="{D14C6977-0FA2-4A43-AF75-1661066C037D}" srcId="{576FADE9-B8DA-4F0A-ACAD-2446552FFA24}" destId="{A2B6FFE9-46A3-4CEF-B6CD-0B72139F58AD}" srcOrd="0" destOrd="0" parTransId="{8FF76727-B875-4E11-BA7D-D2D702A27E3F}" sibTransId="{A827772E-9117-4F0A-895F-067C35B0CA06}"/>
    <dgm:cxn modelId="{6AE05BD4-A292-4C3D-AF6C-14AAEE703F31}" type="presParOf" srcId="{D9B1F87E-3152-44A5-B894-33CE41DFF485}" destId="{EEA277A5-0367-4DC6-B919-087899CA703F}" srcOrd="0" destOrd="0" presId="urn:microsoft.com/office/officeart/2005/8/layout/hierarchy1"/>
    <dgm:cxn modelId="{291548A4-C276-4217-A704-99248970F3B0}" type="presParOf" srcId="{EEA277A5-0367-4DC6-B919-087899CA703F}" destId="{C892A686-4DD0-49B3-A7CA-AB395D4C02BC}" srcOrd="0" destOrd="0" presId="urn:microsoft.com/office/officeart/2005/8/layout/hierarchy1"/>
    <dgm:cxn modelId="{7C3011EB-84EA-43A4-B557-8A56A20D3460}" type="presParOf" srcId="{C892A686-4DD0-49B3-A7CA-AB395D4C02BC}" destId="{4E0CE8CC-B1C8-4ADF-BB88-5670ADDB5C9D}" srcOrd="0" destOrd="0" presId="urn:microsoft.com/office/officeart/2005/8/layout/hierarchy1"/>
    <dgm:cxn modelId="{FAD329F8-7657-4355-B455-17162C017849}" type="presParOf" srcId="{C892A686-4DD0-49B3-A7CA-AB395D4C02BC}" destId="{B141E5E4-2352-4A26-B76C-3C4F79C5CBB6}" srcOrd="1" destOrd="0" presId="urn:microsoft.com/office/officeart/2005/8/layout/hierarchy1"/>
    <dgm:cxn modelId="{AF0961AB-3B05-4E4D-838E-C7A534FE4B7F}" type="presParOf" srcId="{EEA277A5-0367-4DC6-B919-087899CA703F}" destId="{735A92B0-4C87-4CB6-A22F-09698C7C3E6C}" srcOrd="1" destOrd="0" presId="urn:microsoft.com/office/officeart/2005/8/layout/hierarchy1"/>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83B609F-C504-4BF1-9E14-90F53EF63F92}" type="doc">
      <dgm:prSet loTypeId="urn:microsoft.com/office/officeart/2005/8/layout/orgChart1" loCatId="hierarchy" qsTypeId="urn:microsoft.com/office/officeart/2005/8/quickstyle/simple1" qsCatId="simple" csTypeId="urn:microsoft.com/office/officeart/2005/8/colors/accent2_2" csCatId="accent2" phldr="1"/>
      <dgm:spPr/>
      <dgm:t>
        <a:bodyPr/>
        <a:lstStyle/>
        <a:p>
          <a:endParaRPr lang="en-US"/>
        </a:p>
      </dgm:t>
    </dgm:pt>
    <dgm:pt modelId="{62F20FBB-7E48-45D4-B8D1-96AA14CEC18A}">
      <dgm:prSet/>
      <dgm:spPr/>
      <dgm:t>
        <a:bodyPr/>
        <a:lstStyle/>
        <a:p>
          <a:pPr>
            <a:defRPr cap="all"/>
          </a:pPr>
          <a:r>
            <a:rPr lang="en-US"/>
            <a:t>Type in "date"</a:t>
          </a:r>
        </a:p>
      </dgm:t>
    </dgm:pt>
    <dgm:pt modelId="{1BCECAEC-31DC-434D-93BE-975C7F20CFDE}" type="parTrans" cxnId="{46AA3155-5E74-458D-BE65-B8308D833EA7}">
      <dgm:prSet/>
      <dgm:spPr/>
      <dgm:t>
        <a:bodyPr/>
        <a:lstStyle/>
        <a:p>
          <a:endParaRPr lang="en-US"/>
        </a:p>
      </dgm:t>
    </dgm:pt>
    <dgm:pt modelId="{5B8D4BB0-2B3B-4DDF-B0F5-DF1F5211F4D0}" type="sibTrans" cxnId="{46AA3155-5E74-458D-BE65-B8308D833EA7}">
      <dgm:prSet/>
      <dgm:spPr/>
      <dgm:t>
        <a:bodyPr/>
        <a:lstStyle/>
        <a:p>
          <a:endParaRPr lang="en-US"/>
        </a:p>
      </dgm:t>
    </dgm:pt>
    <dgm:pt modelId="{AD57A8C6-E3FF-4992-B267-DB18E4A95907}">
      <dgm:prSet/>
      <dgm:spPr/>
      <dgm:t>
        <a:bodyPr/>
        <a:lstStyle/>
        <a:p>
          <a:pPr>
            <a:defRPr cap="all"/>
          </a:pPr>
          <a:r>
            <a:rPr lang="en-US"/>
            <a:t>What do you notice?</a:t>
          </a:r>
        </a:p>
      </dgm:t>
    </dgm:pt>
    <dgm:pt modelId="{5DA399F5-F37D-4B93-8E02-B5217ECB4F34}" type="parTrans" cxnId="{1EE81FE9-1BEC-48D3-A4A9-E4A2B65CD91F}">
      <dgm:prSet/>
      <dgm:spPr/>
      <dgm:t>
        <a:bodyPr/>
        <a:lstStyle/>
        <a:p>
          <a:endParaRPr lang="en-US"/>
        </a:p>
      </dgm:t>
    </dgm:pt>
    <dgm:pt modelId="{3D160284-B3BC-42F6-BD6C-053C0720EB63}" type="sibTrans" cxnId="{1EE81FE9-1BEC-48D3-A4A9-E4A2B65CD91F}">
      <dgm:prSet/>
      <dgm:spPr/>
      <dgm:t>
        <a:bodyPr/>
        <a:lstStyle/>
        <a:p>
          <a:endParaRPr lang="en-US"/>
        </a:p>
      </dgm:t>
    </dgm:pt>
    <dgm:pt modelId="{034F4CD1-1935-4EDD-BC23-1854E79D26BB}" type="pres">
      <dgm:prSet presAssocID="{C83B609F-C504-4BF1-9E14-90F53EF63F92}" presName="hierChild1" presStyleCnt="0">
        <dgm:presLayoutVars>
          <dgm:orgChart val="1"/>
          <dgm:chPref val="1"/>
          <dgm:dir/>
          <dgm:animOne val="branch"/>
          <dgm:animLvl val="lvl"/>
          <dgm:resizeHandles/>
        </dgm:presLayoutVars>
      </dgm:prSet>
      <dgm:spPr/>
    </dgm:pt>
    <dgm:pt modelId="{B65B6E3B-2FA3-43E8-A8BA-B5A055ECE2E1}" type="pres">
      <dgm:prSet presAssocID="{62F20FBB-7E48-45D4-B8D1-96AA14CEC18A}" presName="hierRoot1" presStyleCnt="0">
        <dgm:presLayoutVars>
          <dgm:hierBranch val="init"/>
        </dgm:presLayoutVars>
      </dgm:prSet>
      <dgm:spPr/>
    </dgm:pt>
    <dgm:pt modelId="{3D53144E-9CF7-474D-A9FD-AACC37F8C7C6}" type="pres">
      <dgm:prSet presAssocID="{62F20FBB-7E48-45D4-B8D1-96AA14CEC18A}" presName="rootComposite1" presStyleCnt="0"/>
      <dgm:spPr/>
    </dgm:pt>
    <dgm:pt modelId="{C482A175-AD2E-433E-ADAC-0F460D275FEF}" type="pres">
      <dgm:prSet presAssocID="{62F20FBB-7E48-45D4-B8D1-96AA14CEC18A}" presName="rootText1" presStyleLbl="node0" presStyleIdx="0" presStyleCnt="2">
        <dgm:presLayoutVars>
          <dgm:chPref val="3"/>
        </dgm:presLayoutVars>
      </dgm:prSet>
      <dgm:spPr/>
    </dgm:pt>
    <dgm:pt modelId="{4BFABC28-2582-49D6-B38D-CA34409216AC}" type="pres">
      <dgm:prSet presAssocID="{62F20FBB-7E48-45D4-B8D1-96AA14CEC18A}" presName="rootConnector1" presStyleLbl="node1" presStyleIdx="0" presStyleCnt="0"/>
      <dgm:spPr/>
    </dgm:pt>
    <dgm:pt modelId="{63E92163-5520-4545-958A-780E1CC4ED67}" type="pres">
      <dgm:prSet presAssocID="{62F20FBB-7E48-45D4-B8D1-96AA14CEC18A}" presName="hierChild2" presStyleCnt="0"/>
      <dgm:spPr/>
    </dgm:pt>
    <dgm:pt modelId="{BF0F19E3-B9D8-4B2F-B706-35F5694D897A}" type="pres">
      <dgm:prSet presAssocID="{62F20FBB-7E48-45D4-B8D1-96AA14CEC18A}" presName="hierChild3" presStyleCnt="0"/>
      <dgm:spPr/>
    </dgm:pt>
    <dgm:pt modelId="{748F4FD9-97BA-450A-BC2C-F5B845B28C83}" type="pres">
      <dgm:prSet presAssocID="{AD57A8C6-E3FF-4992-B267-DB18E4A95907}" presName="hierRoot1" presStyleCnt="0">
        <dgm:presLayoutVars>
          <dgm:hierBranch val="init"/>
        </dgm:presLayoutVars>
      </dgm:prSet>
      <dgm:spPr/>
    </dgm:pt>
    <dgm:pt modelId="{BC1347C1-D95C-4327-B4D9-7C32BF13DD3D}" type="pres">
      <dgm:prSet presAssocID="{AD57A8C6-E3FF-4992-B267-DB18E4A95907}" presName="rootComposite1" presStyleCnt="0"/>
      <dgm:spPr/>
    </dgm:pt>
    <dgm:pt modelId="{F8D8CBF8-E4C0-4140-B2BE-BC02F1E40B89}" type="pres">
      <dgm:prSet presAssocID="{AD57A8C6-E3FF-4992-B267-DB18E4A95907}" presName="rootText1" presStyleLbl="node0" presStyleIdx="1" presStyleCnt="2">
        <dgm:presLayoutVars>
          <dgm:chPref val="3"/>
        </dgm:presLayoutVars>
      </dgm:prSet>
      <dgm:spPr/>
    </dgm:pt>
    <dgm:pt modelId="{7FD0F5F6-545E-4EFD-B1DC-C633024AEAE4}" type="pres">
      <dgm:prSet presAssocID="{AD57A8C6-E3FF-4992-B267-DB18E4A95907}" presName="rootConnector1" presStyleLbl="node1" presStyleIdx="0" presStyleCnt="0"/>
      <dgm:spPr/>
    </dgm:pt>
    <dgm:pt modelId="{D094962D-5B33-460C-85F9-24997A4B8F46}" type="pres">
      <dgm:prSet presAssocID="{AD57A8C6-E3FF-4992-B267-DB18E4A95907}" presName="hierChild2" presStyleCnt="0"/>
      <dgm:spPr/>
    </dgm:pt>
    <dgm:pt modelId="{D78CB850-058C-4D5B-94C3-EA8C9241E05E}" type="pres">
      <dgm:prSet presAssocID="{AD57A8C6-E3FF-4992-B267-DB18E4A95907}" presName="hierChild3" presStyleCnt="0"/>
      <dgm:spPr/>
    </dgm:pt>
  </dgm:ptLst>
  <dgm:cxnLst>
    <dgm:cxn modelId="{2574B717-6213-4921-8975-5DB66C10A8B2}" type="presOf" srcId="{C83B609F-C504-4BF1-9E14-90F53EF63F92}" destId="{034F4CD1-1935-4EDD-BC23-1854E79D26BB}" srcOrd="0" destOrd="0" presId="urn:microsoft.com/office/officeart/2005/8/layout/orgChart1"/>
    <dgm:cxn modelId="{55EF4932-C96F-48F8-8A2C-8C6F0F45C483}" type="presOf" srcId="{AD57A8C6-E3FF-4992-B267-DB18E4A95907}" destId="{F8D8CBF8-E4C0-4140-B2BE-BC02F1E40B89}" srcOrd="0" destOrd="0" presId="urn:microsoft.com/office/officeart/2005/8/layout/orgChart1"/>
    <dgm:cxn modelId="{62E34E53-5697-4D7C-8302-9359CE14C93C}" type="presOf" srcId="{62F20FBB-7E48-45D4-B8D1-96AA14CEC18A}" destId="{C482A175-AD2E-433E-ADAC-0F460D275FEF}" srcOrd="0" destOrd="0" presId="urn:microsoft.com/office/officeart/2005/8/layout/orgChart1"/>
    <dgm:cxn modelId="{46AA3155-5E74-458D-BE65-B8308D833EA7}" srcId="{C83B609F-C504-4BF1-9E14-90F53EF63F92}" destId="{62F20FBB-7E48-45D4-B8D1-96AA14CEC18A}" srcOrd="0" destOrd="0" parTransId="{1BCECAEC-31DC-434D-93BE-975C7F20CFDE}" sibTransId="{5B8D4BB0-2B3B-4DDF-B0F5-DF1F5211F4D0}"/>
    <dgm:cxn modelId="{5CDFE67F-D316-4AA6-BE7B-51B0B5C9A4C4}" type="presOf" srcId="{62F20FBB-7E48-45D4-B8D1-96AA14CEC18A}" destId="{4BFABC28-2582-49D6-B38D-CA34409216AC}" srcOrd="1" destOrd="0" presId="urn:microsoft.com/office/officeart/2005/8/layout/orgChart1"/>
    <dgm:cxn modelId="{990EB989-B305-4924-8449-BEA4BAA01C75}" type="presOf" srcId="{AD57A8C6-E3FF-4992-B267-DB18E4A95907}" destId="{7FD0F5F6-545E-4EFD-B1DC-C633024AEAE4}" srcOrd="1" destOrd="0" presId="urn:microsoft.com/office/officeart/2005/8/layout/orgChart1"/>
    <dgm:cxn modelId="{1EE81FE9-1BEC-48D3-A4A9-E4A2B65CD91F}" srcId="{C83B609F-C504-4BF1-9E14-90F53EF63F92}" destId="{AD57A8C6-E3FF-4992-B267-DB18E4A95907}" srcOrd="1" destOrd="0" parTransId="{5DA399F5-F37D-4B93-8E02-B5217ECB4F34}" sibTransId="{3D160284-B3BC-42F6-BD6C-053C0720EB63}"/>
    <dgm:cxn modelId="{2E14621E-EACD-49C4-91DC-E31070E04FE4}" type="presParOf" srcId="{034F4CD1-1935-4EDD-BC23-1854E79D26BB}" destId="{B65B6E3B-2FA3-43E8-A8BA-B5A055ECE2E1}" srcOrd="0" destOrd="0" presId="urn:microsoft.com/office/officeart/2005/8/layout/orgChart1"/>
    <dgm:cxn modelId="{0C08C501-4AE9-4C03-9AA3-BE6CECE38F34}" type="presParOf" srcId="{B65B6E3B-2FA3-43E8-A8BA-B5A055ECE2E1}" destId="{3D53144E-9CF7-474D-A9FD-AACC37F8C7C6}" srcOrd="0" destOrd="0" presId="urn:microsoft.com/office/officeart/2005/8/layout/orgChart1"/>
    <dgm:cxn modelId="{88B3A4DC-6725-480A-A802-371484C57712}" type="presParOf" srcId="{3D53144E-9CF7-474D-A9FD-AACC37F8C7C6}" destId="{C482A175-AD2E-433E-ADAC-0F460D275FEF}" srcOrd="0" destOrd="0" presId="urn:microsoft.com/office/officeart/2005/8/layout/orgChart1"/>
    <dgm:cxn modelId="{85167F6C-7EEF-4833-AB5E-ECFEE2A9E773}" type="presParOf" srcId="{3D53144E-9CF7-474D-A9FD-AACC37F8C7C6}" destId="{4BFABC28-2582-49D6-B38D-CA34409216AC}" srcOrd="1" destOrd="0" presId="urn:microsoft.com/office/officeart/2005/8/layout/orgChart1"/>
    <dgm:cxn modelId="{75B16474-DBE9-44E5-A95C-0CE74DF3FFF5}" type="presParOf" srcId="{B65B6E3B-2FA3-43E8-A8BA-B5A055ECE2E1}" destId="{63E92163-5520-4545-958A-780E1CC4ED67}" srcOrd="1" destOrd="0" presId="urn:microsoft.com/office/officeart/2005/8/layout/orgChart1"/>
    <dgm:cxn modelId="{3A896F20-ED87-4255-9B9E-C0310FE9DDDD}" type="presParOf" srcId="{B65B6E3B-2FA3-43E8-A8BA-B5A055ECE2E1}" destId="{BF0F19E3-B9D8-4B2F-B706-35F5694D897A}" srcOrd="2" destOrd="0" presId="urn:microsoft.com/office/officeart/2005/8/layout/orgChart1"/>
    <dgm:cxn modelId="{66F9C607-58D2-49FB-A8BA-ADDE7B9CD733}" type="presParOf" srcId="{034F4CD1-1935-4EDD-BC23-1854E79D26BB}" destId="{748F4FD9-97BA-450A-BC2C-F5B845B28C83}" srcOrd="1" destOrd="0" presId="urn:microsoft.com/office/officeart/2005/8/layout/orgChart1"/>
    <dgm:cxn modelId="{EC0D06A8-0F6D-4AB7-BC73-7AC51FF6324F}" type="presParOf" srcId="{748F4FD9-97BA-450A-BC2C-F5B845B28C83}" destId="{BC1347C1-D95C-4327-B4D9-7C32BF13DD3D}" srcOrd="0" destOrd="0" presId="urn:microsoft.com/office/officeart/2005/8/layout/orgChart1"/>
    <dgm:cxn modelId="{85D91B49-9102-43FE-944A-05B6023A1B1C}" type="presParOf" srcId="{BC1347C1-D95C-4327-B4D9-7C32BF13DD3D}" destId="{F8D8CBF8-E4C0-4140-B2BE-BC02F1E40B89}" srcOrd="0" destOrd="0" presId="urn:microsoft.com/office/officeart/2005/8/layout/orgChart1"/>
    <dgm:cxn modelId="{5C77D80D-2D44-474A-B69A-D1110631C12D}" type="presParOf" srcId="{BC1347C1-D95C-4327-B4D9-7C32BF13DD3D}" destId="{7FD0F5F6-545E-4EFD-B1DC-C633024AEAE4}" srcOrd="1" destOrd="0" presId="urn:microsoft.com/office/officeart/2005/8/layout/orgChart1"/>
    <dgm:cxn modelId="{8084EDD8-0C2F-48F1-A9B0-CF4834A76D0D}" type="presParOf" srcId="{748F4FD9-97BA-450A-BC2C-F5B845B28C83}" destId="{D094962D-5B33-460C-85F9-24997A4B8F46}" srcOrd="1" destOrd="0" presId="urn:microsoft.com/office/officeart/2005/8/layout/orgChart1"/>
    <dgm:cxn modelId="{CA6B7119-4570-44CE-91B1-08251FEA7F4E}" type="presParOf" srcId="{748F4FD9-97BA-450A-BC2C-F5B845B28C83}" destId="{D78CB850-058C-4D5B-94C3-EA8C9241E05E}" srcOrd="2" destOrd="0" presId="urn:microsoft.com/office/officeart/2005/8/layout/orgChar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D249C9F6-6C64-43D0-B5A1-D5E02390ED92}" type="doc">
      <dgm:prSet loTypeId="urn:microsoft.com/office/officeart/2005/8/layout/vProcess5" loCatId="process" qsTypeId="urn:microsoft.com/office/officeart/2005/8/quickstyle/simple5" qsCatId="simple" csTypeId="urn:microsoft.com/office/officeart/2005/8/colors/colorful5" csCatId="colorful" phldr="1"/>
      <dgm:spPr/>
      <dgm:t>
        <a:bodyPr/>
        <a:lstStyle/>
        <a:p>
          <a:endParaRPr lang="en-US"/>
        </a:p>
      </dgm:t>
    </dgm:pt>
    <dgm:pt modelId="{E641B012-2A13-4F0C-91C9-41AB8D47CD1E}">
      <dgm:prSet/>
      <dgm:spPr/>
      <dgm:t>
        <a:bodyPr/>
        <a:lstStyle/>
        <a:p>
          <a:r>
            <a:rPr lang="en-US"/>
            <a:t>Come up to the training ground</a:t>
          </a:r>
        </a:p>
      </dgm:t>
    </dgm:pt>
    <dgm:pt modelId="{9413558D-F566-4A52-A365-87B7D2883192}" type="parTrans" cxnId="{28873E9F-B16B-4774-9A90-5AE53BA871A3}">
      <dgm:prSet/>
      <dgm:spPr/>
      <dgm:t>
        <a:bodyPr/>
        <a:lstStyle/>
        <a:p>
          <a:endParaRPr lang="en-US"/>
        </a:p>
      </dgm:t>
    </dgm:pt>
    <dgm:pt modelId="{A13C4C9A-6E7F-4206-8D0F-BCB32F6C59CE}" type="sibTrans" cxnId="{28873E9F-B16B-4774-9A90-5AE53BA871A3}">
      <dgm:prSet/>
      <dgm:spPr/>
      <dgm:t>
        <a:bodyPr/>
        <a:lstStyle/>
        <a:p>
          <a:endParaRPr lang="en-US"/>
        </a:p>
      </dgm:t>
    </dgm:pt>
    <dgm:pt modelId="{945F8A13-8C0D-447C-B6E2-009CE55C3ECE}">
      <dgm:prSet/>
      <dgm:spPr/>
      <dgm:t>
        <a:bodyPr/>
        <a:lstStyle/>
        <a:p>
          <a:r>
            <a:rPr lang="en-US"/>
            <a:t>We will only be focusing on OSI layers 1-3</a:t>
          </a:r>
        </a:p>
      </dgm:t>
    </dgm:pt>
    <dgm:pt modelId="{0F7E4470-1A40-4BD4-A511-5EE52ACF91EC}" type="parTrans" cxnId="{F0A797FE-AE4C-4B81-B782-DD01A9723356}">
      <dgm:prSet/>
      <dgm:spPr/>
      <dgm:t>
        <a:bodyPr/>
        <a:lstStyle/>
        <a:p>
          <a:endParaRPr lang="en-US"/>
        </a:p>
      </dgm:t>
    </dgm:pt>
    <dgm:pt modelId="{4E6C56D7-745E-4FE7-BAD0-04747B659CF0}" type="sibTrans" cxnId="{F0A797FE-AE4C-4B81-B782-DD01A9723356}">
      <dgm:prSet/>
      <dgm:spPr/>
      <dgm:t>
        <a:bodyPr/>
        <a:lstStyle/>
        <a:p>
          <a:endParaRPr lang="en-US"/>
        </a:p>
      </dgm:t>
    </dgm:pt>
    <dgm:pt modelId="{F5AE3560-0066-447B-AE44-33696CB28282}">
      <dgm:prSet phldrT="[Text]" phldr="0"/>
      <dgm:spPr/>
      <dgm:t>
        <a:bodyPr/>
        <a:lstStyle/>
        <a:p>
          <a:pPr rtl="0"/>
          <a:r>
            <a:rPr lang="en-US" b="1" dirty="0">
              <a:latin typeface="Aptos Display" panose="020F0302020204030204"/>
            </a:rPr>
            <a:t>Managed </a:t>
          </a:r>
          <a:r>
            <a:rPr lang="en-US" b="1">
              <a:latin typeface="Aptos Display" panose="020F0302020204030204"/>
            </a:rPr>
            <a:t>vs unmanaged switches</a:t>
          </a:r>
          <a:endParaRPr lang="en-US"/>
        </a:p>
      </dgm:t>
    </dgm:pt>
    <dgm:pt modelId="{893DEF21-6F25-408A-8547-ABABFDB3FBCD}" type="parTrans" cxnId="{38D613CA-08FC-4D41-ABCC-4830BBBCF7DB}">
      <dgm:prSet/>
      <dgm:spPr/>
    </dgm:pt>
    <dgm:pt modelId="{8E5E755C-5D40-41A4-84CA-B3C0AE0D5FF4}" type="sibTrans" cxnId="{38D613CA-08FC-4D41-ABCC-4830BBBCF7DB}">
      <dgm:prSet/>
      <dgm:spPr/>
      <dgm:t>
        <a:bodyPr/>
        <a:lstStyle/>
        <a:p>
          <a:endParaRPr lang="en-US"/>
        </a:p>
      </dgm:t>
    </dgm:pt>
    <dgm:pt modelId="{EFC24EED-8FA0-4AB0-8B60-FF914A431A9E}">
      <dgm:prSet phldrT="[Text]" phldr="0"/>
      <dgm:spPr/>
      <dgm:t>
        <a:bodyPr/>
        <a:lstStyle/>
        <a:p>
          <a:pPr rtl="0"/>
          <a:r>
            <a:rPr lang="en-US" sz="1100" dirty="0">
              <a:solidFill>
                <a:srgbClr val="444444"/>
              </a:solidFill>
              <a:latin typeface="Calibri"/>
              <a:ea typeface="Calibri"/>
              <a:cs typeface="Calibri"/>
            </a:rPr>
            <a:t>Why do we have so many different LANs</a:t>
          </a:r>
        </a:p>
      </dgm:t>
    </dgm:pt>
    <dgm:pt modelId="{1E036619-A2B7-45B4-BDB8-4F2B4D2EA093}" type="parTrans" cxnId="{73DC4BB8-3A52-4A89-9431-FCDAF561D9B7}">
      <dgm:prSet/>
      <dgm:spPr/>
    </dgm:pt>
    <dgm:pt modelId="{A2A0334A-FE32-488F-8587-7A13628F6B30}" type="sibTrans" cxnId="{73DC4BB8-3A52-4A89-9431-FCDAF561D9B7}">
      <dgm:prSet/>
      <dgm:spPr/>
    </dgm:pt>
    <dgm:pt modelId="{BDA52F83-FF44-44EE-95AE-0F2787BEA4E8}" type="pres">
      <dgm:prSet presAssocID="{D249C9F6-6C64-43D0-B5A1-D5E02390ED92}" presName="outerComposite" presStyleCnt="0">
        <dgm:presLayoutVars>
          <dgm:chMax val="5"/>
          <dgm:dir/>
          <dgm:resizeHandles val="exact"/>
        </dgm:presLayoutVars>
      </dgm:prSet>
      <dgm:spPr/>
    </dgm:pt>
    <dgm:pt modelId="{AE2FD0CE-8C06-4735-8974-8E62B9DD4957}" type="pres">
      <dgm:prSet presAssocID="{D249C9F6-6C64-43D0-B5A1-D5E02390ED92}" presName="dummyMaxCanvas" presStyleCnt="0">
        <dgm:presLayoutVars/>
      </dgm:prSet>
      <dgm:spPr/>
    </dgm:pt>
    <dgm:pt modelId="{19338109-91CE-4B83-89AF-D4A648972796}" type="pres">
      <dgm:prSet presAssocID="{D249C9F6-6C64-43D0-B5A1-D5E02390ED92}" presName="FourNodes_1" presStyleLbl="node1" presStyleIdx="0" presStyleCnt="4">
        <dgm:presLayoutVars>
          <dgm:bulletEnabled val="1"/>
        </dgm:presLayoutVars>
      </dgm:prSet>
      <dgm:spPr/>
    </dgm:pt>
    <dgm:pt modelId="{9B092376-9CC4-46F3-9361-4AC488B1C0AD}" type="pres">
      <dgm:prSet presAssocID="{D249C9F6-6C64-43D0-B5A1-D5E02390ED92}" presName="FourNodes_2" presStyleLbl="node1" presStyleIdx="1" presStyleCnt="4">
        <dgm:presLayoutVars>
          <dgm:bulletEnabled val="1"/>
        </dgm:presLayoutVars>
      </dgm:prSet>
      <dgm:spPr/>
    </dgm:pt>
    <dgm:pt modelId="{E2F1D7F7-31D6-4A97-B972-A95EFCEC27F0}" type="pres">
      <dgm:prSet presAssocID="{D249C9F6-6C64-43D0-B5A1-D5E02390ED92}" presName="FourNodes_3" presStyleLbl="node1" presStyleIdx="2" presStyleCnt="4">
        <dgm:presLayoutVars>
          <dgm:bulletEnabled val="1"/>
        </dgm:presLayoutVars>
      </dgm:prSet>
      <dgm:spPr/>
    </dgm:pt>
    <dgm:pt modelId="{430E47AF-98EB-47D6-9213-885BA420EE34}" type="pres">
      <dgm:prSet presAssocID="{D249C9F6-6C64-43D0-B5A1-D5E02390ED92}" presName="FourNodes_4" presStyleLbl="node1" presStyleIdx="3" presStyleCnt="4">
        <dgm:presLayoutVars>
          <dgm:bulletEnabled val="1"/>
        </dgm:presLayoutVars>
      </dgm:prSet>
      <dgm:spPr/>
    </dgm:pt>
    <dgm:pt modelId="{C9677558-626D-4114-8847-BB23D5D0FB1A}" type="pres">
      <dgm:prSet presAssocID="{D249C9F6-6C64-43D0-B5A1-D5E02390ED92}" presName="FourConn_1-2" presStyleLbl="fgAccFollowNode1" presStyleIdx="0" presStyleCnt="3">
        <dgm:presLayoutVars>
          <dgm:bulletEnabled val="1"/>
        </dgm:presLayoutVars>
      </dgm:prSet>
      <dgm:spPr/>
    </dgm:pt>
    <dgm:pt modelId="{03C70476-E56B-4AC2-AA14-961F0D643614}" type="pres">
      <dgm:prSet presAssocID="{D249C9F6-6C64-43D0-B5A1-D5E02390ED92}" presName="FourConn_2-3" presStyleLbl="fgAccFollowNode1" presStyleIdx="1" presStyleCnt="3">
        <dgm:presLayoutVars>
          <dgm:bulletEnabled val="1"/>
        </dgm:presLayoutVars>
      </dgm:prSet>
      <dgm:spPr/>
    </dgm:pt>
    <dgm:pt modelId="{B28C5667-7125-444F-AC68-8E903EB5E355}" type="pres">
      <dgm:prSet presAssocID="{D249C9F6-6C64-43D0-B5A1-D5E02390ED92}" presName="FourConn_3-4" presStyleLbl="fgAccFollowNode1" presStyleIdx="2" presStyleCnt="3">
        <dgm:presLayoutVars>
          <dgm:bulletEnabled val="1"/>
        </dgm:presLayoutVars>
      </dgm:prSet>
      <dgm:spPr/>
    </dgm:pt>
    <dgm:pt modelId="{738BAB5D-AD70-4471-88EE-894D07B903A2}" type="pres">
      <dgm:prSet presAssocID="{D249C9F6-6C64-43D0-B5A1-D5E02390ED92}" presName="FourNodes_1_text" presStyleLbl="node1" presStyleIdx="3" presStyleCnt="4">
        <dgm:presLayoutVars>
          <dgm:bulletEnabled val="1"/>
        </dgm:presLayoutVars>
      </dgm:prSet>
      <dgm:spPr/>
    </dgm:pt>
    <dgm:pt modelId="{667AD5EF-9D89-4DB3-A1C1-0CEC1B7B228A}" type="pres">
      <dgm:prSet presAssocID="{D249C9F6-6C64-43D0-B5A1-D5E02390ED92}" presName="FourNodes_2_text" presStyleLbl="node1" presStyleIdx="3" presStyleCnt="4">
        <dgm:presLayoutVars>
          <dgm:bulletEnabled val="1"/>
        </dgm:presLayoutVars>
      </dgm:prSet>
      <dgm:spPr/>
    </dgm:pt>
    <dgm:pt modelId="{54DC611F-130B-423E-B8BD-739F4819E8D7}" type="pres">
      <dgm:prSet presAssocID="{D249C9F6-6C64-43D0-B5A1-D5E02390ED92}" presName="FourNodes_3_text" presStyleLbl="node1" presStyleIdx="3" presStyleCnt="4">
        <dgm:presLayoutVars>
          <dgm:bulletEnabled val="1"/>
        </dgm:presLayoutVars>
      </dgm:prSet>
      <dgm:spPr/>
    </dgm:pt>
    <dgm:pt modelId="{DD398F06-716B-4BD2-8148-7C47CF661A5B}" type="pres">
      <dgm:prSet presAssocID="{D249C9F6-6C64-43D0-B5A1-D5E02390ED92}" presName="FourNodes_4_text" presStyleLbl="node1" presStyleIdx="3" presStyleCnt="4">
        <dgm:presLayoutVars>
          <dgm:bulletEnabled val="1"/>
        </dgm:presLayoutVars>
      </dgm:prSet>
      <dgm:spPr/>
    </dgm:pt>
  </dgm:ptLst>
  <dgm:cxnLst>
    <dgm:cxn modelId="{CBF70F07-E2C1-4132-9AC3-60A38C72AF6C}" type="presOf" srcId="{8E5E755C-5D40-41A4-84CA-B3C0AE0D5FF4}" destId="{B28C5667-7125-444F-AC68-8E903EB5E355}" srcOrd="0" destOrd="0" presId="urn:microsoft.com/office/officeart/2005/8/layout/vProcess5"/>
    <dgm:cxn modelId="{A2F6570C-87F7-4FB6-A9FA-EDC62AE600B7}" type="presOf" srcId="{F5AE3560-0066-447B-AE44-33696CB28282}" destId="{E2F1D7F7-31D6-4A97-B972-A95EFCEC27F0}" srcOrd="0" destOrd="0" presId="urn:microsoft.com/office/officeart/2005/8/layout/vProcess5"/>
    <dgm:cxn modelId="{21DAC928-B46E-47D6-82A1-C630F45740EC}" type="presOf" srcId="{4E6C56D7-745E-4FE7-BAD0-04747B659CF0}" destId="{03C70476-E56B-4AC2-AA14-961F0D643614}" srcOrd="0" destOrd="0" presId="urn:microsoft.com/office/officeart/2005/8/layout/vProcess5"/>
    <dgm:cxn modelId="{04C7A447-011F-47D1-A2EE-267E290C2D03}" type="presOf" srcId="{EFC24EED-8FA0-4AB0-8B60-FF914A431A9E}" destId="{DD398F06-716B-4BD2-8148-7C47CF661A5B}" srcOrd="1" destOrd="0" presId="urn:microsoft.com/office/officeart/2005/8/layout/vProcess5"/>
    <dgm:cxn modelId="{0D483759-F97F-404A-A0C8-887EC68EE3D4}" type="presOf" srcId="{A13C4C9A-6E7F-4206-8D0F-BCB32F6C59CE}" destId="{C9677558-626D-4114-8847-BB23D5D0FB1A}" srcOrd="0" destOrd="0" presId="urn:microsoft.com/office/officeart/2005/8/layout/vProcess5"/>
    <dgm:cxn modelId="{92BE387D-8B48-4E52-BD90-D571925C65AF}" type="presOf" srcId="{E641B012-2A13-4F0C-91C9-41AB8D47CD1E}" destId="{19338109-91CE-4B83-89AF-D4A648972796}" srcOrd="0" destOrd="0" presId="urn:microsoft.com/office/officeart/2005/8/layout/vProcess5"/>
    <dgm:cxn modelId="{489EB39C-8341-4A2D-A770-8399B64B192A}" type="presOf" srcId="{EFC24EED-8FA0-4AB0-8B60-FF914A431A9E}" destId="{430E47AF-98EB-47D6-9213-885BA420EE34}" srcOrd="0" destOrd="0" presId="urn:microsoft.com/office/officeart/2005/8/layout/vProcess5"/>
    <dgm:cxn modelId="{28873E9F-B16B-4774-9A90-5AE53BA871A3}" srcId="{D249C9F6-6C64-43D0-B5A1-D5E02390ED92}" destId="{E641B012-2A13-4F0C-91C9-41AB8D47CD1E}" srcOrd="0" destOrd="0" parTransId="{9413558D-F566-4A52-A365-87B7D2883192}" sibTransId="{A13C4C9A-6E7F-4206-8D0F-BCB32F6C59CE}"/>
    <dgm:cxn modelId="{73DC4BB8-3A52-4A89-9431-FCDAF561D9B7}" srcId="{D249C9F6-6C64-43D0-B5A1-D5E02390ED92}" destId="{EFC24EED-8FA0-4AB0-8B60-FF914A431A9E}" srcOrd="3" destOrd="0" parTransId="{1E036619-A2B7-45B4-BDB8-4F2B4D2EA093}" sibTransId="{A2A0334A-FE32-488F-8587-7A13628F6B30}"/>
    <dgm:cxn modelId="{788280C7-F7B8-4B71-B8BE-6151EEF6502B}" type="presOf" srcId="{F5AE3560-0066-447B-AE44-33696CB28282}" destId="{54DC611F-130B-423E-B8BD-739F4819E8D7}" srcOrd="1" destOrd="0" presId="urn:microsoft.com/office/officeart/2005/8/layout/vProcess5"/>
    <dgm:cxn modelId="{38D613CA-08FC-4D41-ABCC-4830BBBCF7DB}" srcId="{D249C9F6-6C64-43D0-B5A1-D5E02390ED92}" destId="{F5AE3560-0066-447B-AE44-33696CB28282}" srcOrd="2" destOrd="0" parTransId="{893DEF21-6F25-408A-8547-ABABFDB3FBCD}" sibTransId="{8E5E755C-5D40-41A4-84CA-B3C0AE0D5FF4}"/>
    <dgm:cxn modelId="{0D3B90CD-6719-4924-8364-F8E71E99A09F}" type="presOf" srcId="{D249C9F6-6C64-43D0-B5A1-D5E02390ED92}" destId="{BDA52F83-FF44-44EE-95AE-0F2787BEA4E8}" srcOrd="0" destOrd="0" presId="urn:microsoft.com/office/officeart/2005/8/layout/vProcess5"/>
    <dgm:cxn modelId="{88CA60D6-64A8-40E7-A6C3-9D099DE608D6}" type="presOf" srcId="{945F8A13-8C0D-447C-B6E2-009CE55C3ECE}" destId="{667AD5EF-9D89-4DB3-A1C1-0CEC1B7B228A}" srcOrd="1" destOrd="0" presId="urn:microsoft.com/office/officeart/2005/8/layout/vProcess5"/>
    <dgm:cxn modelId="{ACE6DEF8-356D-4639-B6EE-A66CDCFD19D4}" type="presOf" srcId="{945F8A13-8C0D-447C-B6E2-009CE55C3ECE}" destId="{9B092376-9CC4-46F3-9361-4AC488B1C0AD}" srcOrd="0" destOrd="0" presId="urn:microsoft.com/office/officeart/2005/8/layout/vProcess5"/>
    <dgm:cxn modelId="{543B5EF9-6B1C-4963-ADD2-8EA7879B94E9}" type="presOf" srcId="{E641B012-2A13-4F0C-91C9-41AB8D47CD1E}" destId="{738BAB5D-AD70-4471-88EE-894D07B903A2}" srcOrd="1" destOrd="0" presId="urn:microsoft.com/office/officeart/2005/8/layout/vProcess5"/>
    <dgm:cxn modelId="{F0A797FE-AE4C-4B81-B782-DD01A9723356}" srcId="{D249C9F6-6C64-43D0-B5A1-D5E02390ED92}" destId="{945F8A13-8C0D-447C-B6E2-009CE55C3ECE}" srcOrd="1" destOrd="0" parTransId="{0F7E4470-1A40-4BD4-A511-5EE52ACF91EC}" sibTransId="{4E6C56D7-745E-4FE7-BAD0-04747B659CF0}"/>
    <dgm:cxn modelId="{9D3EB7A2-089B-4709-B55A-4BF632520F2E}" type="presParOf" srcId="{BDA52F83-FF44-44EE-95AE-0F2787BEA4E8}" destId="{AE2FD0CE-8C06-4735-8974-8E62B9DD4957}" srcOrd="0" destOrd="0" presId="urn:microsoft.com/office/officeart/2005/8/layout/vProcess5"/>
    <dgm:cxn modelId="{927DCF00-BCD6-4D40-AFA8-CC0D5BED2664}" type="presParOf" srcId="{BDA52F83-FF44-44EE-95AE-0F2787BEA4E8}" destId="{19338109-91CE-4B83-89AF-D4A648972796}" srcOrd="1" destOrd="0" presId="urn:microsoft.com/office/officeart/2005/8/layout/vProcess5"/>
    <dgm:cxn modelId="{FBFF21C6-EF43-4022-A28F-C63B9A50B50D}" type="presParOf" srcId="{BDA52F83-FF44-44EE-95AE-0F2787BEA4E8}" destId="{9B092376-9CC4-46F3-9361-4AC488B1C0AD}" srcOrd="2" destOrd="0" presId="urn:microsoft.com/office/officeart/2005/8/layout/vProcess5"/>
    <dgm:cxn modelId="{5F12851D-8DBD-4DC7-B9F4-EB9336056B26}" type="presParOf" srcId="{BDA52F83-FF44-44EE-95AE-0F2787BEA4E8}" destId="{E2F1D7F7-31D6-4A97-B972-A95EFCEC27F0}" srcOrd="3" destOrd="0" presId="urn:microsoft.com/office/officeart/2005/8/layout/vProcess5"/>
    <dgm:cxn modelId="{18E591C6-14BD-4F3F-BB5F-7639B51442BB}" type="presParOf" srcId="{BDA52F83-FF44-44EE-95AE-0F2787BEA4E8}" destId="{430E47AF-98EB-47D6-9213-885BA420EE34}" srcOrd="4" destOrd="0" presId="urn:microsoft.com/office/officeart/2005/8/layout/vProcess5"/>
    <dgm:cxn modelId="{5F100384-FDBC-4EC6-B8AE-CD15401A74BD}" type="presParOf" srcId="{BDA52F83-FF44-44EE-95AE-0F2787BEA4E8}" destId="{C9677558-626D-4114-8847-BB23D5D0FB1A}" srcOrd="5" destOrd="0" presId="urn:microsoft.com/office/officeart/2005/8/layout/vProcess5"/>
    <dgm:cxn modelId="{C4B49B65-660C-4897-ADE0-FED456D08E4B}" type="presParOf" srcId="{BDA52F83-FF44-44EE-95AE-0F2787BEA4E8}" destId="{03C70476-E56B-4AC2-AA14-961F0D643614}" srcOrd="6" destOrd="0" presId="urn:microsoft.com/office/officeart/2005/8/layout/vProcess5"/>
    <dgm:cxn modelId="{BFC2964B-0FA6-4756-A2BD-63EC775F1C5C}" type="presParOf" srcId="{BDA52F83-FF44-44EE-95AE-0F2787BEA4E8}" destId="{B28C5667-7125-444F-AC68-8E903EB5E355}" srcOrd="7" destOrd="0" presId="urn:microsoft.com/office/officeart/2005/8/layout/vProcess5"/>
    <dgm:cxn modelId="{16390962-F4BC-4776-BB50-0A0BB8867401}" type="presParOf" srcId="{BDA52F83-FF44-44EE-95AE-0F2787BEA4E8}" destId="{738BAB5D-AD70-4471-88EE-894D07B903A2}" srcOrd="8" destOrd="0" presId="urn:microsoft.com/office/officeart/2005/8/layout/vProcess5"/>
    <dgm:cxn modelId="{25CB542A-98A4-43E3-9715-DB6BA0845D05}" type="presParOf" srcId="{BDA52F83-FF44-44EE-95AE-0F2787BEA4E8}" destId="{667AD5EF-9D89-4DB3-A1C1-0CEC1B7B228A}" srcOrd="9" destOrd="0" presId="urn:microsoft.com/office/officeart/2005/8/layout/vProcess5"/>
    <dgm:cxn modelId="{BF16B452-384A-417F-9CCA-F033329C69B4}" type="presParOf" srcId="{BDA52F83-FF44-44EE-95AE-0F2787BEA4E8}" destId="{54DC611F-130B-423E-B8BD-739F4819E8D7}" srcOrd="10" destOrd="0" presId="urn:microsoft.com/office/officeart/2005/8/layout/vProcess5"/>
    <dgm:cxn modelId="{3158DA35-41BF-4C4E-BF61-46655E541B45}" type="presParOf" srcId="{BDA52F83-FF44-44EE-95AE-0F2787BEA4E8}" destId="{DD398F06-716B-4BD2-8148-7C47CF661A5B}" srcOrd="11"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C28D7F34-6BC3-4F1E-98C8-DE14CEEF1766}"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D5DA1E22-726D-429D-AF4E-A895070268D4}">
      <dgm:prSet/>
      <dgm:spPr/>
      <dgm:t>
        <a:bodyPr/>
        <a:lstStyle/>
        <a:p>
          <a:r>
            <a:rPr lang="en-US"/>
            <a:t>Better security </a:t>
          </a:r>
        </a:p>
      </dgm:t>
    </dgm:pt>
    <dgm:pt modelId="{1A5C6D77-E83C-45A5-AC2F-0E8187101E29}" type="parTrans" cxnId="{9CE2BA7E-6E19-4A40-AE94-551FFAC7770C}">
      <dgm:prSet/>
      <dgm:spPr/>
      <dgm:t>
        <a:bodyPr/>
        <a:lstStyle/>
        <a:p>
          <a:endParaRPr lang="en-US"/>
        </a:p>
      </dgm:t>
    </dgm:pt>
    <dgm:pt modelId="{6978E254-099E-4DF5-B804-2B87A03AFF6C}" type="sibTrans" cxnId="{9CE2BA7E-6E19-4A40-AE94-551FFAC7770C}">
      <dgm:prSet/>
      <dgm:spPr/>
      <dgm:t>
        <a:bodyPr/>
        <a:lstStyle/>
        <a:p>
          <a:endParaRPr lang="en-US"/>
        </a:p>
      </dgm:t>
    </dgm:pt>
    <dgm:pt modelId="{2703B797-4527-41C5-B3A9-4909C5EEFBBB}">
      <dgm:prSet/>
      <dgm:spPr/>
      <dgm:t>
        <a:bodyPr/>
        <a:lstStyle/>
        <a:p>
          <a:r>
            <a:rPr lang="en-US"/>
            <a:t>Better performance</a:t>
          </a:r>
          <a:r>
            <a:rPr lang="en-US">
              <a:latin typeface="Aptos Display" panose="020F0302020204030204"/>
            </a:rPr>
            <a:t>;</a:t>
          </a:r>
          <a:r>
            <a:rPr lang="en-US"/>
            <a:t> less traffic to wade through </a:t>
          </a:r>
        </a:p>
      </dgm:t>
    </dgm:pt>
    <dgm:pt modelId="{BFC9AF4D-77E1-4ABA-B9B2-40667F7E9219}" type="parTrans" cxnId="{4CF454DC-BBDC-4928-A2E1-F7A3D8042271}">
      <dgm:prSet/>
      <dgm:spPr/>
      <dgm:t>
        <a:bodyPr/>
        <a:lstStyle/>
        <a:p>
          <a:endParaRPr lang="en-US"/>
        </a:p>
      </dgm:t>
    </dgm:pt>
    <dgm:pt modelId="{6DC80581-6B37-4D9F-AD93-90EEAAB6B0EE}" type="sibTrans" cxnId="{4CF454DC-BBDC-4928-A2E1-F7A3D8042271}">
      <dgm:prSet/>
      <dgm:spPr/>
      <dgm:t>
        <a:bodyPr/>
        <a:lstStyle/>
        <a:p>
          <a:endParaRPr lang="en-US"/>
        </a:p>
      </dgm:t>
    </dgm:pt>
    <dgm:pt modelId="{2383E528-E7BF-4776-86AC-734DCACC6CF7}">
      <dgm:prSet/>
      <dgm:spPr/>
      <dgm:t>
        <a:bodyPr/>
        <a:lstStyle/>
        <a:p>
          <a:pPr rtl="0"/>
          <a:r>
            <a:rPr lang="en-US"/>
            <a:t>Easier troubleshooting </a:t>
          </a:r>
          <a:endParaRPr lang="en-US" dirty="0">
            <a:latin typeface="Aptos Display" panose="020F0302020204030204"/>
          </a:endParaRPr>
        </a:p>
      </dgm:t>
    </dgm:pt>
    <dgm:pt modelId="{8D64AF7F-A245-4E73-8808-D2906373C77A}" type="parTrans" cxnId="{DBE66290-7FE8-4B34-A157-3BD56FA406A8}">
      <dgm:prSet/>
      <dgm:spPr/>
      <dgm:t>
        <a:bodyPr/>
        <a:lstStyle/>
        <a:p>
          <a:endParaRPr lang="en-US"/>
        </a:p>
      </dgm:t>
    </dgm:pt>
    <dgm:pt modelId="{A5098BCA-92D1-41FD-865B-CA611759FD80}" type="sibTrans" cxnId="{DBE66290-7FE8-4B34-A157-3BD56FA406A8}">
      <dgm:prSet/>
      <dgm:spPr/>
      <dgm:t>
        <a:bodyPr/>
        <a:lstStyle/>
        <a:p>
          <a:endParaRPr lang="en-US"/>
        </a:p>
      </dgm:t>
    </dgm:pt>
    <dgm:pt modelId="{F5BB98BC-0A30-4C6F-BBE7-874C95E5CEE1}">
      <dgm:prSet phldrT="[Text]" phldr="0"/>
      <dgm:spPr/>
      <dgm:t>
        <a:bodyPr/>
        <a:lstStyle/>
        <a:p>
          <a:pPr rtl="0"/>
          <a:r>
            <a:rPr lang="en-US" dirty="0"/>
            <a:t>More organized </a:t>
          </a:r>
          <a:endParaRPr lang="en-US" i="0" dirty="0">
            <a:latin typeface="Aptos Display" panose="020F0302020204030204"/>
          </a:endParaRPr>
        </a:p>
      </dgm:t>
    </dgm:pt>
    <dgm:pt modelId="{8ED08ADB-0C49-4141-BAB3-D54BC28E40A0}" type="parTrans" cxnId="{46A5DD7F-03C1-432C-9ABD-32772D1B8B18}">
      <dgm:prSet/>
      <dgm:spPr/>
    </dgm:pt>
    <dgm:pt modelId="{C17AAB09-681F-4D2F-9FB6-79C802F4B7F4}" type="sibTrans" cxnId="{46A5DD7F-03C1-432C-9ABD-32772D1B8B18}">
      <dgm:prSet/>
      <dgm:spPr/>
      <dgm:t>
        <a:bodyPr/>
        <a:lstStyle/>
        <a:p>
          <a:endParaRPr lang="en-US"/>
        </a:p>
      </dgm:t>
    </dgm:pt>
    <dgm:pt modelId="{B0E7B547-62F2-4193-BD15-C404C4AFEA45}">
      <dgm:prSet phldrT="[Text]" phldr="0"/>
      <dgm:spPr/>
      <dgm:t>
        <a:bodyPr/>
        <a:lstStyle/>
        <a:p>
          <a:pPr rtl="0"/>
          <a:r>
            <a:rPr lang="en-US" i="1">
              <a:latin typeface="Aptos Display" panose="020F0302020204030204"/>
            </a:rPr>
            <a:t>A focus of our</a:t>
          </a:r>
          <a:r>
            <a:rPr lang="en-US" i="1"/>
            <a:t> second module - firewalls</a:t>
          </a:r>
          <a:endParaRPr lang="en-US" dirty="0"/>
        </a:p>
      </dgm:t>
    </dgm:pt>
    <dgm:pt modelId="{99D0EACC-4433-4F2D-B10D-61EDF93F33B4}" type="parTrans" cxnId="{1996ED9E-ED53-49D8-BD3F-74CB3CFE583A}">
      <dgm:prSet/>
      <dgm:spPr/>
    </dgm:pt>
    <dgm:pt modelId="{EADD2C4B-69F4-4ADB-AB4F-162FF61877DB}" type="sibTrans" cxnId="{1996ED9E-ED53-49D8-BD3F-74CB3CFE583A}">
      <dgm:prSet/>
      <dgm:spPr/>
    </dgm:pt>
    <dgm:pt modelId="{29D0C01E-E38D-44BB-B054-9729FA0B30F6}" type="pres">
      <dgm:prSet presAssocID="{C28D7F34-6BC3-4F1E-98C8-DE14CEEF1766}" presName="outerComposite" presStyleCnt="0">
        <dgm:presLayoutVars>
          <dgm:chMax val="5"/>
          <dgm:dir/>
          <dgm:resizeHandles val="exact"/>
        </dgm:presLayoutVars>
      </dgm:prSet>
      <dgm:spPr/>
    </dgm:pt>
    <dgm:pt modelId="{ECD253A7-30DD-46CF-95AC-3F4171C23BCE}" type="pres">
      <dgm:prSet presAssocID="{C28D7F34-6BC3-4F1E-98C8-DE14CEEF1766}" presName="dummyMaxCanvas" presStyleCnt="0">
        <dgm:presLayoutVars/>
      </dgm:prSet>
      <dgm:spPr/>
    </dgm:pt>
    <dgm:pt modelId="{890EE996-59D3-4947-93DE-249E475AB1AE}" type="pres">
      <dgm:prSet presAssocID="{C28D7F34-6BC3-4F1E-98C8-DE14CEEF1766}" presName="FiveNodes_1" presStyleLbl="node1" presStyleIdx="0" presStyleCnt="5">
        <dgm:presLayoutVars>
          <dgm:bulletEnabled val="1"/>
        </dgm:presLayoutVars>
      </dgm:prSet>
      <dgm:spPr/>
    </dgm:pt>
    <dgm:pt modelId="{5F319066-F817-483D-A9D7-40677897A139}" type="pres">
      <dgm:prSet presAssocID="{C28D7F34-6BC3-4F1E-98C8-DE14CEEF1766}" presName="FiveNodes_2" presStyleLbl="node1" presStyleIdx="1" presStyleCnt="5">
        <dgm:presLayoutVars>
          <dgm:bulletEnabled val="1"/>
        </dgm:presLayoutVars>
      </dgm:prSet>
      <dgm:spPr/>
    </dgm:pt>
    <dgm:pt modelId="{27E3825D-F119-40EB-8BBB-C07CA0A6F257}" type="pres">
      <dgm:prSet presAssocID="{C28D7F34-6BC3-4F1E-98C8-DE14CEEF1766}" presName="FiveNodes_3" presStyleLbl="node1" presStyleIdx="2" presStyleCnt="5">
        <dgm:presLayoutVars>
          <dgm:bulletEnabled val="1"/>
        </dgm:presLayoutVars>
      </dgm:prSet>
      <dgm:spPr/>
    </dgm:pt>
    <dgm:pt modelId="{C620EC68-CFA6-4F1C-B965-2F585CFD7642}" type="pres">
      <dgm:prSet presAssocID="{C28D7F34-6BC3-4F1E-98C8-DE14CEEF1766}" presName="FiveNodes_4" presStyleLbl="node1" presStyleIdx="3" presStyleCnt="5">
        <dgm:presLayoutVars>
          <dgm:bulletEnabled val="1"/>
        </dgm:presLayoutVars>
      </dgm:prSet>
      <dgm:spPr/>
    </dgm:pt>
    <dgm:pt modelId="{D7DD276A-2D62-4D6F-A88A-A84E61FB33A4}" type="pres">
      <dgm:prSet presAssocID="{C28D7F34-6BC3-4F1E-98C8-DE14CEEF1766}" presName="FiveNodes_5" presStyleLbl="node1" presStyleIdx="4" presStyleCnt="5">
        <dgm:presLayoutVars>
          <dgm:bulletEnabled val="1"/>
        </dgm:presLayoutVars>
      </dgm:prSet>
      <dgm:spPr/>
    </dgm:pt>
    <dgm:pt modelId="{6C4893F1-5CE6-45BE-A7C7-C13346495F20}" type="pres">
      <dgm:prSet presAssocID="{C28D7F34-6BC3-4F1E-98C8-DE14CEEF1766}" presName="FiveConn_1-2" presStyleLbl="fgAccFollowNode1" presStyleIdx="0" presStyleCnt="4">
        <dgm:presLayoutVars>
          <dgm:bulletEnabled val="1"/>
        </dgm:presLayoutVars>
      </dgm:prSet>
      <dgm:spPr/>
    </dgm:pt>
    <dgm:pt modelId="{FDEDD0D7-C68A-4DD2-9058-D1D053FEC7B9}" type="pres">
      <dgm:prSet presAssocID="{C28D7F34-6BC3-4F1E-98C8-DE14CEEF1766}" presName="FiveConn_2-3" presStyleLbl="fgAccFollowNode1" presStyleIdx="1" presStyleCnt="4">
        <dgm:presLayoutVars>
          <dgm:bulletEnabled val="1"/>
        </dgm:presLayoutVars>
      </dgm:prSet>
      <dgm:spPr/>
    </dgm:pt>
    <dgm:pt modelId="{E2621A3F-AA9D-4A94-879B-025C90069EF9}" type="pres">
      <dgm:prSet presAssocID="{C28D7F34-6BC3-4F1E-98C8-DE14CEEF1766}" presName="FiveConn_3-4" presStyleLbl="fgAccFollowNode1" presStyleIdx="2" presStyleCnt="4">
        <dgm:presLayoutVars>
          <dgm:bulletEnabled val="1"/>
        </dgm:presLayoutVars>
      </dgm:prSet>
      <dgm:spPr/>
    </dgm:pt>
    <dgm:pt modelId="{CC3B0971-4E6D-47B1-87FC-7123D22173C1}" type="pres">
      <dgm:prSet presAssocID="{C28D7F34-6BC3-4F1E-98C8-DE14CEEF1766}" presName="FiveConn_4-5" presStyleLbl="fgAccFollowNode1" presStyleIdx="3" presStyleCnt="4">
        <dgm:presLayoutVars>
          <dgm:bulletEnabled val="1"/>
        </dgm:presLayoutVars>
      </dgm:prSet>
      <dgm:spPr/>
    </dgm:pt>
    <dgm:pt modelId="{891DE396-B076-4F08-ADFC-F9FD92FD2244}" type="pres">
      <dgm:prSet presAssocID="{C28D7F34-6BC3-4F1E-98C8-DE14CEEF1766}" presName="FiveNodes_1_text" presStyleLbl="node1" presStyleIdx="4" presStyleCnt="5">
        <dgm:presLayoutVars>
          <dgm:bulletEnabled val="1"/>
        </dgm:presLayoutVars>
      </dgm:prSet>
      <dgm:spPr/>
    </dgm:pt>
    <dgm:pt modelId="{0E92FC1B-A29D-433B-AC02-0C94271D78D9}" type="pres">
      <dgm:prSet presAssocID="{C28D7F34-6BC3-4F1E-98C8-DE14CEEF1766}" presName="FiveNodes_2_text" presStyleLbl="node1" presStyleIdx="4" presStyleCnt="5">
        <dgm:presLayoutVars>
          <dgm:bulletEnabled val="1"/>
        </dgm:presLayoutVars>
      </dgm:prSet>
      <dgm:spPr/>
    </dgm:pt>
    <dgm:pt modelId="{2FB2850C-4737-460B-A796-E2B6D07923B7}" type="pres">
      <dgm:prSet presAssocID="{C28D7F34-6BC3-4F1E-98C8-DE14CEEF1766}" presName="FiveNodes_3_text" presStyleLbl="node1" presStyleIdx="4" presStyleCnt="5">
        <dgm:presLayoutVars>
          <dgm:bulletEnabled val="1"/>
        </dgm:presLayoutVars>
      </dgm:prSet>
      <dgm:spPr/>
    </dgm:pt>
    <dgm:pt modelId="{CEC9AE15-2839-4A1C-8AD0-564A92D3134F}" type="pres">
      <dgm:prSet presAssocID="{C28D7F34-6BC3-4F1E-98C8-DE14CEEF1766}" presName="FiveNodes_4_text" presStyleLbl="node1" presStyleIdx="4" presStyleCnt="5">
        <dgm:presLayoutVars>
          <dgm:bulletEnabled val="1"/>
        </dgm:presLayoutVars>
      </dgm:prSet>
      <dgm:spPr/>
    </dgm:pt>
    <dgm:pt modelId="{326FA175-EDBA-4DDF-A996-959F25B8C99D}" type="pres">
      <dgm:prSet presAssocID="{C28D7F34-6BC3-4F1E-98C8-DE14CEEF1766}" presName="FiveNodes_5_text" presStyleLbl="node1" presStyleIdx="4" presStyleCnt="5">
        <dgm:presLayoutVars>
          <dgm:bulletEnabled val="1"/>
        </dgm:presLayoutVars>
      </dgm:prSet>
      <dgm:spPr/>
    </dgm:pt>
  </dgm:ptLst>
  <dgm:cxnLst>
    <dgm:cxn modelId="{CA6B7E08-974E-4A42-B7AD-33EB94B645C2}" type="presOf" srcId="{B0E7B547-62F2-4193-BD15-C404C4AFEA45}" destId="{D7DD276A-2D62-4D6F-A88A-A84E61FB33A4}" srcOrd="0" destOrd="0" presId="urn:microsoft.com/office/officeart/2005/8/layout/vProcess5"/>
    <dgm:cxn modelId="{B125CE09-B71E-4C23-A863-44853A15C39D}" type="presOf" srcId="{2703B797-4527-41C5-B3A9-4909C5EEFBBB}" destId="{0E92FC1B-A29D-433B-AC02-0C94271D78D9}" srcOrd="1" destOrd="0" presId="urn:microsoft.com/office/officeart/2005/8/layout/vProcess5"/>
    <dgm:cxn modelId="{85553261-DB87-497C-A578-AC2FEB85A54C}" type="presOf" srcId="{6DC80581-6B37-4D9F-AD93-90EEAAB6B0EE}" destId="{FDEDD0D7-C68A-4DD2-9058-D1D053FEC7B9}" srcOrd="0" destOrd="0" presId="urn:microsoft.com/office/officeart/2005/8/layout/vProcess5"/>
    <dgm:cxn modelId="{30C3656A-3828-4D27-9EF9-D88553F37C0C}" type="presOf" srcId="{6978E254-099E-4DF5-B804-2B87A03AFF6C}" destId="{6C4893F1-5CE6-45BE-A7C7-C13346495F20}" srcOrd="0" destOrd="0" presId="urn:microsoft.com/office/officeart/2005/8/layout/vProcess5"/>
    <dgm:cxn modelId="{A833B84D-1F95-49C2-8E6C-BE291F27F0A1}" type="presOf" srcId="{B0E7B547-62F2-4193-BD15-C404C4AFEA45}" destId="{326FA175-EDBA-4DDF-A996-959F25B8C99D}" srcOrd="1" destOrd="0" presId="urn:microsoft.com/office/officeart/2005/8/layout/vProcess5"/>
    <dgm:cxn modelId="{E6924852-92CE-43A3-9347-3372BF467219}" type="presOf" srcId="{2383E528-E7BF-4776-86AC-734DCACC6CF7}" destId="{27E3825D-F119-40EB-8BBB-C07CA0A6F257}" srcOrd="0" destOrd="0" presId="urn:microsoft.com/office/officeart/2005/8/layout/vProcess5"/>
    <dgm:cxn modelId="{238F5272-1F78-45F2-AA55-866F3B8002E9}" type="presOf" srcId="{2703B797-4527-41C5-B3A9-4909C5EEFBBB}" destId="{5F319066-F817-483D-A9D7-40677897A139}" srcOrd="0" destOrd="0" presId="urn:microsoft.com/office/officeart/2005/8/layout/vProcess5"/>
    <dgm:cxn modelId="{F1DE8774-D2D1-42CA-98FC-F7BC799BDE62}" type="presOf" srcId="{D5DA1E22-726D-429D-AF4E-A895070268D4}" destId="{891DE396-B076-4F08-ADFC-F9FD92FD2244}" srcOrd="1" destOrd="0" presId="urn:microsoft.com/office/officeart/2005/8/layout/vProcess5"/>
    <dgm:cxn modelId="{9CE2BA7E-6E19-4A40-AE94-551FFAC7770C}" srcId="{C28D7F34-6BC3-4F1E-98C8-DE14CEEF1766}" destId="{D5DA1E22-726D-429D-AF4E-A895070268D4}" srcOrd="0" destOrd="0" parTransId="{1A5C6D77-E83C-45A5-AC2F-0E8187101E29}" sibTransId="{6978E254-099E-4DF5-B804-2B87A03AFF6C}"/>
    <dgm:cxn modelId="{3CB76C7F-827C-4531-935E-F488FBA029D7}" type="presOf" srcId="{C28D7F34-6BC3-4F1E-98C8-DE14CEEF1766}" destId="{29D0C01E-E38D-44BB-B054-9729FA0B30F6}" srcOrd="0" destOrd="0" presId="urn:microsoft.com/office/officeart/2005/8/layout/vProcess5"/>
    <dgm:cxn modelId="{46A5DD7F-03C1-432C-9ABD-32772D1B8B18}" srcId="{C28D7F34-6BC3-4F1E-98C8-DE14CEEF1766}" destId="{F5BB98BC-0A30-4C6F-BBE7-874C95E5CEE1}" srcOrd="3" destOrd="0" parTransId="{8ED08ADB-0C49-4141-BAB3-D54BC28E40A0}" sibTransId="{C17AAB09-681F-4D2F-9FB6-79C802F4B7F4}"/>
    <dgm:cxn modelId="{DBE66290-7FE8-4B34-A157-3BD56FA406A8}" srcId="{C28D7F34-6BC3-4F1E-98C8-DE14CEEF1766}" destId="{2383E528-E7BF-4776-86AC-734DCACC6CF7}" srcOrd="2" destOrd="0" parTransId="{8D64AF7F-A245-4E73-8808-D2906373C77A}" sibTransId="{A5098BCA-92D1-41FD-865B-CA611759FD80}"/>
    <dgm:cxn modelId="{1996ED9E-ED53-49D8-BD3F-74CB3CFE583A}" srcId="{C28D7F34-6BC3-4F1E-98C8-DE14CEEF1766}" destId="{B0E7B547-62F2-4193-BD15-C404C4AFEA45}" srcOrd="4" destOrd="0" parTransId="{99D0EACC-4433-4F2D-B10D-61EDF93F33B4}" sibTransId="{EADD2C4B-69F4-4ADB-AB4F-162FF61877DB}"/>
    <dgm:cxn modelId="{C60FC7A7-8F21-4474-BAD8-6A0EC9FC84A0}" type="presOf" srcId="{2383E528-E7BF-4776-86AC-734DCACC6CF7}" destId="{2FB2850C-4737-460B-A796-E2B6D07923B7}" srcOrd="1" destOrd="0" presId="urn:microsoft.com/office/officeart/2005/8/layout/vProcess5"/>
    <dgm:cxn modelId="{D50F38B1-1292-4189-A68E-94A26E4E2C8A}" type="presOf" srcId="{A5098BCA-92D1-41FD-865B-CA611759FD80}" destId="{E2621A3F-AA9D-4A94-879B-025C90069EF9}" srcOrd="0" destOrd="0" presId="urn:microsoft.com/office/officeart/2005/8/layout/vProcess5"/>
    <dgm:cxn modelId="{98E53CBF-031A-4737-A9A9-3E7D473EB73A}" type="presOf" srcId="{D5DA1E22-726D-429D-AF4E-A895070268D4}" destId="{890EE996-59D3-4947-93DE-249E475AB1AE}" srcOrd="0" destOrd="0" presId="urn:microsoft.com/office/officeart/2005/8/layout/vProcess5"/>
    <dgm:cxn modelId="{4CF454DC-BBDC-4928-A2E1-F7A3D8042271}" srcId="{C28D7F34-6BC3-4F1E-98C8-DE14CEEF1766}" destId="{2703B797-4527-41C5-B3A9-4909C5EEFBBB}" srcOrd="1" destOrd="0" parTransId="{BFC9AF4D-77E1-4ABA-B9B2-40667F7E9219}" sibTransId="{6DC80581-6B37-4D9F-AD93-90EEAAB6B0EE}"/>
    <dgm:cxn modelId="{F0CB0DE9-EB83-46A6-9D98-BA4FFE9B6C54}" type="presOf" srcId="{C17AAB09-681F-4D2F-9FB6-79C802F4B7F4}" destId="{CC3B0971-4E6D-47B1-87FC-7123D22173C1}" srcOrd="0" destOrd="0" presId="urn:microsoft.com/office/officeart/2005/8/layout/vProcess5"/>
    <dgm:cxn modelId="{82E42DF6-099D-4C2C-B6FA-8C911EC5B880}" type="presOf" srcId="{F5BB98BC-0A30-4C6F-BBE7-874C95E5CEE1}" destId="{C620EC68-CFA6-4F1C-B965-2F585CFD7642}" srcOrd="0" destOrd="0" presId="urn:microsoft.com/office/officeart/2005/8/layout/vProcess5"/>
    <dgm:cxn modelId="{2D6FE4FB-0FE8-4286-BF15-527CAFE10098}" type="presOf" srcId="{F5BB98BC-0A30-4C6F-BBE7-874C95E5CEE1}" destId="{CEC9AE15-2839-4A1C-8AD0-564A92D3134F}" srcOrd="1" destOrd="0" presId="urn:microsoft.com/office/officeart/2005/8/layout/vProcess5"/>
    <dgm:cxn modelId="{C1DC6E97-72D7-4A39-A3E1-80488DC564DD}" type="presParOf" srcId="{29D0C01E-E38D-44BB-B054-9729FA0B30F6}" destId="{ECD253A7-30DD-46CF-95AC-3F4171C23BCE}" srcOrd="0" destOrd="0" presId="urn:microsoft.com/office/officeart/2005/8/layout/vProcess5"/>
    <dgm:cxn modelId="{8101164F-AF34-4843-940F-886380E2501D}" type="presParOf" srcId="{29D0C01E-E38D-44BB-B054-9729FA0B30F6}" destId="{890EE996-59D3-4947-93DE-249E475AB1AE}" srcOrd="1" destOrd="0" presId="urn:microsoft.com/office/officeart/2005/8/layout/vProcess5"/>
    <dgm:cxn modelId="{776D1F22-DC19-446A-8686-4CE629B122A4}" type="presParOf" srcId="{29D0C01E-E38D-44BB-B054-9729FA0B30F6}" destId="{5F319066-F817-483D-A9D7-40677897A139}" srcOrd="2" destOrd="0" presId="urn:microsoft.com/office/officeart/2005/8/layout/vProcess5"/>
    <dgm:cxn modelId="{DC4E3F71-ADBC-4C5B-A919-BAC96B451760}" type="presParOf" srcId="{29D0C01E-E38D-44BB-B054-9729FA0B30F6}" destId="{27E3825D-F119-40EB-8BBB-C07CA0A6F257}" srcOrd="3" destOrd="0" presId="urn:microsoft.com/office/officeart/2005/8/layout/vProcess5"/>
    <dgm:cxn modelId="{8C39F3D1-9B33-42E3-A684-44EC92B25983}" type="presParOf" srcId="{29D0C01E-E38D-44BB-B054-9729FA0B30F6}" destId="{C620EC68-CFA6-4F1C-B965-2F585CFD7642}" srcOrd="4" destOrd="0" presId="urn:microsoft.com/office/officeart/2005/8/layout/vProcess5"/>
    <dgm:cxn modelId="{8C56030A-35BE-4E03-930C-A8201EE78C72}" type="presParOf" srcId="{29D0C01E-E38D-44BB-B054-9729FA0B30F6}" destId="{D7DD276A-2D62-4D6F-A88A-A84E61FB33A4}" srcOrd="5" destOrd="0" presId="urn:microsoft.com/office/officeart/2005/8/layout/vProcess5"/>
    <dgm:cxn modelId="{AEB126CC-FF95-49E7-8605-4DF5F96240E6}" type="presParOf" srcId="{29D0C01E-E38D-44BB-B054-9729FA0B30F6}" destId="{6C4893F1-5CE6-45BE-A7C7-C13346495F20}" srcOrd="6" destOrd="0" presId="urn:microsoft.com/office/officeart/2005/8/layout/vProcess5"/>
    <dgm:cxn modelId="{85141D38-025A-4017-88A2-6479A24FB7B3}" type="presParOf" srcId="{29D0C01E-E38D-44BB-B054-9729FA0B30F6}" destId="{FDEDD0D7-C68A-4DD2-9058-D1D053FEC7B9}" srcOrd="7" destOrd="0" presId="urn:microsoft.com/office/officeart/2005/8/layout/vProcess5"/>
    <dgm:cxn modelId="{A85D32CA-73C8-476A-BE8A-4CC1B0E8E0E8}" type="presParOf" srcId="{29D0C01E-E38D-44BB-B054-9729FA0B30F6}" destId="{E2621A3F-AA9D-4A94-879B-025C90069EF9}" srcOrd="8" destOrd="0" presId="urn:microsoft.com/office/officeart/2005/8/layout/vProcess5"/>
    <dgm:cxn modelId="{282D6E1F-ACB4-4645-9B6A-9914FB5ACBC8}" type="presParOf" srcId="{29D0C01E-E38D-44BB-B054-9729FA0B30F6}" destId="{CC3B0971-4E6D-47B1-87FC-7123D22173C1}" srcOrd="9" destOrd="0" presId="urn:microsoft.com/office/officeart/2005/8/layout/vProcess5"/>
    <dgm:cxn modelId="{868619C9-41D2-4F0A-8EC4-ED10F856373A}" type="presParOf" srcId="{29D0C01E-E38D-44BB-B054-9729FA0B30F6}" destId="{891DE396-B076-4F08-ADFC-F9FD92FD2244}" srcOrd="10" destOrd="0" presId="urn:microsoft.com/office/officeart/2005/8/layout/vProcess5"/>
    <dgm:cxn modelId="{C69B736F-4DF8-4F6B-97D6-7B454B78EB64}" type="presParOf" srcId="{29D0C01E-E38D-44BB-B054-9729FA0B30F6}" destId="{0E92FC1B-A29D-433B-AC02-0C94271D78D9}" srcOrd="11" destOrd="0" presId="urn:microsoft.com/office/officeart/2005/8/layout/vProcess5"/>
    <dgm:cxn modelId="{8B4BD646-1E62-4AF0-8A3F-B10ED492AF7C}" type="presParOf" srcId="{29D0C01E-E38D-44BB-B054-9729FA0B30F6}" destId="{2FB2850C-4737-460B-A796-E2B6D07923B7}" srcOrd="12" destOrd="0" presId="urn:microsoft.com/office/officeart/2005/8/layout/vProcess5"/>
    <dgm:cxn modelId="{01D7491A-25C2-4ECA-BE48-677442108DD2}" type="presParOf" srcId="{29D0C01E-E38D-44BB-B054-9729FA0B30F6}" destId="{CEC9AE15-2839-4A1C-8AD0-564A92D3134F}" srcOrd="13" destOrd="0" presId="urn:microsoft.com/office/officeart/2005/8/layout/vProcess5"/>
    <dgm:cxn modelId="{DC342C61-3057-46F2-B217-723BE042E088}" type="presParOf" srcId="{29D0C01E-E38D-44BB-B054-9729FA0B30F6}" destId="{326FA175-EDBA-4DDF-A996-959F25B8C99D}"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4283AECE-4C8B-4887-A249-958BE43B2AE0}" type="doc">
      <dgm:prSet loTypeId="urn:microsoft.com/office/officeart/2016/7/layout/VerticalDownArrowProcess" loCatId="process" qsTypeId="urn:microsoft.com/office/officeart/2005/8/quickstyle/simple1" qsCatId="simple" csTypeId="urn:microsoft.com/office/officeart/2005/8/colors/colorful2" csCatId="colorful" phldr="1"/>
      <dgm:spPr/>
      <dgm:t>
        <a:bodyPr/>
        <a:lstStyle/>
        <a:p>
          <a:endParaRPr lang="en-US"/>
        </a:p>
      </dgm:t>
    </dgm:pt>
    <dgm:pt modelId="{477B9616-DE5E-4C1D-AA66-6C1B58B965CF}">
      <dgm:prSet/>
      <dgm:spPr/>
      <dgm:t>
        <a:bodyPr/>
        <a:lstStyle/>
        <a:p>
          <a:pPr rtl="0">
            <a:defRPr b="1"/>
          </a:pPr>
          <a:r>
            <a:rPr lang="en-US"/>
            <a:t>Find someone in your group and try to ping </a:t>
          </a:r>
          <a:r>
            <a:rPr lang="en-US">
              <a:latin typeface="Aptos Display" panose="020F0302020204030204"/>
            </a:rPr>
            <a:t>their IP</a:t>
          </a:r>
          <a:endParaRPr lang="en-US"/>
        </a:p>
      </dgm:t>
    </dgm:pt>
    <dgm:pt modelId="{8FC31E8D-1E24-4BE6-8ABE-36A761CE67E3}" type="parTrans" cxnId="{126AD0FC-D184-446A-99AD-F49899087644}">
      <dgm:prSet/>
      <dgm:spPr/>
      <dgm:t>
        <a:bodyPr/>
        <a:lstStyle/>
        <a:p>
          <a:endParaRPr lang="en-US"/>
        </a:p>
      </dgm:t>
    </dgm:pt>
    <dgm:pt modelId="{4F96604E-EC2F-496A-A869-72C1DF9D800A}" type="sibTrans" cxnId="{126AD0FC-D184-446A-99AD-F49899087644}">
      <dgm:prSet/>
      <dgm:spPr/>
      <dgm:t>
        <a:bodyPr/>
        <a:lstStyle/>
        <a:p>
          <a:endParaRPr lang="en-US"/>
        </a:p>
      </dgm:t>
    </dgm:pt>
    <dgm:pt modelId="{9A14EA45-7DA6-476D-B8C0-A8D050C7AB99}">
      <dgm:prSet/>
      <dgm:spPr/>
      <dgm:t>
        <a:bodyPr/>
        <a:lstStyle/>
        <a:p>
          <a:r>
            <a:rPr lang="en-US" dirty="0"/>
            <a:t>"ping 192.168.xx.xxx" fill in the x's with their </a:t>
          </a:r>
          <a:r>
            <a:rPr lang="en-US" dirty="0" err="1"/>
            <a:t>ip</a:t>
          </a:r>
          <a:r>
            <a:rPr lang="en-US" dirty="0"/>
            <a:t> information</a:t>
          </a:r>
        </a:p>
      </dgm:t>
    </dgm:pt>
    <dgm:pt modelId="{21FC867A-27E9-4F2E-8F73-9F7A47129D3F}" type="parTrans" cxnId="{B70D9D04-0434-44D7-958A-319747A92F2E}">
      <dgm:prSet/>
      <dgm:spPr/>
      <dgm:t>
        <a:bodyPr/>
        <a:lstStyle/>
        <a:p>
          <a:endParaRPr lang="en-US"/>
        </a:p>
      </dgm:t>
    </dgm:pt>
    <dgm:pt modelId="{1D02B3E0-669A-4EA3-BCCA-69FEBB0E85F6}" type="sibTrans" cxnId="{B70D9D04-0434-44D7-958A-319747A92F2E}">
      <dgm:prSet/>
      <dgm:spPr/>
      <dgm:t>
        <a:bodyPr/>
        <a:lstStyle/>
        <a:p>
          <a:endParaRPr lang="en-US"/>
        </a:p>
      </dgm:t>
    </dgm:pt>
    <dgm:pt modelId="{AB224624-7B79-4ED4-8235-AC79A4A3ECE8}">
      <dgm:prSet/>
      <dgm:spPr/>
      <dgm:t>
        <a:bodyPr/>
        <a:lstStyle/>
        <a:p>
          <a:pPr rtl="0"/>
          <a:r>
            <a:rPr lang="en-US">
              <a:latin typeface="Aptos Display" panose="020F0302020204030204"/>
            </a:rPr>
            <a:t>What do you notice</a:t>
          </a:r>
          <a:endParaRPr lang="en-US"/>
        </a:p>
      </dgm:t>
    </dgm:pt>
    <dgm:pt modelId="{71BDE5F9-C46F-4AF8-B091-5DD2579AE3F6}" type="parTrans" cxnId="{F33B9563-821F-4E16-BA7F-C8CBEC4FC5F0}">
      <dgm:prSet/>
      <dgm:spPr/>
      <dgm:t>
        <a:bodyPr/>
        <a:lstStyle/>
        <a:p>
          <a:endParaRPr lang="en-US"/>
        </a:p>
      </dgm:t>
    </dgm:pt>
    <dgm:pt modelId="{2702C081-0833-40A9-B355-C2772F848E06}" type="sibTrans" cxnId="{F33B9563-821F-4E16-BA7F-C8CBEC4FC5F0}">
      <dgm:prSet/>
      <dgm:spPr/>
      <dgm:t>
        <a:bodyPr/>
        <a:lstStyle/>
        <a:p>
          <a:endParaRPr lang="en-US"/>
        </a:p>
      </dgm:t>
    </dgm:pt>
    <dgm:pt modelId="{529B6021-B3C0-445D-A4D5-B875C6DF3CA7}">
      <dgm:prSet/>
      <dgm:spPr/>
      <dgm:t>
        <a:bodyPr/>
        <a:lstStyle/>
        <a:p>
          <a:pPr>
            <a:defRPr b="1"/>
          </a:pPr>
          <a:r>
            <a:rPr lang="en-US"/>
            <a:t>Get a group member's IP and "traceroute &lt;insert their IP&gt;</a:t>
          </a:r>
        </a:p>
      </dgm:t>
    </dgm:pt>
    <dgm:pt modelId="{8EB42AD4-7B60-4C24-AB19-D3A341F31CA3}" type="parTrans" cxnId="{0DFE3DE5-1C0A-4652-8FD4-A03CA9583C5E}">
      <dgm:prSet/>
      <dgm:spPr/>
      <dgm:t>
        <a:bodyPr/>
        <a:lstStyle/>
        <a:p>
          <a:endParaRPr lang="en-US"/>
        </a:p>
      </dgm:t>
    </dgm:pt>
    <dgm:pt modelId="{34549057-9DA3-47FD-97E8-0FAFDE40610A}" type="sibTrans" cxnId="{0DFE3DE5-1C0A-4652-8FD4-A03CA9583C5E}">
      <dgm:prSet/>
      <dgm:spPr/>
      <dgm:t>
        <a:bodyPr/>
        <a:lstStyle/>
        <a:p>
          <a:endParaRPr lang="en-US"/>
        </a:p>
      </dgm:t>
    </dgm:pt>
    <dgm:pt modelId="{D1854163-C908-43A2-A70C-852961ED89C4}">
      <dgm:prSet/>
      <dgm:spPr/>
      <dgm:t>
        <a:bodyPr/>
        <a:lstStyle/>
        <a:p>
          <a:r>
            <a:rPr lang="en-US"/>
            <a:t>What do you notice?</a:t>
          </a:r>
        </a:p>
      </dgm:t>
    </dgm:pt>
    <dgm:pt modelId="{39008925-1409-4936-A0CC-21043ADB27F0}" type="parTrans" cxnId="{7831B637-F5C8-4ED4-9A46-E8414E4AF615}">
      <dgm:prSet/>
      <dgm:spPr/>
      <dgm:t>
        <a:bodyPr/>
        <a:lstStyle/>
        <a:p>
          <a:endParaRPr lang="en-US"/>
        </a:p>
      </dgm:t>
    </dgm:pt>
    <dgm:pt modelId="{21A0D28E-742D-4E63-BA82-B905E5002902}" type="sibTrans" cxnId="{7831B637-F5C8-4ED4-9A46-E8414E4AF615}">
      <dgm:prSet/>
      <dgm:spPr/>
      <dgm:t>
        <a:bodyPr/>
        <a:lstStyle/>
        <a:p>
          <a:endParaRPr lang="en-US"/>
        </a:p>
      </dgm:t>
    </dgm:pt>
    <dgm:pt modelId="{D3A3ABD3-C2F3-494E-96D7-9F8FF1A2C739}" type="pres">
      <dgm:prSet presAssocID="{4283AECE-4C8B-4887-A249-958BE43B2AE0}" presName="Name0" presStyleCnt="0">
        <dgm:presLayoutVars>
          <dgm:dir/>
          <dgm:animLvl val="lvl"/>
          <dgm:resizeHandles val="exact"/>
        </dgm:presLayoutVars>
      </dgm:prSet>
      <dgm:spPr/>
    </dgm:pt>
    <dgm:pt modelId="{3E3AD224-6D75-43ED-8F66-8C192A72526C}" type="pres">
      <dgm:prSet presAssocID="{529B6021-B3C0-445D-A4D5-B875C6DF3CA7}" presName="boxAndChildren" presStyleCnt="0"/>
      <dgm:spPr/>
    </dgm:pt>
    <dgm:pt modelId="{D3974E39-FDB9-4777-B32C-9960BF972137}" type="pres">
      <dgm:prSet presAssocID="{529B6021-B3C0-445D-A4D5-B875C6DF3CA7}" presName="parentTextBox" presStyleLbl="alignNode1" presStyleIdx="0" presStyleCnt="2"/>
      <dgm:spPr/>
    </dgm:pt>
    <dgm:pt modelId="{BC885ED0-E96B-4BF6-BDE9-6EF1598A8E1C}" type="pres">
      <dgm:prSet presAssocID="{529B6021-B3C0-445D-A4D5-B875C6DF3CA7}" presName="descendantBox" presStyleLbl="bgAccFollowNode1" presStyleIdx="0" presStyleCnt="2"/>
      <dgm:spPr/>
    </dgm:pt>
    <dgm:pt modelId="{862351D9-172A-410F-894D-CE716C380521}" type="pres">
      <dgm:prSet presAssocID="{4F96604E-EC2F-496A-A869-72C1DF9D800A}" presName="sp" presStyleCnt="0"/>
      <dgm:spPr/>
    </dgm:pt>
    <dgm:pt modelId="{EFB18070-86A8-4D9C-9BBB-FC93CF447134}" type="pres">
      <dgm:prSet presAssocID="{477B9616-DE5E-4C1D-AA66-6C1B58B965CF}" presName="arrowAndChildren" presStyleCnt="0"/>
      <dgm:spPr/>
    </dgm:pt>
    <dgm:pt modelId="{DB26171E-78E7-4CE9-9639-96746C75E912}" type="pres">
      <dgm:prSet presAssocID="{477B9616-DE5E-4C1D-AA66-6C1B58B965CF}" presName="parentTextArrow" presStyleLbl="node1" presStyleIdx="0" presStyleCnt="0"/>
      <dgm:spPr/>
    </dgm:pt>
    <dgm:pt modelId="{609E2A2E-B9BB-4B02-ABAA-875E54A9DEA1}" type="pres">
      <dgm:prSet presAssocID="{477B9616-DE5E-4C1D-AA66-6C1B58B965CF}" presName="arrow" presStyleLbl="alignNode1" presStyleIdx="1" presStyleCnt="2"/>
      <dgm:spPr/>
    </dgm:pt>
    <dgm:pt modelId="{B6CFC737-32BB-434A-965A-CBC6CDC9EE6F}" type="pres">
      <dgm:prSet presAssocID="{477B9616-DE5E-4C1D-AA66-6C1B58B965CF}" presName="descendantArrow" presStyleLbl="bgAccFollowNode1" presStyleIdx="1" presStyleCnt="2"/>
      <dgm:spPr/>
    </dgm:pt>
  </dgm:ptLst>
  <dgm:cxnLst>
    <dgm:cxn modelId="{B70D9D04-0434-44D7-958A-319747A92F2E}" srcId="{477B9616-DE5E-4C1D-AA66-6C1B58B965CF}" destId="{9A14EA45-7DA6-476D-B8C0-A8D050C7AB99}" srcOrd="0" destOrd="0" parTransId="{21FC867A-27E9-4F2E-8F73-9F7A47129D3F}" sibTransId="{1D02B3E0-669A-4EA3-BCCA-69FEBB0E85F6}"/>
    <dgm:cxn modelId="{1C810F16-010D-4927-BE14-F419604FDA9F}" type="presOf" srcId="{9A14EA45-7DA6-476D-B8C0-A8D050C7AB99}" destId="{B6CFC737-32BB-434A-965A-CBC6CDC9EE6F}" srcOrd="0" destOrd="0" presId="urn:microsoft.com/office/officeart/2016/7/layout/VerticalDownArrowProcess"/>
    <dgm:cxn modelId="{70928A17-60AA-485F-9781-E6CB2F0F06D3}" type="presOf" srcId="{477B9616-DE5E-4C1D-AA66-6C1B58B965CF}" destId="{609E2A2E-B9BB-4B02-ABAA-875E54A9DEA1}" srcOrd="1" destOrd="0" presId="urn:microsoft.com/office/officeart/2016/7/layout/VerticalDownArrowProcess"/>
    <dgm:cxn modelId="{A3B3E91E-2ADB-43DA-90F4-03B35BA53726}" type="presOf" srcId="{AB224624-7B79-4ED4-8235-AC79A4A3ECE8}" destId="{B6CFC737-32BB-434A-965A-CBC6CDC9EE6F}" srcOrd="0" destOrd="1" presId="urn:microsoft.com/office/officeart/2016/7/layout/VerticalDownArrowProcess"/>
    <dgm:cxn modelId="{921F8C2E-4D47-4515-A8CE-18BE22E24275}" type="presOf" srcId="{D1854163-C908-43A2-A70C-852961ED89C4}" destId="{BC885ED0-E96B-4BF6-BDE9-6EF1598A8E1C}" srcOrd="0" destOrd="0" presId="urn:microsoft.com/office/officeart/2016/7/layout/VerticalDownArrowProcess"/>
    <dgm:cxn modelId="{7831B637-F5C8-4ED4-9A46-E8414E4AF615}" srcId="{529B6021-B3C0-445D-A4D5-B875C6DF3CA7}" destId="{D1854163-C908-43A2-A70C-852961ED89C4}" srcOrd="0" destOrd="0" parTransId="{39008925-1409-4936-A0CC-21043ADB27F0}" sibTransId="{21A0D28E-742D-4E63-BA82-B905E5002902}"/>
    <dgm:cxn modelId="{F33B9563-821F-4E16-BA7F-C8CBEC4FC5F0}" srcId="{477B9616-DE5E-4C1D-AA66-6C1B58B965CF}" destId="{AB224624-7B79-4ED4-8235-AC79A4A3ECE8}" srcOrd="1" destOrd="0" parTransId="{71BDE5F9-C46F-4AF8-B091-5DD2579AE3F6}" sibTransId="{2702C081-0833-40A9-B355-C2772F848E06}"/>
    <dgm:cxn modelId="{996A7A71-4FB2-4F7E-B3A1-FB79AB40F10D}" type="presOf" srcId="{4283AECE-4C8B-4887-A249-958BE43B2AE0}" destId="{D3A3ABD3-C2F3-494E-96D7-9F8FF1A2C739}" srcOrd="0" destOrd="0" presId="urn:microsoft.com/office/officeart/2016/7/layout/VerticalDownArrowProcess"/>
    <dgm:cxn modelId="{8DE8B497-07A7-470E-AF0D-858B765B7629}" type="presOf" srcId="{529B6021-B3C0-445D-A4D5-B875C6DF3CA7}" destId="{D3974E39-FDB9-4777-B32C-9960BF972137}" srcOrd="0" destOrd="0" presId="urn:microsoft.com/office/officeart/2016/7/layout/VerticalDownArrowProcess"/>
    <dgm:cxn modelId="{0DFE3DE5-1C0A-4652-8FD4-A03CA9583C5E}" srcId="{4283AECE-4C8B-4887-A249-958BE43B2AE0}" destId="{529B6021-B3C0-445D-A4D5-B875C6DF3CA7}" srcOrd="1" destOrd="0" parTransId="{8EB42AD4-7B60-4C24-AB19-D3A341F31CA3}" sibTransId="{34549057-9DA3-47FD-97E8-0FAFDE40610A}"/>
    <dgm:cxn modelId="{126AD0FC-D184-446A-99AD-F49899087644}" srcId="{4283AECE-4C8B-4887-A249-958BE43B2AE0}" destId="{477B9616-DE5E-4C1D-AA66-6C1B58B965CF}" srcOrd="0" destOrd="0" parTransId="{8FC31E8D-1E24-4BE6-8ABE-36A761CE67E3}" sibTransId="{4F96604E-EC2F-496A-A869-72C1DF9D800A}"/>
    <dgm:cxn modelId="{C7EAFBFD-8347-4711-9E5B-F2BF7E116DA8}" type="presOf" srcId="{477B9616-DE5E-4C1D-AA66-6C1B58B965CF}" destId="{DB26171E-78E7-4CE9-9639-96746C75E912}" srcOrd="0" destOrd="0" presId="urn:microsoft.com/office/officeart/2016/7/layout/VerticalDownArrowProcess"/>
    <dgm:cxn modelId="{F5DF76CE-9A12-4E36-BB88-3E7D88979BB1}" type="presParOf" srcId="{D3A3ABD3-C2F3-494E-96D7-9F8FF1A2C739}" destId="{3E3AD224-6D75-43ED-8F66-8C192A72526C}" srcOrd="0" destOrd="0" presId="urn:microsoft.com/office/officeart/2016/7/layout/VerticalDownArrowProcess"/>
    <dgm:cxn modelId="{E456DB5A-E8AD-4E3B-92D7-11B3B86807BC}" type="presParOf" srcId="{3E3AD224-6D75-43ED-8F66-8C192A72526C}" destId="{D3974E39-FDB9-4777-B32C-9960BF972137}" srcOrd="0" destOrd="0" presId="urn:microsoft.com/office/officeart/2016/7/layout/VerticalDownArrowProcess"/>
    <dgm:cxn modelId="{A4044222-78C8-4B22-9FBA-26993D0CD48C}" type="presParOf" srcId="{3E3AD224-6D75-43ED-8F66-8C192A72526C}" destId="{BC885ED0-E96B-4BF6-BDE9-6EF1598A8E1C}" srcOrd="1" destOrd="0" presId="urn:microsoft.com/office/officeart/2016/7/layout/VerticalDownArrowProcess"/>
    <dgm:cxn modelId="{2CFAA8D7-AFED-4D45-801C-D66D05E2BB99}" type="presParOf" srcId="{D3A3ABD3-C2F3-494E-96D7-9F8FF1A2C739}" destId="{862351D9-172A-410F-894D-CE716C380521}" srcOrd="1" destOrd="0" presId="urn:microsoft.com/office/officeart/2016/7/layout/VerticalDownArrowProcess"/>
    <dgm:cxn modelId="{348B3AF6-63A1-45A3-93B8-54AC42F3B3F4}" type="presParOf" srcId="{D3A3ABD3-C2F3-494E-96D7-9F8FF1A2C739}" destId="{EFB18070-86A8-4D9C-9BBB-FC93CF447134}" srcOrd="2" destOrd="0" presId="urn:microsoft.com/office/officeart/2016/7/layout/VerticalDownArrowProcess"/>
    <dgm:cxn modelId="{885390F9-4A54-4E1B-9822-2275D6715767}" type="presParOf" srcId="{EFB18070-86A8-4D9C-9BBB-FC93CF447134}" destId="{DB26171E-78E7-4CE9-9639-96746C75E912}" srcOrd="0" destOrd="0" presId="urn:microsoft.com/office/officeart/2016/7/layout/VerticalDownArrowProcess"/>
    <dgm:cxn modelId="{94964A3C-F032-4F3F-8157-53D4B08F6E9B}" type="presParOf" srcId="{EFB18070-86A8-4D9C-9BBB-FC93CF447134}" destId="{609E2A2E-B9BB-4B02-ABAA-875E54A9DEA1}" srcOrd="1" destOrd="0" presId="urn:microsoft.com/office/officeart/2016/7/layout/VerticalDownArrowProcess"/>
    <dgm:cxn modelId="{8A4261D9-861A-4521-8761-C57AC5381B05}" type="presParOf" srcId="{EFB18070-86A8-4D9C-9BBB-FC93CF447134}" destId="{B6CFC737-32BB-434A-965A-CBC6CDC9EE6F}"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550995BD-7A05-40C2-9BD7-8357F20E438C}" type="doc">
      <dgm:prSet loTypeId="urn:microsoft.com/office/officeart/2005/8/layout/hierarchy1" loCatId="hierarchy" qsTypeId="urn:microsoft.com/office/officeart/2005/8/quickstyle/simple1" qsCatId="simple" csTypeId="urn:microsoft.com/office/officeart/2005/8/colors/accent0_3" csCatId="mainScheme"/>
      <dgm:spPr/>
      <dgm:t>
        <a:bodyPr/>
        <a:lstStyle/>
        <a:p>
          <a:endParaRPr lang="en-US"/>
        </a:p>
      </dgm:t>
    </dgm:pt>
    <dgm:pt modelId="{48CA91B8-ECF0-4A9A-837C-80FCEADA33F0}">
      <dgm:prSet/>
      <dgm:spPr/>
      <dgm:t>
        <a:bodyPr/>
        <a:lstStyle/>
        <a:p>
          <a:pPr rtl="0"/>
          <a:r>
            <a:rPr lang="en-US"/>
            <a:t>Everyone will have the same username/</a:t>
          </a:r>
          <a:r>
            <a:rPr lang="en-US">
              <a:latin typeface="Aptos Display" panose="020F0302020204030204"/>
            </a:rPr>
            <a:t>password as the sheet we gave out earlier</a:t>
          </a:r>
          <a:endParaRPr lang="en-US"/>
        </a:p>
      </dgm:t>
    </dgm:pt>
    <dgm:pt modelId="{DA944A66-6739-4325-99D0-A356A0E0F75D}" type="parTrans" cxnId="{02DBE5A1-EEAF-42BB-A0AA-4D9A0304C47A}">
      <dgm:prSet/>
      <dgm:spPr/>
      <dgm:t>
        <a:bodyPr/>
        <a:lstStyle/>
        <a:p>
          <a:endParaRPr lang="en-US"/>
        </a:p>
      </dgm:t>
    </dgm:pt>
    <dgm:pt modelId="{D462609E-2AB3-43A5-8112-6309B6D25836}" type="sibTrans" cxnId="{02DBE5A1-EEAF-42BB-A0AA-4D9A0304C47A}">
      <dgm:prSet/>
      <dgm:spPr/>
      <dgm:t>
        <a:bodyPr/>
        <a:lstStyle/>
        <a:p>
          <a:endParaRPr lang="en-US"/>
        </a:p>
      </dgm:t>
    </dgm:pt>
    <dgm:pt modelId="{9377C7DC-CA9A-41A8-B8A1-E67F9E69A986}">
      <dgm:prSet/>
      <dgm:spPr/>
      <dgm:t>
        <a:bodyPr/>
        <a:lstStyle/>
        <a:p>
          <a:r>
            <a:rPr lang="en-US"/>
            <a:t>The table shows your hostname to put in next to your name</a:t>
          </a:r>
        </a:p>
      </dgm:t>
    </dgm:pt>
    <dgm:pt modelId="{BAB232AB-B3B8-456E-A457-B18D3AD82649}" type="parTrans" cxnId="{F5091096-CF9F-45CB-9F7C-273A63FC89DE}">
      <dgm:prSet/>
      <dgm:spPr/>
      <dgm:t>
        <a:bodyPr/>
        <a:lstStyle/>
        <a:p>
          <a:endParaRPr lang="en-US"/>
        </a:p>
      </dgm:t>
    </dgm:pt>
    <dgm:pt modelId="{0ED28154-23B7-412E-89B7-0F23BAAD0C75}" type="sibTrans" cxnId="{F5091096-CF9F-45CB-9F7C-273A63FC89DE}">
      <dgm:prSet/>
      <dgm:spPr/>
      <dgm:t>
        <a:bodyPr/>
        <a:lstStyle/>
        <a:p>
          <a:endParaRPr lang="en-US"/>
        </a:p>
      </dgm:t>
    </dgm:pt>
    <dgm:pt modelId="{DCEB3299-4AD1-4EA2-A1FE-8116E97303D5}" type="pres">
      <dgm:prSet presAssocID="{550995BD-7A05-40C2-9BD7-8357F20E438C}" presName="hierChild1" presStyleCnt="0">
        <dgm:presLayoutVars>
          <dgm:chPref val="1"/>
          <dgm:dir/>
          <dgm:animOne val="branch"/>
          <dgm:animLvl val="lvl"/>
          <dgm:resizeHandles/>
        </dgm:presLayoutVars>
      </dgm:prSet>
      <dgm:spPr/>
    </dgm:pt>
    <dgm:pt modelId="{38CE7D78-9F41-4C31-929A-51120DC3BAE9}" type="pres">
      <dgm:prSet presAssocID="{48CA91B8-ECF0-4A9A-837C-80FCEADA33F0}" presName="hierRoot1" presStyleCnt="0"/>
      <dgm:spPr/>
    </dgm:pt>
    <dgm:pt modelId="{8A16672D-FD93-40E3-A9E5-BC859BF5348C}" type="pres">
      <dgm:prSet presAssocID="{48CA91B8-ECF0-4A9A-837C-80FCEADA33F0}" presName="composite" presStyleCnt="0"/>
      <dgm:spPr/>
    </dgm:pt>
    <dgm:pt modelId="{65D41206-064E-46D6-8B2E-7D7793CC8D86}" type="pres">
      <dgm:prSet presAssocID="{48CA91B8-ECF0-4A9A-837C-80FCEADA33F0}" presName="background" presStyleLbl="node0" presStyleIdx="0" presStyleCnt="2"/>
      <dgm:spPr/>
    </dgm:pt>
    <dgm:pt modelId="{AFAD4691-AB8C-4B4F-A8AC-49C02BDA9FE9}" type="pres">
      <dgm:prSet presAssocID="{48CA91B8-ECF0-4A9A-837C-80FCEADA33F0}" presName="text" presStyleLbl="fgAcc0" presStyleIdx="0" presStyleCnt="2">
        <dgm:presLayoutVars>
          <dgm:chPref val="3"/>
        </dgm:presLayoutVars>
      </dgm:prSet>
      <dgm:spPr/>
    </dgm:pt>
    <dgm:pt modelId="{6E58294B-CA36-4840-940A-1976159D15AB}" type="pres">
      <dgm:prSet presAssocID="{48CA91B8-ECF0-4A9A-837C-80FCEADA33F0}" presName="hierChild2" presStyleCnt="0"/>
      <dgm:spPr/>
    </dgm:pt>
    <dgm:pt modelId="{8057F6B8-879D-42B1-8909-F5B5D1FBFB28}" type="pres">
      <dgm:prSet presAssocID="{9377C7DC-CA9A-41A8-B8A1-E67F9E69A986}" presName="hierRoot1" presStyleCnt="0"/>
      <dgm:spPr/>
    </dgm:pt>
    <dgm:pt modelId="{DA329D47-FC7F-41F3-9171-4D60E3F8B015}" type="pres">
      <dgm:prSet presAssocID="{9377C7DC-CA9A-41A8-B8A1-E67F9E69A986}" presName="composite" presStyleCnt="0"/>
      <dgm:spPr/>
    </dgm:pt>
    <dgm:pt modelId="{2AAEA673-61BA-4369-9137-CD77893F57C9}" type="pres">
      <dgm:prSet presAssocID="{9377C7DC-CA9A-41A8-B8A1-E67F9E69A986}" presName="background" presStyleLbl="node0" presStyleIdx="1" presStyleCnt="2"/>
      <dgm:spPr/>
    </dgm:pt>
    <dgm:pt modelId="{5754F7F6-96D6-4845-8EF9-AB0589A3990E}" type="pres">
      <dgm:prSet presAssocID="{9377C7DC-CA9A-41A8-B8A1-E67F9E69A986}" presName="text" presStyleLbl="fgAcc0" presStyleIdx="1" presStyleCnt="2">
        <dgm:presLayoutVars>
          <dgm:chPref val="3"/>
        </dgm:presLayoutVars>
      </dgm:prSet>
      <dgm:spPr/>
    </dgm:pt>
    <dgm:pt modelId="{7F9814DD-95A0-47AC-9672-A58FB20C2E03}" type="pres">
      <dgm:prSet presAssocID="{9377C7DC-CA9A-41A8-B8A1-E67F9E69A986}" presName="hierChild2" presStyleCnt="0"/>
      <dgm:spPr/>
    </dgm:pt>
  </dgm:ptLst>
  <dgm:cxnLst>
    <dgm:cxn modelId="{9754902D-AA78-45FF-8DD0-33F771665784}" type="presOf" srcId="{9377C7DC-CA9A-41A8-B8A1-E67F9E69A986}" destId="{5754F7F6-96D6-4845-8EF9-AB0589A3990E}" srcOrd="0" destOrd="0" presId="urn:microsoft.com/office/officeart/2005/8/layout/hierarchy1"/>
    <dgm:cxn modelId="{F5091096-CF9F-45CB-9F7C-273A63FC89DE}" srcId="{550995BD-7A05-40C2-9BD7-8357F20E438C}" destId="{9377C7DC-CA9A-41A8-B8A1-E67F9E69A986}" srcOrd="1" destOrd="0" parTransId="{BAB232AB-B3B8-456E-A457-B18D3AD82649}" sibTransId="{0ED28154-23B7-412E-89B7-0F23BAAD0C75}"/>
    <dgm:cxn modelId="{02DBE5A1-EEAF-42BB-A0AA-4D9A0304C47A}" srcId="{550995BD-7A05-40C2-9BD7-8357F20E438C}" destId="{48CA91B8-ECF0-4A9A-837C-80FCEADA33F0}" srcOrd="0" destOrd="0" parTransId="{DA944A66-6739-4325-99D0-A356A0E0F75D}" sibTransId="{D462609E-2AB3-43A5-8112-6309B6D25836}"/>
    <dgm:cxn modelId="{62E04EB5-B6D1-45D0-9C88-FDC71D0EBE1E}" type="presOf" srcId="{48CA91B8-ECF0-4A9A-837C-80FCEADA33F0}" destId="{AFAD4691-AB8C-4B4F-A8AC-49C02BDA9FE9}" srcOrd="0" destOrd="0" presId="urn:microsoft.com/office/officeart/2005/8/layout/hierarchy1"/>
    <dgm:cxn modelId="{E70DBFFC-1E06-485B-8D00-1339D061B8BE}" type="presOf" srcId="{550995BD-7A05-40C2-9BD7-8357F20E438C}" destId="{DCEB3299-4AD1-4EA2-A1FE-8116E97303D5}" srcOrd="0" destOrd="0" presId="urn:microsoft.com/office/officeart/2005/8/layout/hierarchy1"/>
    <dgm:cxn modelId="{5FB05DF6-DCD0-41B0-A9C6-6A17FD27C6F5}" type="presParOf" srcId="{DCEB3299-4AD1-4EA2-A1FE-8116E97303D5}" destId="{38CE7D78-9F41-4C31-929A-51120DC3BAE9}" srcOrd="0" destOrd="0" presId="urn:microsoft.com/office/officeart/2005/8/layout/hierarchy1"/>
    <dgm:cxn modelId="{8CBF2331-D489-4FF7-9595-39DB0909F89C}" type="presParOf" srcId="{38CE7D78-9F41-4C31-929A-51120DC3BAE9}" destId="{8A16672D-FD93-40E3-A9E5-BC859BF5348C}" srcOrd="0" destOrd="0" presId="urn:microsoft.com/office/officeart/2005/8/layout/hierarchy1"/>
    <dgm:cxn modelId="{3793EE60-7768-4070-8664-F7F3F78219A0}" type="presParOf" srcId="{8A16672D-FD93-40E3-A9E5-BC859BF5348C}" destId="{65D41206-064E-46D6-8B2E-7D7793CC8D86}" srcOrd="0" destOrd="0" presId="urn:microsoft.com/office/officeart/2005/8/layout/hierarchy1"/>
    <dgm:cxn modelId="{2B488E5E-C733-456C-BE4B-5B882F216B82}" type="presParOf" srcId="{8A16672D-FD93-40E3-A9E5-BC859BF5348C}" destId="{AFAD4691-AB8C-4B4F-A8AC-49C02BDA9FE9}" srcOrd="1" destOrd="0" presId="urn:microsoft.com/office/officeart/2005/8/layout/hierarchy1"/>
    <dgm:cxn modelId="{739B58E5-7801-40A6-A662-CCCC67223355}" type="presParOf" srcId="{38CE7D78-9F41-4C31-929A-51120DC3BAE9}" destId="{6E58294B-CA36-4840-940A-1976159D15AB}" srcOrd="1" destOrd="0" presId="urn:microsoft.com/office/officeart/2005/8/layout/hierarchy1"/>
    <dgm:cxn modelId="{D7E45473-B7DC-414B-9932-BE5D60869C2B}" type="presParOf" srcId="{DCEB3299-4AD1-4EA2-A1FE-8116E97303D5}" destId="{8057F6B8-879D-42B1-8909-F5B5D1FBFB28}" srcOrd="1" destOrd="0" presId="urn:microsoft.com/office/officeart/2005/8/layout/hierarchy1"/>
    <dgm:cxn modelId="{4E969806-13DE-401B-AB29-93FEA0F49F5F}" type="presParOf" srcId="{8057F6B8-879D-42B1-8909-F5B5D1FBFB28}" destId="{DA329D47-FC7F-41F3-9171-4D60E3F8B015}" srcOrd="0" destOrd="0" presId="urn:microsoft.com/office/officeart/2005/8/layout/hierarchy1"/>
    <dgm:cxn modelId="{AB450A69-CEE3-473B-9E0B-7A2891E2001B}" type="presParOf" srcId="{DA329D47-FC7F-41F3-9171-4D60E3F8B015}" destId="{2AAEA673-61BA-4369-9137-CD77893F57C9}" srcOrd="0" destOrd="0" presId="urn:microsoft.com/office/officeart/2005/8/layout/hierarchy1"/>
    <dgm:cxn modelId="{B5461D77-A0AD-470B-8B8B-39906EA7F8A1}" type="presParOf" srcId="{DA329D47-FC7F-41F3-9171-4D60E3F8B015}" destId="{5754F7F6-96D6-4845-8EF9-AB0589A3990E}" srcOrd="1" destOrd="0" presId="urn:microsoft.com/office/officeart/2005/8/layout/hierarchy1"/>
    <dgm:cxn modelId="{5D060BA6-FCD0-4606-A130-0920CC1B50E5}" type="presParOf" srcId="{8057F6B8-879D-42B1-8909-F5B5D1FBFB28}" destId="{7F9814DD-95A0-47AC-9672-A58FB20C2E03}" srcOrd="1" destOrd="0" presId="urn:microsoft.com/office/officeart/2005/8/layout/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08F6DB03-F2E7-4118-A155-8220806A29B1}" type="doc">
      <dgm:prSet loTypeId="urn:microsoft.com/office/officeart/2016/7/layout/VerticalDownArrowProcess" loCatId="process" qsTypeId="urn:microsoft.com/office/officeart/2005/8/quickstyle/simple5" qsCatId="simple" csTypeId="urn:microsoft.com/office/officeart/2005/8/colors/colorful5" csCatId="colorful" phldr="1"/>
      <dgm:spPr/>
      <dgm:t>
        <a:bodyPr/>
        <a:lstStyle/>
        <a:p>
          <a:endParaRPr lang="en-US"/>
        </a:p>
      </dgm:t>
    </dgm:pt>
    <dgm:pt modelId="{663B5163-2DF7-42EE-802F-F5E4167FC32F}">
      <dgm:prSet/>
      <dgm:spPr/>
      <dgm:t>
        <a:bodyPr/>
        <a:lstStyle/>
        <a:p>
          <a:pPr>
            <a:defRPr b="1"/>
          </a:pPr>
          <a:r>
            <a:rPr lang="en-US"/>
            <a:t>Find someone in your group and try to ping their new IP</a:t>
          </a:r>
        </a:p>
      </dgm:t>
    </dgm:pt>
    <dgm:pt modelId="{61554EB9-9DDC-4CD0-A921-359385A539FE}" type="parTrans" cxnId="{1E9B5886-41BA-488C-9BD6-09D6CF2FAA8A}">
      <dgm:prSet/>
      <dgm:spPr/>
      <dgm:t>
        <a:bodyPr/>
        <a:lstStyle/>
        <a:p>
          <a:endParaRPr lang="en-US"/>
        </a:p>
      </dgm:t>
    </dgm:pt>
    <dgm:pt modelId="{64CBBBF5-7B21-4674-954D-A88FFC1A4C46}" type="sibTrans" cxnId="{1E9B5886-41BA-488C-9BD6-09D6CF2FAA8A}">
      <dgm:prSet/>
      <dgm:spPr/>
      <dgm:t>
        <a:bodyPr/>
        <a:lstStyle/>
        <a:p>
          <a:endParaRPr lang="en-US"/>
        </a:p>
      </dgm:t>
    </dgm:pt>
    <dgm:pt modelId="{9AB0C959-1E2E-44EB-B434-5E59CE6CBE1E}">
      <dgm:prSet/>
      <dgm:spPr/>
      <dgm:t>
        <a:bodyPr/>
        <a:lstStyle/>
        <a:p>
          <a:pPr rtl="0"/>
          <a:r>
            <a:rPr lang="en-US"/>
            <a:t>"ping 192.168.xx.xxx" </a:t>
          </a:r>
          <a:br>
            <a:rPr lang="en-US" dirty="0"/>
          </a:br>
          <a:endParaRPr lang="en-US" dirty="0">
            <a:latin typeface="Aptos Display" panose="020F0302020204030204"/>
          </a:endParaRPr>
        </a:p>
      </dgm:t>
    </dgm:pt>
    <dgm:pt modelId="{BB99EE6D-A521-4952-9317-90D7EE9282CB}" type="parTrans" cxnId="{01900681-A431-44B7-B14F-73FC99C52195}">
      <dgm:prSet/>
      <dgm:spPr/>
      <dgm:t>
        <a:bodyPr/>
        <a:lstStyle/>
        <a:p>
          <a:endParaRPr lang="en-US"/>
        </a:p>
      </dgm:t>
    </dgm:pt>
    <dgm:pt modelId="{AAE8C08C-E3DF-467C-A9A0-7BF46E757D2C}" type="sibTrans" cxnId="{01900681-A431-44B7-B14F-73FC99C52195}">
      <dgm:prSet/>
      <dgm:spPr/>
      <dgm:t>
        <a:bodyPr/>
        <a:lstStyle/>
        <a:p>
          <a:endParaRPr lang="en-US"/>
        </a:p>
      </dgm:t>
    </dgm:pt>
    <dgm:pt modelId="{F4AFC367-DEFB-43F9-8F7B-32B97EF4E96F}">
      <dgm:prSet/>
      <dgm:spPr/>
      <dgm:t>
        <a:bodyPr/>
        <a:lstStyle/>
        <a:p>
          <a:pPr>
            <a:defRPr b="1"/>
          </a:pPr>
          <a:r>
            <a:rPr lang="en-US"/>
            <a:t>Get a group member's IP and "traceroute &lt;insert their IP&gt;</a:t>
          </a:r>
        </a:p>
      </dgm:t>
    </dgm:pt>
    <dgm:pt modelId="{3FB7CD97-F2FE-4AA0-85ED-EB3C475988C8}" type="parTrans" cxnId="{2C26C60D-8FD5-4358-A8C1-CAE4AF4BD006}">
      <dgm:prSet/>
      <dgm:spPr/>
      <dgm:t>
        <a:bodyPr/>
        <a:lstStyle/>
        <a:p>
          <a:endParaRPr lang="en-US"/>
        </a:p>
      </dgm:t>
    </dgm:pt>
    <dgm:pt modelId="{DC3BEEAD-4D0D-49E9-834D-59CB48AF6108}" type="sibTrans" cxnId="{2C26C60D-8FD5-4358-A8C1-CAE4AF4BD006}">
      <dgm:prSet/>
      <dgm:spPr/>
      <dgm:t>
        <a:bodyPr/>
        <a:lstStyle/>
        <a:p>
          <a:endParaRPr lang="en-US"/>
        </a:p>
      </dgm:t>
    </dgm:pt>
    <dgm:pt modelId="{4243BA70-3FEB-4908-8600-85093198C7D5}">
      <dgm:prSet/>
      <dgm:spPr/>
      <dgm:t>
        <a:bodyPr/>
        <a:lstStyle/>
        <a:p>
          <a:r>
            <a:rPr lang="en-US"/>
            <a:t>What do you notice?</a:t>
          </a:r>
        </a:p>
      </dgm:t>
    </dgm:pt>
    <dgm:pt modelId="{4F97758D-EF8E-4BAB-BD32-FA9B12BE8740}" type="parTrans" cxnId="{DBE48E57-AE27-4D59-8077-CAE41728BA29}">
      <dgm:prSet/>
      <dgm:spPr/>
      <dgm:t>
        <a:bodyPr/>
        <a:lstStyle/>
        <a:p>
          <a:endParaRPr lang="en-US"/>
        </a:p>
      </dgm:t>
    </dgm:pt>
    <dgm:pt modelId="{15846F97-7BC5-4C4F-BD02-B65E4EAA37FC}" type="sibTrans" cxnId="{DBE48E57-AE27-4D59-8077-CAE41728BA29}">
      <dgm:prSet/>
      <dgm:spPr/>
      <dgm:t>
        <a:bodyPr/>
        <a:lstStyle/>
        <a:p>
          <a:endParaRPr lang="en-US"/>
        </a:p>
      </dgm:t>
    </dgm:pt>
    <dgm:pt modelId="{7FE611BA-2B10-4BAB-BB07-544C501735A9}">
      <dgm:prSet phldrT="[Text]" phldr="0"/>
      <dgm:spPr/>
      <dgm:t>
        <a:bodyPr/>
        <a:lstStyle/>
        <a:p>
          <a:r>
            <a:rPr lang="en-US"/>
            <a:t>What </a:t>
          </a:r>
          <a:r>
            <a:rPr lang="en-US">
              <a:latin typeface="Aptos Display" panose="020F0302020204030204"/>
            </a:rPr>
            <a:t>happened?</a:t>
          </a:r>
          <a:endParaRPr lang="en-US"/>
        </a:p>
      </dgm:t>
    </dgm:pt>
    <dgm:pt modelId="{EE12EFD1-3931-4506-8D46-9449B887E4E9}" type="parTrans" cxnId="{C0C90E30-C7A6-426B-A04B-6E02728BDE40}">
      <dgm:prSet/>
      <dgm:spPr/>
    </dgm:pt>
    <dgm:pt modelId="{816D0045-B445-41C2-BB0B-12B233EFEAFF}" type="sibTrans" cxnId="{C0C90E30-C7A6-426B-A04B-6E02728BDE40}">
      <dgm:prSet/>
      <dgm:spPr/>
    </dgm:pt>
    <dgm:pt modelId="{06387184-2C14-43A4-82DC-402102C70CBB}" type="pres">
      <dgm:prSet presAssocID="{08F6DB03-F2E7-4118-A155-8220806A29B1}" presName="Name0" presStyleCnt="0">
        <dgm:presLayoutVars>
          <dgm:dir/>
          <dgm:animLvl val="lvl"/>
          <dgm:resizeHandles val="exact"/>
        </dgm:presLayoutVars>
      </dgm:prSet>
      <dgm:spPr/>
    </dgm:pt>
    <dgm:pt modelId="{8D336EA9-3AA0-4D53-9C80-077A9CB39BB3}" type="pres">
      <dgm:prSet presAssocID="{F4AFC367-DEFB-43F9-8F7B-32B97EF4E96F}" presName="boxAndChildren" presStyleCnt="0"/>
      <dgm:spPr/>
    </dgm:pt>
    <dgm:pt modelId="{30521058-E4C5-4342-9388-78331E9417ED}" type="pres">
      <dgm:prSet presAssocID="{F4AFC367-DEFB-43F9-8F7B-32B97EF4E96F}" presName="parentTextBox" presStyleLbl="alignNode1" presStyleIdx="0" presStyleCnt="2"/>
      <dgm:spPr/>
    </dgm:pt>
    <dgm:pt modelId="{DDAC4C26-5A7C-421E-BE6A-A2725A8681E5}" type="pres">
      <dgm:prSet presAssocID="{F4AFC367-DEFB-43F9-8F7B-32B97EF4E96F}" presName="descendantBox" presStyleLbl="bgAccFollowNode1" presStyleIdx="0" presStyleCnt="2"/>
      <dgm:spPr/>
    </dgm:pt>
    <dgm:pt modelId="{51D8E68E-456E-479B-98CE-79C252D9971E}" type="pres">
      <dgm:prSet presAssocID="{64CBBBF5-7B21-4674-954D-A88FFC1A4C46}" presName="sp" presStyleCnt="0"/>
      <dgm:spPr/>
    </dgm:pt>
    <dgm:pt modelId="{4FB9686B-92E0-438E-8084-B16E588FE474}" type="pres">
      <dgm:prSet presAssocID="{663B5163-2DF7-42EE-802F-F5E4167FC32F}" presName="arrowAndChildren" presStyleCnt="0"/>
      <dgm:spPr/>
    </dgm:pt>
    <dgm:pt modelId="{5F88533B-5B57-449A-94BC-F1244637A4BF}" type="pres">
      <dgm:prSet presAssocID="{663B5163-2DF7-42EE-802F-F5E4167FC32F}" presName="parentTextArrow" presStyleLbl="node1" presStyleIdx="0" presStyleCnt="0"/>
      <dgm:spPr/>
    </dgm:pt>
    <dgm:pt modelId="{D1DE5671-CED3-429C-8DA1-78517E1BDC82}" type="pres">
      <dgm:prSet presAssocID="{663B5163-2DF7-42EE-802F-F5E4167FC32F}" presName="arrow" presStyleLbl="alignNode1" presStyleIdx="1" presStyleCnt="2"/>
      <dgm:spPr/>
    </dgm:pt>
    <dgm:pt modelId="{8EA61E42-CC3E-49F9-918E-E3DA2B152B0D}" type="pres">
      <dgm:prSet presAssocID="{663B5163-2DF7-42EE-802F-F5E4167FC32F}" presName="descendantArrow" presStyleLbl="bgAccFollowNode1" presStyleIdx="1" presStyleCnt="2"/>
      <dgm:spPr/>
    </dgm:pt>
  </dgm:ptLst>
  <dgm:cxnLst>
    <dgm:cxn modelId="{2C26C60D-8FD5-4358-A8C1-CAE4AF4BD006}" srcId="{08F6DB03-F2E7-4118-A155-8220806A29B1}" destId="{F4AFC367-DEFB-43F9-8F7B-32B97EF4E96F}" srcOrd="1" destOrd="0" parTransId="{3FB7CD97-F2FE-4AA0-85ED-EB3C475988C8}" sibTransId="{DC3BEEAD-4D0D-49E9-834D-59CB48AF6108}"/>
    <dgm:cxn modelId="{C0C90E30-C7A6-426B-A04B-6E02728BDE40}" srcId="{663B5163-2DF7-42EE-802F-F5E4167FC32F}" destId="{7FE611BA-2B10-4BAB-BB07-544C501735A9}" srcOrd="1" destOrd="0" parTransId="{EE12EFD1-3931-4506-8D46-9449B887E4E9}" sibTransId="{816D0045-B445-41C2-BB0B-12B233EFEAFF}"/>
    <dgm:cxn modelId="{81659040-DDDE-4117-9DFC-3C826B082D9E}" type="presOf" srcId="{F4AFC367-DEFB-43F9-8F7B-32B97EF4E96F}" destId="{30521058-E4C5-4342-9388-78331E9417ED}" srcOrd="0" destOrd="0" presId="urn:microsoft.com/office/officeart/2016/7/layout/VerticalDownArrowProcess"/>
    <dgm:cxn modelId="{C4ED9060-8128-4B89-92D0-7CC81F1578CB}" type="presOf" srcId="{4243BA70-3FEB-4908-8600-85093198C7D5}" destId="{DDAC4C26-5A7C-421E-BE6A-A2725A8681E5}" srcOrd="0" destOrd="0" presId="urn:microsoft.com/office/officeart/2016/7/layout/VerticalDownArrowProcess"/>
    <dgm:cxn modelId="{BE467E43-1071-420E-9FAD-40033A7E54B8}" type="presOf" srcId="{08F6DB03-F2E7-4118-A155-8220806A29B1}" destId="{06387184-2C14-43A4-82DC-402102C70CBB}" srcOrd="0" destOrd="0" presId="urn:microsoft.com/office/officeart/2016/7/layout/VerticalDownArrowProcess"/>
    <dgm:cxn modelId="{DBE48E57-AE27-4D59-8077-CAE41728BA29}" srcId="{F4AFC367-DEFB-43F9-8F7B-32B97EF4E96F}" destId="{4243BA70-3FEB-4908-8600-85093198C7D5}" srcOrd="0" destOrd="0" parTransId="{4F97758D-EF8E-4BAB-BD32-FA9B12BE8740}" sibTransId="{15846F97-7BC5-4C4F-BD02-B65E4EAA37FC}"/>
    <dgm:cxn modelId="{01900681-A431-44B7-B14F-73FC99C52195}" srcId="{663B5163-2DF7-42EE-802F-F5E4167FC32F}" destId="{9AB0C959-1E2E-44EB-B434-5E59CE6CBE1E}" srcOrd="0" destOrd="0" parTransId="{BB99EE6D-A521-4952-9317-90D7EE9282CB}" sibTransId="{AAE8C08C-E3DF-467C-A9A0-7BF46E757D2C}"/>
    <dgm:cxn modelId="{1E9B5886-41BA-488C-9BD6-09D6CF2FAA8A}" srcId="{08F6DB03-F2E7-4118-A155-8220806A29B1}" destId="{663B5163-2DF7-42EE-802F-F5E4167FC32F}" srcOrd="0" destOrd="0" parTransId="{61554EB9-9DDC-4CD0-A921-359385A539FE}" sibTransId="{64CBBBF5-7B21-4674-954D-A88FFC1A4C46}"/>
    <dgm:cxn modelId="{C05C1694-BAF4-4DC8-B2E3-E026AA2C8CD2}" type="presOf" srcId="{663B5163-2DF7-42EE-802F-F5E4167FC32F}" destId="{5F88533B-5B57-449A-94BC-F1244637A4BF}" srcOrd="0" destOrd="0" presId="urn:microsoft.com/office/officeart/2016/7/layout/VerticalDownArrowProcess"/>
    <dgm:cxn modelId="{C12ADAA4-B03F-48BA-9040-2B2B3F2B3C48}" type="presOf" srcId="{663B5163-2DF7-42EE-802F-F5E4167FC32F}" destId="{D1DE5671-CED3-429C-8DA1-78517E1BDC82}" srcOrd="1" destOrd="0" presId="urn:microsoft.com/office/officeart/2016/7/layout/VerticalDownArrowProcess"/>
    <dgm:cxn modelId="{3D0E05CF-F86E-4212-81B1-F5880249D6A8}" type="presOf" srcId="{9AB0C959-1E2E-44EB-B434-5E59CE6CBE1E}" destId="{8EA61E42-CC3E-49F9-918E-E3DA2B152B0D}" srcOrd="0" destOrd="0" presId="urn:microsoft.com/office/officeart/2016/7/layout/VerticalDownArrowProcess"/>
    <dgm:cxn modelId="{57A678E9-3BC1-412C-AEF7-42F7A3148478}" type="presOf" srcId="{7FE611BA-2B10-4BAB-BB07-544C501735A9}" destId="{8EA61E42-CC3E-49F9-918E-E3DA2B152B0D}" srcOrd="0" destOrd="1" presId="urn:microsoft.com/office/officeart/2016/7/layout/VerticalDownArrowProcess"/>
    <dgm:cxn modelId="{96F1F8A1-72CC-460A-802D-8972E193DA20}" type="presParOf" srcId="{06387184-2C14-43A4-82DC-402102C70CBB}" destId="{8D336EA9-3AA0-4D53-9C80-077A9CB39BB3}" srcOrd="0" destOrd="0" presId="urn:microsoft.com/office/officeart/2016/7/layout/VerticalDownArrowProcess"/>
    <dgm:cxn modelId="{61D4E826-D416-4ABA-992E-06AB17804531}" type="presParOf" srcId="{8D336EA9-3AA0-4D53-9C80-077A9CB39BB3}" destId="{30521058-E4C5-4342-9388-78331E9417ED}" srcOrd="0" destOrd="0" presId="urn:microsoft.com/office/officeart/2016/7/layout/VerticalDownArrowProcess"/>
    <dgm:cxn modelId="{3DEA095C-504C-4DF3-A432-717B5E84CD56}" type="presParOf" srcId="{8D336EA9-3AA0-4D53-9C80-077A9CB39BB3}" destId="{DDAC4C26-5A7C-421E-BE6A-A2725A8681E5}" srcOrd="1" destOrd="0" presId="urn:microsoft.com/office/officeart/2016/7/layout/VerticalDownArrowProcess"/>
    <dgm:cxn modelId="{77B3E2F5-56DD-4889-85D9-8857A8ADB737}" type="presParOf" srcId="{06387184-2C14-43A4-82DC-402102C70CBB}" destId="{51D8E68E-456E-479B-98CE-79C252D9971E}" srcOrd="1" destOrd="0" presId="urn:microsoft.com/office/officeart/2016/7/layout/VerticalDownArrowProcess"/>
    <dgm:cxn modelId="{8B04B388-7EA7-45AE-BAE1-66FB14EF34BD}" type="presParOf" srcId="{06387184-2C14-43A4-82DC-402102C70CBB}" destId="{4FB9686B-92E0-438E-8084-B16E588FE474}" srcOrd="2" destOrd="0" presId="urn:microsoft.com/office/officeart/2016/7/layout/VerticalDownArrowProcess"/>
    <dgm:cxn modelId="{4DEE5520-091F-4FE6-93A3-3430931C5A46}" type="presParOf" srcId="{4FB9686B-92E0-438E-8084-B16E588FE474}" destId="{5F88533B-5B57-449A-94BC-F1244637A4BF}" srcOrd="0" destOrd="0" presId="urn:microsoft.com/office/officeart/2016/7/layout/VerticalDownArrowProcess"/>
    <dgm:cxn modelId="{437E182D-AD71-4CBC-848D-E976771519E5}" type="presParOf" srcId="{4FB9686B-92E0-438E-8084-B16E588FE474}" destId="{D1DE5671-CED3-429C-8DA1-78517E1BDC82}" srcOrd="1" destOrd="0" presId="urn:microsoft.com/office/officeart/2016/7/layout/VerticalDownArrowProcess"/>
    <dgm:cxn modelId="{D2210A3E-0C17-4A5D-8328-D2E043D0CB13}" type="presParOf" srcId="{4FB9686B-92E0-438E-8084-B16E588FE474}" destId="{8EA61E42-CC3E-49F9-918E-E3DA2B152B0D}" srcOrd="2" destOrd="0" presId="urn:microsoft.com/office/officeart/2016/7/layout/VerticalDown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9A45A3AA-7ECD-4FB1-8916-C07D437A78F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806BAAC6-E350-4DF0-B225-ACE0A1359760}">
      <dgm:prSet/>
      <dgm:spPr/>
      <dgm:t>
        <a:bodyPr/>
        <a:lstStyle/>
        <a:p>
          <a:pPr>
            <a:lnSpc>
              <a:spcPct val="100000"/>
            </a:lnSpc>
          </a:pPr>
          <a:r>
            <a:rPr lang="en-US"/>
            <a:t>IP is the post office, port is the specific mailbox</a:t>
          </a:r>
        </a:p>
      </dgm:t>
    </dgm:pt>
    <dgm:pt modelId="{20FDA941-DAA2-43C4-99DF-0574C9A3E3C9}" type="parTrans" cxnId="{ECE2679C-3AF1-4EF0-8494-0E7C95522C9E}">
      <dgm:prSet/>
      <dgm:spPr/>
      <dgm:t>
        <a:bodyPr/>
        <a:lstStyle/>
        <a:p>
          <a:endParaRPr lang="en-US"/>
        </a:p>
      </dgm:t>
    </dgm:pt>
    <dgm:pt modelId="{9F5AD2C2-BEAE-4145-84CF-1146B65BC985}" type="sibTrans" cxnId="{ECE2679C-3AF1-4EF0-8494-0E7C95522C9E}">
      <dgm:prSet/>
      <dgm:spPr/>
      <dgm:t>
        <a:bodyPr/>
        <a:lstStyle/>
        <a:p>
          <a:endParaRPr lang="en-US"/>
        </a:p>
      </dgm:t>
    </dgm:pt>
    <dgm:pt modelId="{F4991A6A-3130-4291-A759-F10BE80A1633}">
      <dgm:prSet/>
      <dgm:spPr/>
      <dgm:t>
        <a:bodyPr/>
        <a:lstStyle/>
        <a:p>
          <a:pPr>
            <a:lnSpc>
              <a:spcPct val="100000"/>
            </a:lnSpc>
          </a:pPr>
          <a:r>
            <a:rPr lang="en-US"/>
            <a:t>Hosts specific computer program</a:t>
          </a:r>
        </a:p>
      </dgm:t>
    </dgm:pt>
    <dgm:pt modelId="{40F68D97-9DD9-4342-9845-4165960746ED}" type="parTrans" cxnId="{E9E98F63-D050-4EF8-9E86-5E0A9F1BC36D}">
      <dgm:prSet/>
      <dgm:spPr/>
      <dgm:t>
        <a:bodyPr/>
        <a:lstStyle/>
        <a:p>
          <a:endParaRPr lang="en-US"/>
        </a:p>
      </dgm:t>
    </dgm:pt>
    <dgm:pt modelId="{9E0CD85E-0547-4008-99E4-8A9D83A3E970}" type="sibTrans" cxnId="{E9E98F63-D050-4EF8-9E86-5E0A9F1BC36D}">
      <dgm:prSet/>
      <dgm:spPr/>
      <dgm:t>
        <a:bodyPr/>
        <a:lstStyle/>
        <a:p>
          <a:endParaRPr lang="en-US"/>
        </a:p>
      </dgm:t>
    </dgm:pt>
    <dgm:pt modelId="{37EBCC20-D69A-43D4-B1C2-3FA34BD46E63}">
      <dgm:prSet/>
      <dgm:spPr/>
      <dgm:t>
        <a:bodyPr/>
        <a:lstStyle/>
        <a:p>
          <a:pPr>
            <a:lnSpc>
              <a:spcPct val="100000"/>
            </a:lnSpc>
          </a:pPr>
          <a:r>
            <a:rPr lang="en-US"/>
            <a:t>Common ports; 433, 80, 22</a:t>
          </a:r>
        </a:p>
      </dgm:t>
    </dgm:pt>
    <dgm:pt modelId="{FB9C0F0B-EA4D-40B2-98FC-B75F16E2C741}" type="parTrans" cxnId="{D41CF32F-774A-40E5-9CC8-CB0FA60B4545}">
      <dgm:prSet/>
      <dgm:spPr/>
      <dgm:t>
        <a:bodyPr/>
        <a:lstStyle/>
        <a:p>
          <a:endParaRPr lang="en-US"/>
        </a:p>
      </dgm:t>
    </dgm:pt>
    <dgm:pt modelId="{259DEA1D-561C-4806-AFED-B0B605413EE0}" type="sibTrans" cxnId="{D41CF32F-774A-40E5-9CC8-CB0FA60B4545}">
      <dgm:prSet/>
      <dgm:spPr/>
      <dgm:t>
        <a:bodyPr/>
        <a:lstStyle/>
        <a:p>
          <a:endParaRPr lang="en-US"/>
        </a:p>
      </dgm:t>
    </dgm:pt>
    <dgm:pt modelId="{F863BA1C-0F43-42B0-B7F1-2A697D61B383}">
      <dgm:prSet/>
      <dgm:spPr/>
      <dgm:t>
        <a:bodyPr/>
        <a:lstStyle/>
        <a:p>
          <a:pPr>
            <a:lnSpc>
              <a:spcPct val="100000"/>
            </a:lnSpc>
          </a:pPr>
          <a:r>
            <a:rPr lang="en-US"/>
            <a:t>Socket connection: Both IP and port connected from sender/receiver</a:t>
          </a:r>
        </a:p>
      </dgm:t>
    </dgm:pt>
    <dgm:pt modelId="{92615E15-4F5C-43A0-9726-42EE5F939379}" type="parTrans" cxnId="{1E810953-0358-4DA6-B915-1E29D818668B}">
      <dgm:prSet/>
      <dgm:spPr/>
      <dgm:t>
        <a:bodyPr/>
        <a:lstStyle/>
        <a:p>
          <a:endParaRPr lang="en-US"/>
        </a:p>
      </dgm:t>
    </dgm:pt>
    <dgm:pt modelId="{657ED85D-E3B3-4D4E-916B-F5F7BB2D0FA4}" type="sibTrans" cxnId="{1E810953-0358-4DA6-B915-1E29D818668B}">
      <dgm:prSet/>
      <dgm:spPr/>
      <dgm:t>
        <a:bodyPr/>
        <a:lstStyle/>
        <a:p>
          <a:endParaRPr lang="en-US"/>
        </a:p>
      </dgm:t>
    </dgm:pt>
    <dgm:pt modelId="{89CE84DD-5D8E-4374-9DE3-6BC7E7239FD8}" type="pres">
      <dgm:prSet presAssocID="{9A45A3AA-7ECD-4FB1-8916-C07D437A78FF}" presName="root" presStyleCnt="0">
        <dgm:presLayoutVars>
          <dgm:dir/>
          <dgm:resizeHandles val="exact"/>
        </dgm:presLayoutVars>
      </dgm:prSet>
      <dgm:spPr/>
    </dgm:pt>
    <dgm:pt modelId="{2DF4454D-1C9B-46FC-92D9-23EE45B99388}" type="pres">
      <dgm:prSet presAssocID="{806BAAC6-E350-4DF0-B225-ACE0A1359760}" presName="compNode" presStyleCnt="0"/>
      <dgm:spPr/>
    </dgm:pt>
    <dgm:pt modelId="{EDBDE665-7745-48B9-B958-5D488592BC32}" type="pres">
      <dgm:prSet presAssocID="{806BAAC6-E350-4DF0-B225-ACE0A1359760}" presName="bgRect" presStyleLbl="bgShp" presStyleIdx="0" presStyleCnt="4"/>
      <dgm:spPr/>
    </dgm:pt>
    <dgm:pt modelId="{A75A01BA-9147-4D6B-A905-C774FCCE16AC}" type="pres">
      <dgm:prSet presAssocID="{806BAAC6-E350-4DF0-B225-ACE0A1359760}"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erver"/>
        </a:ext>
      </dgm:extLst>
    </dgm:pt>
    <dgm:pt modelId="{5B634C1B-B829-4AFB-BA95-B932F771D3F4}" type="pres">
      <dgm:prSet presAssocID="{806BAAC6-E350-4DF0-B225-ACE0A1359760}" presName="spaceRect" presStyleCnt="0"/>
      <dgm:spPr/>
    </dgm:pt>
    <dgm:pt modelId="{DD4E973F-348B-46BD-B2BD-40F623483003}" type="pres">
      <dgm:prSet presAssocID="{806BAAC6-E350-4DF0-B225-ACE0A1359760}" presName="parTx" presStyleLbl="revTx" presStyleIdx="0" presStyleCnt="4">
        <dgm:presLayoutVars>
          <dgm:chMax val="0"/>
          <dgm:chPref val="0"/>
        </dgm:presLayoutVars>
      </dgm:prSet>
      <dgm:spPr/>
    </dgm:pt>
    <dgm:pt modelId="{D7DA8916-E923-4F49-8112-D821882B4355}" type="pres">
      <dgm:prSet presAssocID="{9F5AD2C2-BEAE-4145-84CF-1146B65BC985}" presName="sibTrans" presStyleCnt="0"/>
      <dgm:spPr/>
    </dgm:pt>
    <dgm:pt modelId="{BA77231C-3C17-4E42-B4DB-04850B515295}" type="pres">
      <dgm:prSet presAssocID="{F4991A6A-3130-4291-A759-F10BE80A1633}" presName="compNode" presStyleCnt="0"/>
      <dgm:spPr/>
    </dgm:pt>
    <dgm:pt modelId="{B97E264B-9DA4-41FF-95CB-1CBC382E7506}" type="pres">
      <dgm:prSet presAssocID="{F4991A6A-3130-4291-A759-F10BE80A1633}" presName="bgRect" presStyleLbl="bgShp" presStyleIdx="1" presStyleCnt="4"/>
      <dgm:spPr/>
    </dgm:pt>
    <dgm:pt modelId="{A3CB300D-6C45-41FE-AEFB-058918C1B2B8}" type="pres">
      <dgm:prSet presAssocID="{F4991A6A-3130-4291-A759-F10BE80A1633}"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E265758A-90F3-405A-9F99-413001284CE6}" type="pres">
      <dgm:prSet presAssocID="{F4991A6A-3130-4291-A759-F10BE80A1633}" presName="spaceRect" presStyleCnt="0"/>
      <dgm:spPr/>
    </dgm:pt>
    <dgm:pt modelId="{9610F766-80C9-4E4F-B060-98DC3AEEC9A4}" type="pres">
      <dgm:prSet presAssocID="{F4991A6A-3130-4291-A759-F10BE80A1633}" presName="parTx" presStyleLbl="revTx" presStyleIdx="1" presStyleCnt="4">
        <dgm:presLayoutVars>
          <dgm:chMax val="0"/>
          <dgm:chPref val="0"/>
        </dgm:presLayoutVars>
      </dgm:prSet>
      <dgm:spPr/>
    </dgm:pt>
    <dgm:pt modelId="{B9EEF9A9-174C-45B2-8DF4-6332B064C03B}" type="pres">
      <dgm:prSet presAssocID="{9E0CD85E-0547-4008-99E4-8A9D83A3E970}" presName="sibTrans" presStyleCnt="0"/>
      <dgm:spPr/>
    </dgm:pt>
    <dgm:pt modelId="{5FFE9ABA-2BA2-4025-88EB-86266DAD1107}" type="pres">
      <dgm:prSet presAssocID="{37EBCC20-D69A-43D4-B1C2-3FA34BD46E63}" presName="compNode" presStyleCnt="0"/>
      <dgm:spPr/>
    </dgm:pt>
    <dgm:pt modelId="{52CD1C79-3112-4F52-B851-EAE4B5AAC731}" type="pres">
      <dgm:prSet presAssocID="{37EBCC20-D69A-43D4-B1C2-3FA34BD46E63}" presName="bgRect" presStyleLbl="bgShp" presStyleIdx="2" presStyleCnt="4"/>
      <dgm:spPr/>
    </dgm:pt>
    <dgm:pt modelId="{469AAA3E-9E7B-4320-BC7C-449CDD4F73FA}" type="pres">
      <dgm:prSet presAssocID="{37EBCC20-D69A-43D4-B1C2-3FA34BD46E63}"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Tug boat"/>
        </a:ext>
      </dgm:extLst>
    </dgm:pt>
    <dgm:pt modelId="{24649BBE-DABF-4F89-A3E3-933C7A475FAF}" type="pres">
      <dgm:prSet presAssocID="{37EBCC20-D69A-43D4-B1C2-3FA34BD46E63}" presName="spaceRect" presStyleCnt="0"/>
      <dgm:spPr/>
    </dgm:pt>
    <dgm:pt modelId="{8C99A03A-C361-417D-8705-5FC855330F04}" type="pres">
      <dgm:prSet presAssocID="{37EBCC20-D69A-43D4-B1C2-3FA34BD46E63}" presName="parTx" presStyleLbl="revTx" presStyleIdx="2" presStyleCnt="4">
        <dgm:presLayoutVars>
          <dgm:chMax val="0"/>
          <dgm:chPref val="0"/>
        </dgm:presLayoutVars>
      </dgm:prSet>
      <dgm:spPr/>
    </dgm:pt>
    <dgm:pt modelId="{E80E957B-DFE3-4001-AA07-049616F910C9}" type="pres">
      <dgm:prSet presAssocID="{259DEA1D-561C-4806-AFED-B0B605413EE0}" presName="sibTrans" presStyleCnt="0"/>
      <dgm:spPr/>
    </dgm:pt>
    <dgm:pt modelId="{BC6EF9EE-C71F-4723-949C-A2C9DF212672}" type="pres">
      <dgm:prSet presAssocID="{F863BA1C-0F43-42B0-B7F1-2A697D61B383}" presName="compNode" presStyleCnt="0"/>
      <dgm:spPr/>
    </dgm:pt>
    <dgm:pt modelId="{80C759DF-2B49-4EB7-BF38-3882B878C2EB}" type="pres">
      <dgm:prSet presAssocID="{F863BA1C-0F43-42B0-B7F1-2A697D61B383}" presName="bgRect" presStyleLbl="bgShp" presStyleIdx="3" presStyleCnt="4"/>
      <dgm:spPr/>
    </dgm:pt>
    <dgm:pt modelId="{5DF2BDEF-C9F8-4946-8EAD-027AC8673C19}" type="pres">
      <dgm:prSet presAssocID="{F863BA1C-0F43-42B0-B7F1-2A697D61B383}"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Wireless router"/>
        </a:ext>
      </dgm:extLst>
    </dgm:pt>
    <dgm:pt modelId="{541AC7D9-DAC5-4C38-982A-5CE2AF1237C8}" type="pres">
      <dgm:prSet presAssocID="{F863BA1C-0F43-42B0-B7F1-2A697D61B383}" presName="spaceRect" presStyleCnt="0"/>
      <dgm:spPr/>
    </dgm:pt>
    <dgm:pt modelId="{A0BC0528-3042-41DF-B7E9-8779CB9BD546}" type="pres">
      <dgm:prSet presAssocID="{F863BA1C-0F43-42B0-B7F1-2A697D61B383}" presName="parTx" presStyleLbl="revTx" presStyleIdx="3" presStyleCnt="4">
        <dgm:presLayoutVars>
          <dgm:chMax val="0"/>
          <dgm:chPref val="0"/>
        </dgm:presLayoutVars>
      </dgm:prSet>
      <dgm:spPr/>
    </dgm:pt>
  </dgm:ptLst>
  <dgm:cxnLst>
    <dgm:cxn modelId="{81177817-5AF3-416C-A8D9-125656AFEB00}" type="presOf" srcId="{37EBCC20-D69A-43D4-B1C2-3FA34BD46E63}" destId="{8C99A03A-C361-417D-8705-5FC855330F04}" srcOrd="0" destOrd="0" presId="urn:microsoft.com/office/officeart/2018/2/layout/IconVerticalSolidList"/>
    <dgm:cxn modelId="{D41CF32F-774A-40E5-9CC8-CB0FA60B4545}" srcId="{9A45A3AA-7ECD-4FB1-8916-C07D437A78FF}" destId="{37EBCC20-D69A-43D4-B1C2-3FA34BD46E63}" srcOrd="2" destOrd="0" parTransId="{FB9C0F0B-EA4D-40B2-98FC-B75F16E2C741}" sibTransId="{259DEA1D-561C-4806-AFED-B0B605413EE0}"/>
    <dgm:cxn modelId="{E9E98F63-D050-4EF8-9E86-5E0A9F1BC36D}" srcId="{9A45A3AA-7ECD-4FB1-8916-C07D437A78FF}" destId="{F4991A6A-3130-4291-A759-F10BE80A1633}" srcOrd="1" destOrd="0" parTransId="{40F68D97-9DD9-4342-9845-4165960746ED}" sibTransId="{9E0CD85E-0547-4008-99E4-8A9D83A3E970}"/>
    <dgm:cxn modelId="{FB70D663-278B-47CB-979B-877F6C586ECD}" type="presOf" srcId="{F863BA1C-0F43-42B0-B7F1-2A697D61B383}" destId="{A0BC0528-3042-41DF-B7E9-8779CB9BD546}" srcOrd="0" destOrd="0" presId="urn:microsoft.com/office/officeart/2018/2/layout/IconVerticalSolidList"/>
    <dgm:cxn modelId="{C19C3649-897F-438C-81A8-ADF3911EAE9C}" type="presOf" srcId="{9A45A3AA-7ECD-4FB1-8916-C07D437A78FF}" destId="{89CE84DD-5D8E-4374-9DE3-6BC7E7239FD8}" srcOrd="0" destOrd="0" presId="urn:microsoft.com/office/officeart/2018/2/layout/IconVerticalSolidList"/>
    <dgm:cxn modelId="{1E810953-0358-4DA6-B915-1E29D818668B}" srcId="{9A45A3AA-7ECD-4FB1-8916-C07D437A78FF}" destId="{F863BA1C-0F43-42B0-B7F1-2A697D61B383}" srcOrd="3" destOrd="0" parTransId="{92615E15-4F5C-43A0-9726-42EE5F939379}" sibTransId="{657ED85D-E3B3-4D4E-916B-F5F7BB2D0FA4}"/>
    <dgm:cxn modelId="{ECE2679C-3AF1-4EF0-8494-0E7C95522C9E}" srcId="{9A45A3AA-7ECD-4FB1-8916-C07D437A78FF}" destId="{806BAAC6-E350-4DF0-B225-ACE0A1359760}" srcOrd="0" destOrd="0" parTransId="{20FDA941-DAA2-43C4-99DF-0574C9A3E3C9}" sibTransId="{9F5AD2C2-BEAE-4145-84CF-1146B65BC985}"/>
    <dgm:cxn modelId="{140823AA-1598-4037-B78E-35948FF01F1E}" type="presOf" srcId="{F4991A6A-3130-4291-A759-F10BE80A1633}" destId="{9610F766-80C9-4E4F-B060-98DC3AEEC9A4}" srcOrd="0" destOrd="0" presId="urn:microsoft.com/office/officeart/2018/2/layout/IconVerticalSolidList"/>
    <dgm:cxn modelId="{89FB06E0-5CEC-4992-AB0E-8D43D881D6CE}" type="presOf" srcId="{806BAAC6-E350-4DF0-B225-ACE0A1359760}" destId="{DD4E973F-348B-46BD-B2BD-40F623483003}" srcOrd="0" destOrd="0" presId="urn:microsoft.com/office/officeart/2018/2/layout/IconVerticalSolidList"/>
    <dgm:cxn modelId="{AD09EE54-EC9B-4C6A-B41C-43670E4DB982}" type="presParOf" srcId="{89CE84DD-5D8E-4374-9DE3-6BC7E7239FD8}" destId="{2DF4454D-1C9B-46FC-92D9-23EE45B99388}" srcOrd="0" destOrd="0" presId="urn:microsoft.com/office/officeart/2018/2/layout/IconVerticalSolidList"/>
    <dgm:cxn modelId="{5B7B2EF4-AD54-4FBA-ABBC-AF0A96BC693F}" type="presParOf" srcId="{2DF4454D-1C9B-46FC-92D9-23EE45B99388}" destId="{EDBDE665-7745-48B9-B958-5D488592BC32}" srcOrd="0" destOrd="0" presId="urn:microsoft.com/office/officeart/2018/2/layout/IconVerticalSolidList"/>
    <dgm:cxn modelId="{92183A6B-3C58-4D81-8BDB-BB04DA705002}" type="presParOf" srcId="{2DF4454D-1C9B-46FC-92D9-23EE45B99388}" destId="{A75A01BA-9147-4D6B-A905-C774FCCE16AC}" srcOrd="1" destOrd="0" presId="urn:microsoft.com/office/officeart/2018/2/layout/IconVerticalSolidList"/>
    <dgm:cxn modelId="{B0816BF4-9620-41DD-AC1B-A5DE2426158E}" type="presParOf" srcId="{2DF4454D-1C9B-46FC-92D9-23EE45B99388}" destId="{5B634C1B-B829-4AFB-BA95-B932F771D3F4}" srcOrd="2" destOrd="0" presId="urn:microsoft.com/office/officeart/2018/2/layout/IconVerticalSolidList"/>
    <dgm:cxn modelId="{6A015D97-149D-4896-BAD6-1F61DB574266}" type="presParOf" srcId="{2DF4454D-1C9B-46FC-92D9-23EE45B99388}" destId="{DD4E973F-348B-46BD-B2BD-40F623483003}" srcOrd="3" destOrd="0" presId="urn:microsoft.com/office/officeart/2018/2/layout/IconVerticalSolidList"/>
    <dgm:cxn modelId="{D7359AE1-9769-4AB7-9A52-E8AB1CA3E07A}" type="presParOf" srcId="{89CE84DD-5D8E-4374-9DE3-6BC7E7239FD8}" destId="{D7DA8916-E923-4F49-8112-D821882B4355}" srcOrd="1" destOrd="0" presId="urn:microsoft.com/office/officeart/2018/2/layout/IconVerticalSolidList"/>
    <dgm:cxn modelId="{231DB20A-6F62-43BE-9794-58B6AAA14BAD}" type="presParOf" srcId="{89CE84DD-5D8E-4374-9DE3-6BC7E7239FD8}" destId="{BA77231C-3C17-4E42-B4DB-04850B515295}" srcOrd="2" destOrd="0" presId="urn:microsoft.com/office/officeart/2018/2/layout/IconVerticalSolidList"/>
    <dgm:cxn modelId="{315BE0DF-9635-48E6-ABAA-59C9B459D88E}" type="presParOf" srcId="{BA77231C-3C17-4E42-B4DB-04850B515295}" destId="{B97E264B-9DA4-41FF-95CB-1CBC382E7506}" srcOrd="0" destOrd="0" presId="urn:microsoft.com/office/officeart/2018/2/layout/IconVerticalSolidList"/>
    <dgm:cxn modelId="{561B416D-105E-4869-ADC1-8530CC439CB2}" type="presParOf" srcId="{BA77231C-3C17-4E42-B4DB-04850B515295}" destId="{A3CB300D-6C45-41FE-AEFB-058918C1B2B8}" srcOrd="1" destOrd="0" presId="urn:microsoft.com/office/officeart/2018/2/layout/IconVerticalSolidList"/>
    <dgm:cxn modelId="{A8FD9A9D-7F96-4D54-B5A6-06298F51170A}" type="presParOf" srcId="{BA77231C-3C17-4E42-B4DB-04850B515295}" destId="{E265758A-90F3-405A-9F99-413001284CE6}" srcOrd="2" destOrd="0" presId="urn:microsoft.com/office/officeart/2018/2/layout/IconVerticalSolidList"/>
    <dgm:cxn modelId="{7FC65886-06EB-4CB9-80AB-3F259D8045FE}" type="presParOf" srcId="{BA77231C-3C17-4E42-B4DB-04850B515295}" destId="{9610F766-80C9-4E4F-B060-98DC3AEEC9A4}" srcOrd="3" destOrd="0" presId="urn:microsoft.com/office/officeart/2018/2/layout/IconVerticalSolidList"/>
    <dgm:cxn modelId="{898CED45-6B03-49F4-9492-463609CDAD88}" type="presParOf" srcId="{89CE84DD-5D8E-4374-9DE3-6BC7E7239FD8}" destId="{B9EEF9A9-174C-45B2-8DF4-6332B064C03B}" srcOrd="3" destOrd="0" presId="urn:microsoft.com/office/officeart/2018/2/layout/IconVerticalSolidList"/>
    <dgm:cxn modelId="{CF4AF7CF-8FBD-4D96-926F-869C6A896F70}" type="presParOf" srcId="{89CE84DD-5D8E-4374-9DE3-6BC7E7239FD8}" destId="{5FFE9ABA-2BA2-4025-88EB-86266DAD1107}" srcOrd="4" destOrd="0" presId="urn:microsoft.com/office/officeart/2018/2/layout/IconVerticalSolidList"/>
    <dgm:cxn modelId="{8BEEAA5E-DE53-4DF6-9393-221C690F5359}" type="presParOf" srcId="{5FFE9ABA-2BA2-4025-88EB-86266DAD1107}" destId="{52CD1C79-3112-4F52-B851-EAE4B5AAC731}" srcOrd="0" destOrd="0" presId="urn:microsoft.com/office/officeart/2018/2/layout/IconVerticalSolidList"/>
    <dgm:cxn modelId="{C2D4105F-82F7-4929-A682-D286B2433483}" type="presParOf" srcId="{5FFE9ABA-2BA2-4025-88EB-86266DAD1107}" destId="{469AAA3E-9E7B-4320-BC7C-449CDD4F73FA}" srcOrd="1" destOrd="0" presId="urn:microsoft.com/office/officeart/2018/2/layout/IconVerticalSolidList"/>
    <dgm:cxn modelId="{C3209CB0-B785-4515-B2FB-410788099D8B}" type="presParOf" srcId="{5FFE9ABA-2BA2-4025-88EB-86266DAD1107}" destId="{24649BBE-DABF-4F89-A3E3-933C7A475FAF}" srcOrd="2" destOrd="0" presId="urn:microsoft.com/office/officeart/2018/2/layout/IconVerticalSolidList"/>
    <dgm:cxn modelId="{0320F95E-16ED-4B3A-BA75-3B41F3E01F10}" type="presParOf" srcId="{5FFE9ABA-2BA2-4025-88EB-86266DAD1107}" destId="{8C99A03A-C361-417D-8705-5FC855330F04}" srcOrd="3" destOrd="0" presId="urn:microsoft.com/office/officeart/2018/2/layout/IconVerticalSolidList"/>
    <dgm:cxn modelId="{7D70F282-BDA6-4FD0-8AD9-B34F162FDB39}" type="presParOf" srcId="{89CE84DD-5D8E-4374-9DE3-6BC7E7239FD8}" destId="{E80E957B-DFE3-4001-AA07-049616F910C9}" srcOrd="5" destOrd="0" presId="urn:microsoft.com/office/officeart/2018/2/layout/IconVerticalSolidList"/>
    <dgm:cxn modelId="{B1ECA0C7-E351-4B13-A2F5-C72474567A78}" type="presParOf" srcId="{89CE84DD-5D8E-4374-9DE3-6BC7E7239FD8}" destId="{BC6EF9EE-C71F-4723-949C-A2C9DF212672}" srcOrd="6" destOrd="0" presId="urn:microsoft.com/office/officeart/2018/2/layout/IconVerticalSolidList"/>
    <dgm:cxn modelId="{9C9CB60B-0167-4782-B308-955656E9C081}" type="presParOf" srcId="{BC6EF9EE-C71F-4723-949C-A2C9DF212672}" destId="{80C759DF-2B49-4EB7-BF38-3882B878C2EB}" srcOrd="0" destOrd="0" presId="urn:microsoft.com/office/officeart/2018/2/layout/IconVerticalSolidList"/>
    <dgm:cxn modelId="{65BA2F30-4820-4D44-80E6-BB136239AA22}" type="presParOf" srcId="{BC6EF9EE-C71F-4723-949C-A2C9DF212672}" destId="{5DF2BDEF-C9F8-4946-8EAD-027AC8673C19}" srcOrd="1" destOrd="0" presId="urn:microsoft.com/office/officeart/2018/2/layout/IconVerticalSolidList"/>
    <dgm:cxn modelId="{DBF9C40E-0EFD-41D8-880E-4B7E4A3FB14C}" type="presParOf" srcId="{BC6EF9EE-C71F-4723-949C-A2C9DF212672}" destId="{541AC7D9-DAC5-4C38-982A-5CE2AF1237C8}" srcOrd="2" destOrd="0" presId="urn:microsoft.com/office/officeart/2018/2/layout/IconVerticalSolidList"/>
    <dgm:cxn modelId="{EB7EB6B6-D284-4075-ADCA-BBA1A6246923}" type="presParOf" srcId="{BC6EF9EE-C71F-4723-949C-A2C9DF212672}" destId="{A0BC0528-3042-41DF-B7E9-8779CB9BD54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B2D26501-5D53-4438-AA8A-42E795462160}"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BE0448A6-160B-4F1F-B2E6-7DEA67E74493}">
      <dgm:prSet/>
      <dgm:spPr/>
      <dgm:t>
        <a:bodyPr/>
        <a:lstStyle/>
        <a:p>
          <a:pPr rtl="0"/>
          <a:r>
            <a:rPr lang="en-US" dirty="0"/>
            <a:t>In Module 1, your VM asked a DHCP server for an address. </a:t>
          </a:r>
          <a:endParaRPr lang="en-US" dirty="0">
            <a:latin typeface="Aptos Display" panose="020F0302020204030204"/>
          </a:endParaRPr>
        </a:p>
      </dgm:t>
    </dgm:pt>
    <dgm:pt modelId="{BF7B2FAF-DFA0-411D-9963-AD5647374AE5}" type="parTrans" cxnId="{6776734F-8E83-4D97-AE0C-DCB9B6AC4A28}">
      <dgm:prSet/>
      <dgm:spPr/>
      <dgm:t>
        <a:bodyPr/>
        <a:lstStyle/>
        <a:p>
          <a:endParaRPr lang="en-US"/>
        </a:p>
      </dgm:t>
    </dgm:pt>
    <dgm:pt modelId="{B6503B72-5093-489C-8DE6-B127BC7634C8}" type="sibTrans" cxnId="{6776734F-8E83-4D97-AE0C-DCB9B6AC4A28}">
      <dgm:prSet/>
      <dgm:spPr/>
      <dgm:t>
        <a:bodyPr/>
        <a:lstStyle/>
        <a:p>
          <a:endParaRPr lang="en-US"/>
        </a:p>
      </dgm:t>
    </dgm:pt>
    <dgm:pt modelId="{E98B5CBE-9F16-46D1-A015-C58B2596FAC5}">
      <dgm:prSet/>
      <dgm:spPr/>
      <dgm:t>
        <a:bodyPr/>
        <a:lstStyle/>
        <a:p>
          <a:pPr rtl="0"/>
          <a:r>
            <a:rPr lang="en-US" dirty="0"/>
            <a:t>You define </a:t>
          </a:r>
          <a:r>
            <a:rPr lang="en-US" dirty="0">
              <a:latin typeface="Aptos Display" panose="020F0302020204030204"/>
            </a:rPr>
            <a:t>DHCP ranges</a:t>
          </a:r>
        </a:p>
      </dgm:t>
    </dgm:pt>
    <dgm:pt modelId="{0348E4E4-6676-4CBF-8DA9-552DAA0F78F0}" type="parTrans" cxnId="{AC251B16-6F88-4410-B890-EB94769DAFEF}">
      <dgm:prSet/>
      <dgm:spPr/>
      <dgm:t>
        <a:bodyPr/>
        <a:lstStyle/>
        <a:p>
          <a:endParaRPr lang="en-US"/>
        </a:p>
      </dgm:t>
    </dgm:pt>
    <dgm:pt modelId="{FBF6AF91-9787-47E9-B4A0-FAFD7F39D152}" type="sibTrans" cxnId="{AC251B16-6F88-4410-B890-EB94769DAFEF}">
      <dgm:prSet/>
      <dgm:spPr/>
      <dgm:t>
        <a:bodyPr/>
        <a:lstStyle/>
        <a:p>
          <a:endParaRPr lang="en-US"/>
        </a:p>
      </dgm:t>
    </dgm:pt>
    <dgm:pt modelId="{B42E65FD-E90C-4CC5-A655-619B87A53A07}">
      <dgm:prSet/>
      <dgm:spPr/>
      <dgm:t>
        <a:bodyPr/>
        <a:lstStyle/>
        <a:p>
          <a:r>
            <a:rPr lang="en-US">
              <a:latin typeface="Aptos Display" panose="020F0302020204030204"/>
            </a:rPr>
            <a:t>What</a:t>
          </a:r>
          <a:r>
            <a:rPr lang="en-US"/>
            <a:t> range makes a good DHCP pool</a:t>
          </a:r>
          <a:r>
            <a:rPr lang="en-US">
              <a:latin typeface="Aptos Display" panose="020F0302020204030204"/>
            </a:rPr>
            <a:t>?</a:t>
          </a:r>
          <a:endParaRPr lang="en-US"/>
        </a:p>
      </dgm:t>
    </dgm:pt>
    <dgm:pt modelId="{D1251283-5029-46D0-B585-9EF1A455CA44}" type="parTrans" cxnId="{41D0A3FC-2CB2-4427-9C3B-AC90516C4400}">
      <dgm:prSet/>
      <dgm:spPr/>
      <dgm:t>
        <a:bodyPr/>
        <a:lstStyle/>
        <a:p>
          <a:endParaRPr lang="en-US"/>
        </a:p>
      </dgm:t>
    </dgm:pt>
    <dgm:pt modelId="{0FF03BCC-AECE-468A-B232-FF27A5E8ED2D}" type="sibTrans" cxnId="{41D0A3FC-2CB2-4427-9C3B-AC90516C4400}">
      <dgm:prSet/>
      <dgm:spPr/>
      <dgm:t>
        <a:bodyPr/>
        <a:lstStyle/>
        <a:p>
          <a:endParaRPr lang="en-US"/>
        </a:p>
      </dgm:t>
    </dgm:pt>
    <dgm:pt modelId="{0E77005A-09EA-465C-9024-0009C96E6F64}">
      <dgm:prSet phldrT="[Text]" phldr="0"/>
      <dgm:spPr/>
      <dgm:t>
        <a:bodyPr/>
        <a:lstStyle/>
        <a:p>
          <a:r>
            <a:rPr lang="en-US" dirty="0"/>
            <a:t>Now, </a:t>
          </a:r>
          <a:r>
            <a:rPr lang="en-US" dirty="0" err="1"/>
            <a:t>OPNsense</a:t>
          </a:r>
          <a:r>
            <a:rPr lang="en-US" dirty="0"/>
            <a:t> </a:t>
          </a:r>
          <a:r>
            <a:rPr lang="en-US" dirty="0" err="1"/>
            <a:t>is</a:t>
          </a:r>
          <a:r>
            <a:rPr lang="en-US" dirty="0"/>
            <a:t> that server for your VLAN.</a:t>
          </a:r>
        </a:p>
      </dgm:t>
    </dgm:pt>
    <dgm:pt modelId="{F6333ACF-02BB-40B8-823D-FC31FBBFC73D}" type="parTrans" cxnId="{ECD9758E-7366-4241-B68F-54337097BCA9}">
      <dgm:prSet/>
      <dgm:spPr/>
    </dgm:pt>
    <dgm:pt modelId="{5D1F1BCB-BBBC-4666-A103-11F732CE2426}" type="sibTrans" cxnId="{ECD9758E-7366-4241-B68F-54337097BCA9}">
      <dgm:prSet/>
      <dgm:spPr/>
      <dgm:t>
        <a:bodyPr/>
        <a:lstStyle/>
        <a:p>
          <a:endParaRPr lang="en-US"/>
        </a:p>
      </dgm:t>
    </dgm:pt>
    <dgm:pt modelId="{DB4F09A4-EE05-4164-8BCD-A337928ABE7E}">
      <dgm:prSet phldrT="[Text]" phldr="0"/>
      <dgm:spPr/>
      <dgm:t>
        <a:bodyPr/>
        <a:lstStyle/>
        <a:p>
          <a:pPr rtl="0"/>
          <a:r>
            <a:rPr lang="en-US" dirty="0">
              <a:latin typeface="Aptos Display" panose="020F0302020204030204"/>
            </a:rPr>
            <a:t>Your LAN clients get these IPs</a:t>
          </a:r>
          <a:endParaRPr lang="en-US" dirty="0"/>
        </a:p>
      </dgm:t>
    </dgm:pt>
    <dgm:pt modelId="{33C314C5-BEEB-4931-9152-F5EB4B70E6E8}" type="parTrans" cxnId="{B4693BAC-53C0-4D58-9D8F-368C8E27C0B6}">
      <dgm:prSet/>
      <dgm:spPr/>
    </dgm:pt>
    <dgm:pt modelId="{1094C138-E385-4D7B-BAC7-2F521957322A}" type="sibTrans" cxnId="{B4693BAC-53C0-4D58-9D8F-368C8E27C0B6}">
      <dgm:prSet/>
      <dgm:spPr/>
      <dgm:t>
        <a:bodyPr/>
        <a:lstStyle/>
        <a:p>
          <a:endParaRPr lang="en-US"/>
        </a:p>
      </dgm:t>
    </dgm:pt>
    <dgm:pt modelId="{D46DE716-5D41-4159-B2D5-EC81D15D4E77}" type="pres">
      <dgm:prSet presAssocID="{B2D26501-5D53-4438-AA8A-42E795462160}" presName="outerComposite" presStyleCnt="0">
        <dgm:presLayoutVars>
          <dgm:chMax val="5"/>
          <dgm:dir/>
          <dgm:resizeHandles val="exact"/>
        </dgm:presLayoutVars>
      </dgm:prSet>
      <dgm:spPr/>
    </dgm:pt>
    <dgm:pt modelId="{0D13F9B8-3A1C-4998-81A8-6BE7233517E4}" type="pres">
      <dgm:prSet presAssocID="{B2D26501-5D53-4438-AA8A-42E795462160}" presName="dummyMaxCanvas" presStyleCnt="0">
        <dgm:presLayoutVars/>
      </dgm:prSet>
      <dgm:spPr/>
    </dgm:pt>
    <dgm:pt modelId="{3DA7FAC7-3EC7-4EBC-BAE0-AB94F08989D8}" type="pres">
      <dgm:prSet presAssocID="{B2D26501-5D53-4438-AA8A-42E795462160}" presName="FiveNodes_1" presStyleLbl="node1" presStyleIdx="0" presStyleCnt="5">
        <dgm:presLayoutVars>
          <dgm:bulletEnabled val="1"/>
        </dgm:presLayoutVars>
      </dgm:prSet>
      <dgm:spPr/>
    </dgm:pt>
    <dgm:pt modelId="{AECEDBA0-DCE7-4ADC-8B8D-86A0B13FDABE}" type="pres">
      <dgm:prSet presAssocID="{B2D26501-5D53-4438-AA8A-42E795462160}" presName="FiveNodes_2" presStyleLbl="node1" presStyleIdx="1" presStyleCnt="5">
        <dgm:presLayoutVars>
          <dgm:bulletEnabled val="1"/>
        </dgm:presLayoutVars>
      </dgm:prSet>
      <dgm:spPr/>
    </dgm:pt>
    <dgm:pt modelId="{F51F33AC-A238-4BF2-B9DE-7C5EC9C73D19}" type="pres">
      <dgm:prSet presAssocID="{B2D26501-5D53-4438-AA8A-42E795462160}" presName="FiveNodes_3" presStyleLbl="node1" presStyleIdx="2" presStyleCnt="5">
        <dgm:presLayoutVars>
          <dgm:bulletEnabled val="1"/>
        </dgm:presLayoutVars>
      </dgm:prSet>
      <dgm:spPr/>
    </dgm:pt>
    <dgm:pt modelId="{F844158A-3117-40CF-9FE1-8059CCED71A3}" type="pres">
      <dgm:prSet presAssocID="{B2D26501-5D53-4438-AA8A-42E795462160}" presName="FiveNodes_4" presStyleLbl="node1" presStyleIdx="3" presStyleCnt="5">
        <dgm:presLayoutVars>
          <dgm:bulletEnabled val="1"/>
        </dgm:presLayoutVars>
      </dgm:prSet>
      <dgm:spPr/>
    </dgm:pt>
    <dgm:pt modelId="{741A4449-A50C-414C-A3BC-B06A870A8546}" type="pres">
      <dgm:prSet presAssocID="{B2D26501-5D53-4438-AA8A-42E795462160}" presName="FiveNodes_5" presStyleLbl="node1" presStyleIdx="4" presStyleCnt="5">
        <dgm:presLayoutVars>
          <dgm:bulletEnabled val="1"/>
        </dgm:presLayoutVars>
      </dgm:prSet>
      <dgm:spPr/>
    </dgm:pt>
    <dgm:pt modelId="{0B955691-2813-4BB8-87EC-29AB60BC45F4}" type="pres">
      <dgm:prSet presAssocID="{B2D26501-5D53-4438-AA8A-42E795462160}" presName="FiveConn_1-2" presStyleLbl="fgAccFollowNode1" presStyleIdx="0" presStyleCnt="4">
        <dgm:presLayoutVars>
          <dgm:bulletEnabled val="1"/>
        </dgm:presLayoutVars>
      </dgm:prSet>
      <dgm:spPr/>
    </dgm:pt>
    <dgm:pt modelId="{E056D49A-19E1-4D53-AE7E-4CBF4495D932}" type="pres">
      <dgm:prSet presAssocID="{B2D26501-5D53-4438-AA8A-42E795462160}" presName="FiveConn_2-3" presStyleLbl="fgAccFollowNode1" presStyleIdx="1" presStyleCnt="4">
        <dgm:presLayoutVars>
          <dgm:bulletEnabled val="1"/>
        </dgm:presLayoutVars>
      </dgm:prSet>
      <dgm:spPr/>
    </dgm:pt>
    <dgm:pt modelId="{5EA40D71-DD63-468E-AF28-A9547146E01C}" type="pres">
      <dgm:prSet presAssocID="{B2D26501-5D53-4438-AA8A-42E795462160}" presName="FiveConn_3-4" presStyleLbl="fgAccFollowNode1" presStyleIdx="2" presStyleCnt="4">
        <dgm:presLayoutVars>
          <dgm:bulletEnabled val="1"/>
        </dgm:presLayoutVars>
      </dgm:prSet>
      <dgm:spPr/>
    </dgm:pt>
    <dgm:pt modelId="{986588FA-9E22-4A55-BD48-34D1FA15CE86}" type="pres">
      <dgm:prSet presAssocID="{B2D26501-5D53-4438-AA8A-42E795462160}" presName="FiveConn_4-5" presStyleLbl="fgAccFollowNode1" presStyleIdx="3" presStyleCnt="4">
        <dgm:presLayoutVars>
          <dgm:bulletEnabled val="1"/>
        </dgm:presLayoutVars>
      </dgm:prSet>
      <dgm:spPr/>
    </dgm:pt>
    <dgm:pt modelId="{2D860943-AB7D-44DC-B411-8872B967AFA0}" type="pres">
      <dgm:prSet presAssocID="{B2D26501-5D53-4438-AA8A-42E795462160}" presName="FiveNodes_1_text" presStyleLbl="node1" presStyleIdx="4" presStyleCnt="5">
        <dgm:presLayoutVars>
          <dgm:bulletEnabled val="1"/>
        </dgm:presLayoutVars>
      </dgm:prSet>
      <dgm:spPr/>
    </dgm:pt>
    <dgm:pt modelId="{0110061D-FE73-429E-9C94-BDF15743094E}" type="pres">
      <dgm:prSet presAssocID="{B2D26501-5D53-4438-AA8A-42E795462160}" presName="FiveNodes_2_text" presStyleLbl="node1" presStyleIdx="4" presStyleCnt="5">
        <dgm:presLayoutVars>
          <dgm:bulletEnabled val="1"/>
        </dgm:presLayoutVars>
      </dgm:prSet>
      <dgm:spPr/>
    </dgm:pt>
    <dgm:pt modelId="{92128A40-D1A9-4AD6-BA5B-F035B9EB060F}" type="pres">
      <dgm:prSet presAssocID="{B2D26501-5D53-4438-AA8A-42E795462160}" presName="FiveNodes_3_text" presStyleLbl="node1" presStyleIdx="4" presStyleCnt="5">
        <dgm:presLayoutVars>
          <dgm:bulletEnabled val="1"/>
        </dgm:presLayoutVars>
      </dgm:prSet>
      <dgm:spPr/>
    </dgm:pt>
    <dgm:pt modelId="{FD0507CB-0E4F-433B-A845-EF3A55FEA0E8}" type="pres">
      <dgm:prSet presAssocID="{B2D26501-5D53-4438-AA8A-42E795462160}" presName="FiveNodes_4_text" presStyleLbl="node1" presStyleIdx="4" presStyleCnt="5">
        <dgm:presLayoutVars>
          <dgm:bulletEnabled val="1"/>
        </dgm:presLayoutVars>
      </dgm:prSet>
      <dgm:spPr/>
    </dgm:pt>
    <dgm:pt modelId="{6423F7BD-D0EB-4F47-9DC0-A5C1CB8B319C}" type="pres">
      <dgm:prSet presAssocID="{B2D26501-5D53-4438-AA8A-42E795462160}" presName="FiveNodes_5_text" presStyleLbl="node1" presStyleIdx="4" presStyleCnt="5">
        <dgm:presLayoutVars>
          <dgm:bulletEnabled val="1"/>
        </dgm:presLayoutVars>
      </dgm:prSet>
      <dgm:spPr/>
    </dgm:pt>
  </dgm:ptLst>
  <dgm:cxnLst>
    <dgm:cxn modelId="{95B89101-52CF-426E-A006-2D74D71B85D4}" type="presOf" srcId="{5D1F1BCB-BBBC-4666-A103-11F732CE2426}" destId="{E056D49A-19E1-4D53-AE7E-4CBF4495D932}" srcOrd="0" destOrd="0" presId="urn:microsoft.com/office/officeart/2005/8/layout/vProcess5"/>
    <dgm:cxn modelId="{75464D06-91E8-4ADB-AC5C-E2904D905E21}" type="presOf" srcId="{DB4F09A4-EE05-4164-8BCD-A337928ABE7E}" destId="{FD0507CB-0E4F-433B-A845-EF3A55FEA0E8}" srcOrd="1" destOrd="0" presId="urn:microsoft.com/office/officeart/2005/8/layout/vProcess5"/>
    <dgm:cxn modelId="{E57B9B11-117F-484F-9263-225DC8771A3E}" type="presOf" srcId="{0E77005A-09EA-465C-9024-0009C96E6F64}" destId="{AECEDBA0-DCE7-4ADC-8B8D-86A0B13FDABE}" srcOrd="0" destOrd="0" presId="urn:microsoft.com/office/officeart/2005/8/layout/vProcess5"/>
    <dgm:cxn modelId="{9AA89315-006A-48BB-B03E-D201B1BA21FD}" type="presOf" srcId="{B42E65FD-E90C-4CC5-A655-619B87A53A07}" destId="{6423F7BD-D0EB-4F47-9DC0-A5C1CB8B319C}" srcOrd="1" destOrd="0" presId="urn:microsoft.com/office/officeart/2005/8/layout/vProcess5"/>
    <dgm:cxn modelId="{AC251B16-6F88-4410-B890-EB94769DAFEF}" srcId="{B2D26501-5D53-4438-AA8A-42E795462160}" destId="{E98B5CBE-9F16-46D1-A015-C58B2596FAC5}" srcOrd="2" destOrd="0" parTransId="{0348E4E4-6676-4CBF-8DA9-552DAA0F78F0}" sibTransId="{FBF6AF91-9787-47E9-B4A0-FAFD7F39D152}"/>
    <dgm:cxn modelId="{DE4B392D-9202-4FF1-A31F-A2BB25A06344}" type="presOf" srcId="{BE0448A6-160B-4F1F-B2E6-7DEA67E74493}" destId="{2D860943-AB7D-44DC-B411-8872B967AFA0}" srcOrd="1" destOrd="0" presId="urn:microsoft.com/office/officeart/2005/8/layout/vProcess5"/>
    <dgm:cxn modelId="{6776734F-8E83-4D97-AE0C-DCB9B6AC4A28}" srcId="{B2D26501-5D53-4438-AA8A-42E795462160}" destId="{BE0448A6-160B-4F1F-B2E6-7DEA67E74493}" srcOrd="0" destOrd="0" parTransId="{BF7B2FAF-DFA0-411D-9963-AD5647374AE5}" sibTransId="{B6503B72-5093-489C-8DE6-B127BC7634C8}"/>
    <dgm:cxn modelId="{236D3172-C00B-436F-A1C2-95ED796C7FDA}" type="presOf" srcId="{B2D26501-5D53-4438-AA8A-42E795462160}" destId="{D46DE716-5D41-4159-B2D5-EC81D15D4E77}" srcOrd="0" destOrd="0" presId="urn:microsoft.com/office/officeart/2005/8/layout/vProcess5"/>
    <dgm:cxn modelId="{E1F2C472-6098-47BE-B8D2-735CCE3A93CA}" type="presOf" srcId="{B6503B72-5093-489C-8DE6-B127BC7634C8}" destId="{0B955691-2813-4BB8-87EC-29AB60BC45F4}" srcOrd="0" destOrd="0" presId="urn:microsoft.com/office/officeart/2005/8/layout/vProcess5"/>
    <dgm:cxn modelId="{906FAE73-60C2-4FD4-B36F-910163D39F05}" type="presOf" srcId="{FBF6AF91-9787-47E9-B4A0-FAFD7F39D152}" destId="{5EA40D71-DD63-468E-AF28-A9547146E01C}" srcOrd="0" destOrd="0" presId="urn:microsoft.com/office/officeart/2005/8/layout/vProcess5"/>
    <dgm:cxn modelId="{72FBF987-F1BA-4E2C-B82F-999D55F7B4D0}" type="presOf" srcId="{E98B5CBE-9F16-46D1-A015-C58B2596FAC5}" destId="{F51F33AC-A238-4BF2-B9DE-7C5EC9C73D19}" srcOrd="0" destOrd="0" presId="urn:microsoft.com/office/officeart/2005/8/layout/vProcess5"/>
    <dgm:cxn modelId="{ECD9758E-7366-4241-B68F-54337097BCA9}" srcId="{B2D26501-5D53-4438-AA8A-42E795462160}" destId="{0E77005A-09EA-465C-9024-0009C96E6F64}" srcOrd="1" destOrd="0" parTransId="{F6333ACF-02BB-40B8-823D-FC31FBBFC73D}" sibTransId="{5D1F1BCB-BBBC-4666-A103-11F732CE2426}"/>
    <dgm:cxn modelId="{5B8EC3A1-5F3A-4B8E-8588-4E4B424C80F8}" type="presOf" srcId="{BE0448A6-160B-4F1F-B2E6-7DEA67E74493}" destId="{3DA7FAC7-3EC7-4EBC-BAE0-AB94F08989D8}" srcOrd="0" destOrd="0" presId="urn:microsoft.com/office/officeart/2005/8/layout/vProcess5"/>
    <dgm:cxn modelId="{021E23AA-969E-4E7C-835D-0C5EA0E60C99}" type="presOf" srcId="{0E77005A-09EA-465C-9024-0009C96E6F64}" destId="{0110061D-FE73-429E-9C94-BDF15743094E}" srcOrd="1" destOrd="0" presId="urn:microsoft.com/office/officeart/2005/8/layout/vProcess5"/>
    <dgm:cxn modelId="{8DDC1BAC-053F-45FF-B2F9-C461213D4323}" type="presOf" srcId="{B42E65FD-E90C-4CC5-A655-619B87A53A07}" destId="{741A4449-A50C-414C-A3BC-B06A870A8546}" srcOrd="0" destOrd="0" presId="urn:microsoft.com/office/officeart/2005/8/layout/vProcess5"/>
    <dgm:cxn modelId="{B4693BAC-53C0-4D58-9D8F-368C8E27C0B6}" srcId="{B2D26501-5D53-4438-AA8A-42E795462160}" destId="{DB4F09A4-EE05-4164-8BCD-A337928ABE7E}" srcOrd="3" destOrd="0" parTransId="{33C314C5-BEEB-4931-9152-F5EB4B70E6E8}" sibTransId="{1094C138-E385-4D7B-BAC7-2F521957322A}"/>
    <dgm:cxn modelId="{77CB56B7-9434-4525-84C9-6C2B8409F9AE}" type="presOf" srcId="{E98B5CBE-9F16-46D1-A015-C58B2596FAC5}" destId="{92128A40-D1A9-4AD6-BA5B-F035B9EB060F}" srcOrd="1" destOrd="0" presId="urn:microsoft.com/office/officeart/2005/8/layout/vProcess5"/>
    <dgm:cxn modelId="{28F5CDF2-5C50-4662-9659-81955BB792ED}" type="presOf" srcId="{1094C138-E385-4D7B-BAC7-2F521957322A}" destId="{986588FA-9E22-4A55-BD48-34D1FA15CE86}" srcOrd="0" destOrd="0" presId="urn:microsoft.com/office/officeart/2005/8/layout/vProcess5"/>
    <dgm:cxn modelId="{30A4F7F5-5C43-4C43-876E-23FE2F9890D4}" type="presOf" srcId="{DB4F09A4-EE05-4164-8BCD-A337928ABE7E}" destId="{F844158A-3117-40CF-9FE1-8059CCED71A3}" srcOrd="0" destOrd="0" presId="urn:microsoft.com/office/officeart/2005/8/layout/vProcess5"/>
    <dgm:cxn modelId="{41D0A3FC-2CB2-4427-9C3B-AC90516C4400}" srcId="{B2D26501-5D53-4438-AA8A-42E795462160}" destId="{B42E65FD-E90C-4CC5-A655-619B87A53A07}" srcOrd="4" destOrd="0" parTransId="{D1251283-5029-46D0-B585-9EF1A455CA44}" sibTransId="{0FF03BCC-AECE-468A-B232-FF27A5E8ED2D}"/>
    <dgm:cxn modelId="{4B664033-B67A-4CE1-A545-8BA95CD609B2}" type="presParOf" srcId="{D46DE716-5D41-4159-B2D5-EC81D15D4E77}" destId="{0D13F9B8-3A1C-4998-81A8-6BE7233517E4}" srcOrd="0" destOrd="0" presId="urn:microsoft.com/office/officeart/2005/8/layout/vProcess5"/>
    <dgm:cxn modelId="{AB201591-D978-4637-89CB-04DDA6058C17}" type="presParOf" srcId="{D46DE716-5D41-4159-B2D5-EC81D15D4E77}" destId="{3DA7FAC7-3EC7-4EBC-BAE0-AB94F08989D8}" srcOrd="1" destOrd="0" presId="urn:microsoft.com/office/officeart/2005/8/layout/vProcess5"/>
    <dgm:cxn modelId="{25CE8012-273C-4C6A-96FA-D5BDA0C04161}" type="presParOf" srcId="{D46DE716-5D41-4159-B2D5-EC81D15D4E77}" destId="{AECEDBA0-DCE7-4ADC-8B8D-86A0B13FDABE}" srcOrd="2" destOrd="0" presId="urn:microsoft.com/office/officeart/2005/8/layout/vProcess5"/>
    <dgm:cxn modelId="{745D2288-06A0-42D2-966C-B4BF82C1B427}" type="presParOf" srcId="{D46DE716-5D41-4159-B2D5-EC81D15D4E77}" destId="{F51F33AC-A238-4BF2-B9DE-7C5EC9C73D19}" srcOrd="3" destOrd="0" presId="urn:microsoft.com/office/officeart/2005/8/layout/vProcess5"/>
    <dgm:cxn modelId="{B2203A82-4B93-4D6A-9302-CE1DB5A6D736}" type="presParOf" srcId="{D46DE716-5D41-4159-B2D5-EC81D15D4E77}" destId="{F844158A-3117-40CF-9FE1-8059CCED71A3}" srcOrd="4" destOrd="0" presId="urn:microsoft.com/office/officeart/2005/8/layout/vProcess5"/>
    <dgm:cxn modelId="{1175EADF-8743-42AE-A5C6-182930A528C4}" type="presParOf" srcId="{D46DE716-5D41-4159-B2D5-EC81D15D4E77}" destId="{741A4449-A50C-414C-A3BC-B06A870A8546}" srcOrd="5" destOrd="0" presId="urn:microsoft.com/office/officeart/2005/8/layout/vProcess5"/>
    <dgm:cxn modelId="{26731114-40F2-4BB1-B50D-D3C5554457A8}" type="presParOf" srcId="{D46DE716-5D41-4159-B2D5-EC81D15D4E77}" destId="{0B955691-2813-4BB8-87EC-29AB60BC45F4}" srcOrd="6" destOrd="0" presId="urn:microsoft.com/office/officeart/2005/8/layout/vProcess5"/>
    <dgm:cxn modelId="{30FDFC57-873D-4F9D-A704-BC466D88A668}" type="presParOf" srcId="{D46DE716-5D41-4159-B2D5-EC81D15D4E77}" destId="{E056D49A-19E1-4D53-AE7E-4CBF4495D932}" srcOrd="7" destOrd="0" presId="urn:microsoft.com/office/officeart/2005/8/layout/vProcess5"/>
    <dgm:cxn modelId="{A255601A-8FBB-47C8-9115-9C700C8CF54B}" type="presParOf" srcId="{D46DE716-5D41-4159-B2D5-EC81D15D4E77}" destId="{5EA40D71-DD63-468E-AF28-A9547146E01C}" srcOrd="8" destOrd="0" presId="urn:microsoft.com/office/officeart/2005/8/layout/vProcess5"/>
    <dgm:cxn modelId="{3F933DF0-BEB7-4B21-9EA6-3051528B98D3}" type="presParOf" srcId="{D46DE716-5D41-4159-B2D5-EC81D15D4E77}" destId="{986588FA-9E22-4A55-BD48-34D1FA15CE86}" srcOrd="9" destOrd="0" presId="urn:microsoft.com/office/officeart/2005/8/layout/vProcess5"/>
    <dgm:cxn modelId="{4F0A3865-422C-4AD1-B9EB-862A8763CBBE}" type="presParOf" srcId="{D46DE716-5D41-4159-B2D5-EC81D15D4E77}" destId="{2D860943-AB7D-44DC-B411-8872B967AFA0}" srcOrd="10" destOrd="0" presId="urn:microsoft.com/office/officeart/2005/8/layout/vProcess5"/>
    <dgm:cxn modelId="{A84E2F46-5A87-4449-9D46-D60BC1603C1E}" type="presParOf" srcId="{D46DE716-5D41-4159-B2D5-EC81D15D4E77}" destId="{0110061D-FE73-429E-9C94-BDF15743094E}" srcOrd="11" destOrd="0" presId="urn:microsoft.com/office/officeart/2005/8/layout/vProcess5"/>
    <dgm:cxn modelId="{4B55A787-07A3-4867-9CA5-27888191B940}" type="presParOf" srcId="{D46DE716-5D41-4159-B2D5-EC81D15D4E77}" destId="{92128A40-D1A9-4AD6-BA5B-F035B9EB060F}" srcOrd="12" destOrd="0" presId="urn:microsoft.com/office/officeart/2005/8/layout/vProcess5"/>
    <dgm:cxn modelId="{5EA22EBA-8A71-4C0F-B65B-E3F2C8542FD1}" type="presParOf" srcId="{D46DE716-5D41-4159-B2D5-EC81D15D4E77}" destId="{FD0507CB-0E4F-433B-A845-EF3A55FEA0E8}" srcOrd="13" destOrd="0" presId="urn:microsoft.com/office/officeart/2005/8/layout/vProcess5"/>
    <dgm:cxn modelId="{9D254F35-2676-432D-BD3F-AC101DE4AFA9}" type="presParOf" srcId="{D46DE716-5D41-4159-B2D5-EC81D15D4E77}" destId="{6423F7BD-D0EB-4F47-9DC0-A5C1CB8B319C}"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CAA002-3717-4456-8BB6-2D5C2D786875}">
      <dsp:nvSpPr>
        <dsp:cNvPr id="0" name=""/>
        <dsp:cNvSpPr/>
      </dsp:nvSpPr>
      <dsp:spPr>
        <a:xfrm>
          <a:off x="0" y="4819310"/>
          <a:ext cx="5879589" cy="632531"/>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 Install python: </a:t>
          </a:r>
          <a:endParaRPr lang="en-US" sz="1200" b="1" kern="1200" dirty="0">
            <a:latin typeface="Aptos"/>
          </a:endParaRPr>
        </a:p>
      </dsp:txBody>
      <dsp:txXfrm>
        <a:off x="0" y="4819310"/>
        <a:ext cx="5879589" cy="341567"/>
      </dsp:txXfrm>
    </dsp:sp>
    <dsp:sp modelId="{913405C9-AE20-4662-870D-7729E378BCBB}">
      <dsp:nvSpPr>
        <dsp:cNvPr id="0" name=""/>
        <dsp:cNvSpPr/>
      </dsp:nvSpPr>
      <dsp:spPr>
        <a:xfrm>
          <a:off x="2870" y="5148227"/>
          <a:ext cx="1957949" cy="290964"/>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a:latin typeface="Aptos"/>
            </a:rPr>
            <a:t>mac: brew install python </a:t>
          </a:r>
          <a:endParaRPr lang="en-US" sz="500" b="1" kern="1200" dirty="0">
            <a:latin typeface="Aptos"/>
          </a:endParaRPr>
        </a:p>
      </dsp:txBody>
      <dsp:txXfrm>
        <a:off x="2870" y="5148227"/>
        <a:ext cx="1957949" cy="290964"/>
      </dsp:txXfrm>
    </dsp:sp>
    <dsp:sp modelId="{69CEFD5F-D4A9-4976-82BF-A9E615DFEF11}">
      <dsp:nvSpPr>
        <dsp:cNvPr id="0" name=""/>
        <dsp:cNvSpPr/>
      </dsp:nvSpPr>
      <dsp:spPr>
        <a:xfrm>
          <a:off x="1960819" y="5148227"/>
          <a:ext cx="1957949" cy="290964"/>
        </a:xfrm>
        <a:prstGeom prst="rect">
          <a:avLst/>
        </a:prstGeom>
        <a:solidFill>
          <a:schemeClr val="accent2">
            <a:tint val="40000"/>
            <a:alpha val="90000"/>
            <a:hueOff val="2244906"/>
            <a:satOff val="-20744"/>
            <a:lumOff val="-2338"/>
            <a:alphaOff val="0"/>
          </a:schemeClr>
        </a:solidFill>
        <a:ln w="19050" cap="flat" cmpd="sng" algn="ctr">
          <a:solidFill>
            <a:schemeClr val="accent2">
              <a:tint val="40000"/>
              <a:alpha val="90000"/>
              <a:hueOff val="2244906"/>
              <a:satOff val="-20744"/>
              <a:lumOff val="-233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dirty="0" err="1">
              <a:latin typeface="Aptos"/>
            </a:rPr>
            <a:t>linux</a:t>
          </a:r>
          <a:r>
            <a:rPr lang="en-US" sz="500" b="1" kern="1200" dirty="0">
              <a:latin typeface="Aptos"/>
            </a:rPr>
            <a:t>: </a:t>
          </a:r>
          <a:r>
            <a:rPr lang="en-US" sz="500" b="1" kern="1200" dirty="0" err="1">
              <a:latin typeface="Aptos"/>
            </a:rPr>
            <a:t>sudo</a:t>
          </a:r>
          <a:r>
            <a:rPr lang="en-US" sz="500" b="1" kern="1200" dirty="0">
              <a:latin typeface="Aptos"/>
            </a:rPr>
            <a:t> apt install python3-pippython3-venv</a:t>
          </a:r>
        </a:p>
      </dsp:txBody>
      <dsp:txXfrm>
        <a:off x="1960819" y="5148227"/>
        <a:ext cx="1957949" cy="290964"/>
      </dsp:txXfrm>
    </dsp:sp>
    <dsp:sp modelId="{1BC88DFC-5DC8-47A1-84B7-60DC0C22C5A9}">
      <dsp:nvSpPr>
        <dsp:cNvPr id="0" name=""/>
        <dsp:cNvSpPr/>
      </dsp:nvSpPr>
      <dsp:spPr>
        <a:xfrm>
          <a:off x="3918769" y="5148227"/>
          <a:ext cx="1957949" cy="290964"/>
        </a:xfrm>
        <a:prstGeom prst="rect">
          <a:avLst/>
        </a:prstGeom>
        <a:solidFill>
          <a:schemeClr val="accent2">
            <a:tint val="40000"/>
            <a:alpha val="90000"/>
            <a:hueOff val="4489812"/>
            <a:satOff val="-41488"/>
            <a:lumOff val="-4677"/>
            <a:alphaOff val="0"/>
          </a:schemeClr>
        </a:solidFill>
        <a:ln w="19050" cap="flat" cmpd="sng" algn="ctr">
          <a:solidFill>
            <a:schemeClr val="accent2">
              <a:tint val="40000"/>
              <a:alpha val="90000"/>
              <a:hueOff val="4489812"/>
              <a:satOff val="-41488"/>
              <a:lumOff val="-467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rtl="0">
            <a:lnSpc>
              <a:spcPct val="90000"/>
            </a:lnSpc>
            <a:spcBef>
              <a:spcPct val="0"/>
            </a:spcBef>
            <a:spcAft>
              <a:spcPct val="35000"/>
            </a:spcAft>
            <a:buNone/>
          </a:pPr>
          <a:r>
            <a:rPr lang="en-US" sz="500" b="1" kern="1200" dirty="0">
              <a:latin typeface="Aptos"/>
            </a:rPr>
            <a:t>Windows: go to the online </a:t>
          </a:r>
          <a:r>
            <a:rPr lang="en-US" sz="500" b="1" kern="1200" dirty="0" err="1">
              <a:latin typeface="Aptos"/>
            </a:rPr>
            <a:t>puythonstore</a:t>
          </a:r>
          <a:r>
            <a:rPr lang="en-US" sz="500" b="1" kern="1200" dirty="0">
              <a:latin typeface="Aptos"/>
            </a:rPr>
            <a:t>&gt;downloads&gt;windows&gt;</a:t>
          </a:r>
          <a:r>
            <a:rPr lang="en-US" sz="500" b="1" kern="1200" dirty="0" err="1">
              <a:latin typeface="Aptos"/>
            </a:rPr>
            <a:t>installmanager</a:t>
          </a:r>
        </a:p>
      </dsp:txBody>
      <dsp:txXfrm>
        <a:off x="3918769" y="5148227"/>
        <a:ext cx="1957949" cy="290964"/>
      </dsp:txXfrm>
    </dsp:sp>
    <dsp:sp modelId="{12A43A6F-74C4-4BB7-88F3-048DD5C86434}">
      <dsp:nvSpPr>
        <dsp:cNvPr id="0" name=""/>
        <dsp:cNvSpPr/>
      </dsp:nvSpPr>
      <dsp:spPr>
        <a:xfrm rot="10800000">
          <a:off x="0" y="3855964"/>
          <a:ext cx="5879589" cy="972834"/>
        </a:xfrm>
        <a:prstGeom prst="upArrowCallout">
          <a:avLst/>
        </a:prstGeom>
        <a:solidFill>
          <a:schemeClr val="accent2">
            <a:hueOff val="1288723"/>
            <a:satOff val="-3699"/>
            <a:lumOff val="-592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"cd WSSH"</a:t>
          </a:r>
        </a:p>
      </dsp:txBody>
      <dsp:txXfrm rot="10800000">
        <a:off x="0" y="3855964"/>
        <a:ext cx="5879589" cy="632118"/>
      </dsp:txXfrm>
    </dsp:sp>
    <dsp:sp modelId="{C4842581-6FD5-4F99-A59E-83DF388A172C}">
      <dsp:nvSpPr>
        <dsp:cNvPr id="0" name=""/>
        <dsp:cNvSpPr/>
      </dsp:nvSpPr>
      <dsp:spPr>
        <a:xfrm rot="10800000">
          <a:off x="0" y="2892618"/>
          <a:ext cx="5879589" cy="972834"/>
        </a:xfrm>
        <a:prstGeom prst="upArrowCallout">
          <a:avLst/>
        </a:prstGeom>
        <a:solidFill>
          <a:schemeClr val="accent2">
            <a:hueOff val="2577445"/>
            <a:satOff val="-7397"/>
            <a:lumOff val="-1184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a:t>
          </a:r>
          <a:r>
            <a:rPr lang="en-US" sz="1200" b="1" kern="1200" dirty="0" err="1">
              <a:latin typeface="Aptos"/>
            </a:rPr>
            <a:t>mkdir</a:t>
          </a:r>
          <a:r>
            <a:rPr lang="en-US" sz="1200" b="1" kern="1200" dirty="0">
              <a:latin typeface="Aptos"/>
            </a:rPr>
            <a:t> WSSH"</a:t>
          </a:r>
        </a:p>
      </dsp:txBody>
      <dsp:txXfrm rot="10800000">
        <a:off x="0" y="2892618"/>
        <a:ext cx="5879589" cy="632118"/>
      </dsp:txXfrm>
    </dsp:sp>
    <dsp:sp modelId="{5A69DF12-3887-44CC-AE0F-80B4CA56A355}">
      <dsp:nvSpPr>
        <dsp:cNvPr id="0" name=""/>
        <dsp:cNvSpPr/>
      </dsp:nvSpPr>
      <dsp:spPr>
        <a:xfrm rot="10800000">
          <a:off x="0" y="1929272"/>
          <a:ext cx="5879589" cy="972834"/>
        </a:xfrm>
        <a:prstGeom prst="upArrowCallout">
          <a:avLst/>
        </a:prstGeom>
        <a:solidFill>
          <a:schemeClr val="accent2">
            <a:hueOff val="3866169"/>
            <a:satOff val="-11096"/>
            <a:lumOff val="-1776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"cd Desktop"</a:t>
          </a:r>
        </a:p>
      </dsp:txBody>
      <dsp:txXfrm rot="10800000">
        <a:off x="0" y="1929272"/>
        <a:ext cx="5879589" cy="632118"/>
      </dsp:txXfrm>
    </dsp:sp>
    <dsp:sp modelId="{40D6D08F-AE84-4FCB-8CCB-4FABE33198B4}">
      <dsp:nvSpPr>
        <dsp:cNvPr id="0" name=""/>
        <dsp:cNvSpPr/>
      </dsp:nvSpPr>
      <dsp:spPr>
        <a:xfrm rot="10800000">
          <a:off x="0" y="965926"/>
          <a:ext cx="5879589" cy="972834"/>
        </a:xfrm>
        <a:prstGeom prst="upArrowCallout">
          <a:avLst/>
        </a:prstGeom>
        <a:solidFill>
          <a:schemeClr val="accent2">
            <a:hueOff val="5154891"/>
            <a:satOff val="-14794"/>
            <a:lumOff val="-2368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ptos"/>
            </a:rPr>
            <a:t>"ls"</a:t>
          </a:r>
        </a:p>
      </dsp:txBody>
      <dsp:txXfrm rot="-10800000">
        <a:off x="0" y="965926"/>
        <a:ext cx="5879589" cy="341464"/>
      </dsp:txXfrm>
    </dsp:sp>
    <dsp:sp modelId="{992AF488-0B14-4BC5-ACA3-BAFC4608476A}">
      <dsp:nvSpPr>
        <dsp:cNvPr id="0" name=""/>
        <dsp:cNvSpPr/>
      </dsp:nvSpPr>
      <dsp:spPr>
        <a:xfrm>
          <a:off x="0" y="1307391"/>
          <a:ext cx="5879589" cy="290877"/>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5560" tIns="6350" rIns="35560" bIns="6350" numCol="1" spcCol="1270" anchor="ctr" anchorCtr="0">
          <a:noAutofit/>
        </a:bodyPr>
        <a:lstStyle/>
        <a:p>
          <a:pPr marL="0" lvl="0" indent="0" algn="l" defTabSz="222250">
            <a:lnSpc>
              <a:spcPct val="90000"/>
            </a:lnSpc>
            <a:spcBef>
              <a:spcPct val="0"/>
            </a:spcBef>
            <a:spcAft>
              <a:spcPct val="35000"/>
            </a:spcAft>
            <a:buNone/>
          </a:pPr>
          <a:r>
            <a:rPr lang="en-US" sz="500" b="1" kern="1200" dirty="0">
              <a:latin typeface="Aptos"/>
            </a:rPr>
            <a:t>Do you see "Desktop" raise hand </a:t>
          </a:r>
          <a:r>
            <a:rPr lang="en-US" sz="500" b="1" kern="1200" dirty="0" err="1">
              <a:latin typeface="Aptos"/>
            </a:rPr>
            <a:t>ifnot</a:t>
          </a:r>
          <a:endParaRPr lang="en-US" sz="500" b="1" kern="1200" dirty="0">
            <a:latin typeface="Aptos"/>
          </a:endParaRPr>
        </a:p>
      </dsp:txBody>
      <dsp:txXfrm>
        <a:off x="0" y="1307391"/>
        <a:ext cx="5879589" cy="290877"/>
      </dsp:txXfrm>
    </dsp:sp>
    <dsp:sp modelId="{621C24C3-DD4E-4359-87FE-A9A7E0A504E7}">
      <dsp:nvSpPr>
        <dsp:cNvPr id="0" name=""/>
        <dsp:cNvSpPr/>
      </dsp:nvSpPr>
      <dsp:spPr>
        <a:xfrm rot="10800000">
          <a:off x="0" y="2580"/>
          <a:ext cx="5879589" cy="972834"/>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a:latin typeface="Aptos"/>
            </a:rPr>
            <a:t>Open terminal</a:t>
          </a:r>
          <a:endParaRPr lang="en-US" sz="1200" b="1" kern="1200" dirty="0">
            <a:latin typeface="Aptos"/>
          </a:endParaRPr>
        </a:p>
      </dsp:txBody>
      <dsp:txXfrm rot="10800000">
        <a:off x="0" y="2580"/>
        <a:ext cx="5879589" cy="63211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D4FF18-E98F-4243-BB5B-F539249CE17F}">
      <dsp:nvSpPr>
        <dsp:cNvPr id="0" name=""/>
        <dsp:cNvSpPr/>
      </dsp:nvSpPr>
      <dsp:spPr>
        <a:xfrm>
          <a:off x="0" y="4916272"/>
          <a:ext cx="5879589" cy="53798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Type </a:t>
          </a:r>
          <a:r>
            <a:rPr lang="en-US" sz="1000" b="1" kern="1200" dirty="0">
              <a:latin typeface="Aptos"/>
              <a:hlinkClick xmlns:r="http://schemas.openxmlformats.org/officeDocument/2006/relationships" r:id="rId1"/>
            </a:rPr>
            <a:t>https://localhost:8888</a:t>
          </a:r>
          <a:r>
            <a:rPr lang="en-US" sz="1000" b="1" kern="1200">
              <a:latin typeface="Aptos"/>
            </a:rPr>
            <a:t> into the search bar</a:t>
          </a:r>
          <a:endParaRPr lang="en-US" sz="1000" b="1" kern="1200"/>
        </a:p>
      </dsp:txBody>
      <dsp:txXfrm>
        <a:off x="0" y="4916272"/>
        <a:ext cx="5879589" cy="537985"/>
      </dsp:txXfrm>
    </dsp:sp>
    <dsp:sp modelId="{9AE55FD4-6ABF-4DB5-9AB8-17C35B402E3F}">
      <dsp:nvSpPr>
        <dsp:cNvPr id="0" name=""/>
        <dsp:cNvSpPr/>
      </dsp:nvSpPr>
      <dsp:spPr>
        <a:xfrm rot="10800000">
          <a:off x="0" y="4096921"/>
          <a:ext cx="5879589" cy="827421"/>
        </a:xfrm>
        <a:prstGeom prst="upArrowCallout">
          <a:avLst/>
        </a:prstGeom>
        <a:solidFill>
          <a:schemeClr val="accent2">
            <a:hueOff val="1073936"/>
            <a:satOff val="-3082"/>
            <a:lumOff val="-493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a:latin typeface="Aptos"/>
            </a:rPr>
            <a:t>Go to your browser/google</a:t>
          </a:r>
          <a:endParaRPr lang="en-US" sz="1000" b="1" kern="1200" dirty="0">
            <a:latin typeface="Aptos"/>
          </a:endParaRPr>
        </a:p>
      </dsp:txBody>
      <dsp:txXfrm rot="10800000">
        <a:off x="0" y="4096921"/>
        <a:ext cx="5879589" cy="537633"/>
      </dsp:txXfrm>
    </dsp:sp>
    <dsp:sp modelId="{12A43A6F-74C4-4BB7-88F3-048DD5C86434}">
      <dsp:nvSpPr>
        <dsp:cNvPr id="0" name=""/>
        <dsp:cNvSpPr/>
      </dsp:nvSpPr>
      <dsp:spPr>
        <a:xfrm rot="10800000">
          <a:off x="0" y="3277570"/>
          <a:ext cx="5879589" cy="827421"/>
        </a:xfrm>
        <a:prstGeom prst="upArrowCallout">
          <a:avLst/>
        </a:prstGeom>
        <a:solidFill>
          <a:schemeClr val="accent2">
            <a:hueOff val="2147871"/>
            <a:satOff val="-6164"/>
            <a:lumOff val="-987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a:t>
          </a:r>
          <a:r>
            <a:rPr lang="en-US" sz="1000" b="1" kern="1200" dirty="0" err="1">
              <a:latin typeface="Aptos"/>
            </a:rPr>
            <a:t>wssh</a:t>
          </a:r>
          <a:r>
            <a:rPr lang="en-US" sz="1000" b="1" kern="1200" dirty="0">
              <a:latin typeface="Aptos"/>
            </a:rPr>
            <a:t>"</a:t>
          </a:r>
        </a:p>
      </dsp:txBody>
      <dsp:txXfrm rot="10800000">
        <a:off x="0" y="3277570"/>
        <a:ext cx="5879589" cy="537633"/>
      </dsp:txXfrm>
    </dsp:sp>
    <dsp:sp modelId="{C4842581-6FD5-4F99-A59E-83DF388A172C}">
      <dsp:nvSpPr>
        <dsp:cNvPr id="0" name=""/>
        <dsp:cNvSpPr/>
      </dsp:nvSpPr>
      <dsp:spPr>
        <a:xfrm rot="10800000">
          <a:off x="0" y="2458218"/>
          <a:ext cx="5879589" cy="827421"/>
        </a:xfrm>
        <a:prstGeom prst="upArrowCallou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"pip install </a:t>
          </a:r>
          <a:r>
            <a:rPr lang="en-US" sz="1000" b="1" kern="1200" dirty="0" err="1">
              <a:latin typeface="Aptos"/>
            </a:rPr>
            <a:t>webssh</a:t>
          </a:r>
          <a:r>
            <a:rPr lang="en-US" sz="1000" b="1" kern="1200" dirty="0">
              <a:latin typeface="Aptos"/>
            </a:rPr>
            <a:t>" *only needs to be done once</a:t>
          </a:r>
        </a:p>
      </dsp:txBody>
      <dsp:txXfrm rot="10800000">
        <a:off x="0" y="2458218"/>
        <a:ext cx="5879589" cy="537633"/>
      </dsp:txXfrm>
    </dsp:sp>
    <dsp:sp modelId="{001474B5-0686-4003-8F11-7BA5DDE23591}">
      <dsp:nvSpPr>
        <dsp:cNvPr id="0" name=""/>
        <dsp:cNvSpPr/>
      </dsp:nvSpPr>
      <dsp:spPr>
        <a:xfrm rot="10800000">
          <a:off x="0" y="1638867"/>
          <a:ext cx="5879589" cy="827421"/>
        </a:xfrm>
        <a:prstGeom prst="upArrowCallout">
          <a:avLst/>
        </a:prstGeom>
        <a:solidFill>
          <a:schemeClr val="accent2">
            <a:hueOff val="4295743"/>
            <a:satOff val="-12329"/>
            <a:lumOff val="-197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"source </a:t>
          </a:r>
          <a:r>
            <a:rPr lang="en-US" sz="1000" b="1" kern="1200" dirty="0" err="1">
              <a:latin typeface="Aptos"/>
            </a:rPr>
            <a:t>venv</a:t>
          </a:r>
          <a:r>
            <a:rPr lang="en-US" sz="1000" b="1" kern="1200" dirty="0">
              <a:latin typeface="Aptos"/>
            </a:rPr>
            <a:t>/bin/activate" </a:t>
          </a:r>
        </a:p>
      </dsp:txBody>
      <dsp:txXfrm rot="-10800000">
        <a:off x="0" y="1638867"/>
        <a:ext cx="5879589" cy="290424"/>
      </dsp:txXfrm>
    </dsp:sp>
    <dsp:sp modelId="{7751F860-CFF7-4D9E-BA8E-447AE3147489}">
      <dsp:nvSpPr>
        <dsp:cNvPr id="0" name=""/>
        <dsp:cNvSpPr/>
      </dsp:nvSpPr>
      <dsp:spPr>
        <a:xfrm>
          <a:off x="0" y="1929292"/>
          <a:ext cx="5879589" cy="24739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1120" tIns="12700" rIns="71120" bIns="1270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*every time you want to start the </a:t>
          </a:r>
          <a:r>
            <a:rPr lang="en-US" sz="1000" b="1" kern="1200" dirty="0" err="1">
              <a:latin typeface="Aptos"/>
            </a:rPr>
            <a:t>envioronment</a:t>
          </a:r>
          <a:r>
            <a:rPr lang="en-US" sz="1000" b="1" kern="1200" dirty="0">
              <a:latin typeface="Aptos"/>
            </a:rPr>
            <a:t> to run </a:t>
          </a:r>
          <a:r>
            <a:rPr lang="en-US" sz="1000" b="1" kern="1200" dirty="0" err="1">
              <a:latin typeface="Aptos"/>
            </a:rPr>
            <a:t>wssh</a:t>
          </a:r>
          <a:r>
            <a:rPr lang="en-US" sz="1000" b="1" kern="1200" dirty="0">
              <a:latin typeface="Aptos"/>
            </a:rPr>
            <a:t>, type </a:t>
          </a:r>
          <a:r>
            <a:rPr lang="en-US" sz="1000" b="1" kern="1200" dirty="0" err="1">
              <a:latin typeface="Aptos"/>
            </a:rPr>
            <a:t>thatwhile</a:t>
          </a:r>
          <a:r>
            <a:rPr lang="en-US" sz="1000" b="1" kern="1200" dirty="0">
              <a:latin typeface="Aptos"/>
            </a:rPr>
            <a:t> in the appropriate folder</a:t>
          </a:r>
        </a:p>
      </dsp:txBody>
      <dsp:txXfrm>
        <a:off x="0" y="1929292"/>
        <a:ext cx="5879589" cy="247398"/>
      </dsp:txXfrm>
    </dsp:sp>
    <dsp:sp modelId="{1C3A296A-D5AA-4C58-AD91-62526A77406A}">
      <dsp:nvSpPr>
        <dsp:cNvPr id="0" name=""/>
        <dsp:cNvSpPr/>
      </dsp:nvSpPr>
      <dsp:spPr>
        <a:xfrm rot="10800000">
          <a:off x="0" y="819516"/>
          <a:ext cx="5879589" cy="827421"/>
        </a:xfrm>
        <a:prstGeom prst="upArrowCallout">
          <a:avLst/>
        </a:prstGeom>
        <a:solidFill>
          <a:schemeClr val="accent2">
            <a:hueOff val="5369678"/>
            <a:satOff val="-15411"/>
            <a:lumOff val="-2467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a:lnSpc>
              <a:spcPct val="90000"/>
            </a:lnSpc>
            <a:spcBef>
              <a:spcPct val="0"/>
            </a:spcBef>
            <a:spcAft>
              <a:spcPct val="35000"/>
            </a:spcAft>
            <a:buNone/>
          </a:pPr>
          <a:r>
            <a:rPr lang="en-US" sz="1000" b="1" kern="1200" dirty="0">
              <a:latin typeface="Aptos"/>
            </a:rPr>
            <a:t>Still in the directory (folder) you made, "python3 –m </a:t>
          </a:r>
          <a:r>
            <a:rPr lang="en-US" sz="1000" b="1" kern="1200" dirty="0" err="1">
              <a:latin typeface="Aptos"/>
            </a:rPr>
            <a:t>venv</a:t>
          </a:r>
          <a:r>
            <a:rPr lang="en-US" sz="1000" b="1" kern="1200" dirty="0">
              <a:latin typeface="Aptos"/>
            </a:rPr>
            <a:t> </a:t>
          </a:r>
          <a:r>
            <a:rPr lang="en-US" sz="1000" b="1" kern="1200" dirty="0" err="1">
              <a:latin typeface="Aptos"/>
            </a:rPr>
            <a:t>venv</a:t>
          </a:r>
          <a:r>
            <a:rPr lang="en-US" sz="1000" b="1" kern="1200" dirty="0">
              <a:latin typeface="Aptos"/>
            </a:rPr>
            <a:t>"</a:t>
          </a:r>
        </a:p>
      </dsp:txBody>
      <dsp:txXfrm rot="10800000">
        <a:off x="0" y="819516"/>
        <a:ext cx="5879589" cy="537633"/>
      </dsp:txXfrm>
    </dsp:sp>
    <dsp:sp modelId="{621C24C3-DD4E-4359-87FE-A9A7E0A504E7}">
      <dsp:nvSpPr>
        <dsp:cNvPr id="0" name=""/>
        <dsp:cNvSpPr/>
      </dsp:nvSpPr>
      <dsp:spPr>
        <a:xfrm rot="10800000">
          <a:off x="0" y="165"/>
          <a:ext cx="5879589" cy="827421"/>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71120" numCol="1" spcCol="1270" anchor="ctr" anchorCtr="0">
          <a:noAutofit/>
        </a:bodyPr>
        <a:lstStyle/>
        <a:p>
          <a:pPr marL="0" lvl="0" indent="0" algn="l" defTabSz="444500" rtl="0">
            <a:lnSpc>
              <a:spcPct val="90000"/>
            </a:lnSpc>
            <a:spcBef>
              <a:spcPct val="0"/>
            </a:spcBef>
            <a:spcAft>
              <a:spcPct val="35000"/>
            </a:spcAft>
            <a:buNone/>
          </a:pPr>
          <a:r>
            <a:rPr lang="en-US" sz="1000" b="1" kern="1200">
              <a:latin typeface="Aptos"/>
            </a:rPr>
            <a:t>Open the manager and install it. </a:t>
          </a:r>
          <a:endParaRPr lang="en-US" sz="1000" b="1" kern="1200" dirty="0">
            <a:latin typeface="Aptos"/>
          </a:endParaRPr>
        </a:p>
      </dsp:txBody>
      <dsp:txXfrm rot="10800000">
        <a:off x="0" y="165"/>
        <a:ext cx="5879589" cy="53763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321587-78E7-4780-9AF8-6E1A7529BF79}">
      <dsp:nvSpPr>
        <dsp:cNvPr id="0" name=""/>
        <dsp:cNvSpPr/>
      </dsp:nvSpPr>
      <dsp:spPr>
        <a:xfrm>
          <a:off x="0" y="1763389"/>
          <a:ext cx="3296047" cy="1156974"/>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b="1" kern="1200"/>
            <a:t>Wait for directions</a:t>
          </a:r>
          <a:endParaRPr lang="en-US" sz="2000" b="1" kern="1200" dirty="0"/>
        </a:p>
      </dsp:txBody>
      <dsp:txXfrm>
        <a:off x="0" y="1763389"/>
        <a:ext cx="3296047" cy="1156974"/>
      </dsp:txXfrm>
    </dsp:sp>
    <dsp:sp modelId="{1C3A296A-D5AA-4C58-AD91-62526A77406A}">
      <dsp:nvSpPr>
        <dsp:cNvPr id="0" name=""/>
        <dsp:cNvSpPr/>
      </dsp:nvSpPr>
      <dsp:spPr>
        <a:xfrm rot="10800000">
          <a:off x="0" y="1317"/>
          <a:ext cx="3296047" cy="1779426"/>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b="1" kern="1200"/>
            <a:t>Use the slip of info we gave you to login to your WEBSSH computer</a:t>
          </a:r>
          <a:endParaRPr lang="en-US" sz="2000" b="1" kern="1200" dirty="0"/>
        </a:p>
      </dsp:txBody>
      <dsp:txXfrm rot="10800000">
        <a:off x="0" y="1317"/>
        <a:ext cx="3296047" cy="11562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9F70E-33B7-469A-A534-DB3D56C2DD6D}">
      <dsp:nvSpPr>
        <dsp:cNvPr id="0" name=""/>
        <dsp:cNvSpPr/>
      </dsp:nvSpPr>
      <dsp:spPr>
        <a:xfrm>
          <a:off x="212335" y="469890"/>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1D9F54-E9AA-4889-A333-062A9ED9E048}">
      <dsp:nvSpPr>
        <dsp:cNvPr id="0" name=""/>
        <dsp:cNvSpPr/>
      </dsp:nvSpPr>
      <dsp:spPr>
        <a:xfrm>
          <a:off x="492877" y="750432"/>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292A6D-8A0B-4412-BCAD-1E6132632650}">
      <dsp:nvSpPr>
        <dsp:cNvPr id="0" name=""/>
        <dsp:cNvSpPr/>
      </dsp:nvSpPr>
      <dsp:spPr>
        <a:xfrm>
          <a:off x="1834517"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Binary and </a:t>
          </a:r>
          <a:r>
            <a:rPr lang="en-US" sz="2200" kern="1200">
              <a:latin typeface="Aptos Display" panose="020F0302020204030204"/>
            </a:rPr>
            <a:t>decimal</a:t>
          </a:r>
          <a:r>
            <a:rPr lang="en-US" sz="2200" kern="1200"/>
            <a:t> are two ways of counting. </a:t>
          </a:r>
        </a:p>
      </dsp:txBody>
      <dsp:txXfrm>
        <a:off x="1834517" y="469890"/>
        <a:ext cx="3148942" cy="1335915"/>
      </dsp:txXfrm>
    </dsp:sp>
    <dsp:sp modelId="{26CFF2AE-3B8C-42BF-9D07-59ED9C413600}">
      <dsp:nvSpPr>
        <dsp:cNvPr id="0" name=""/>
        <dsp:cNvSpPr/>
      </dsp:nvSpPr>
      <dsp:spPr>
        <a:xfrm>
          <a:off x="5532139" y="469890"/>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BAE5DE-6302-4DB2-AA2F-578D7435558C}">
      <dsp:nvSpPr>
        <dsp:cNvPr id="0" name=""/>
        <dsp:cNvSpPr/>
      </dsp:nvSpPr>
      <dsp:spPr>
        <a:xfrm>
          <a:off x="5812681" y="750432"/>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305992-A48C-4849-B55A-AE3E5A0535F8}">
      <dsp:nvSpPr>
        <dsp:cNvPr id="0" name=""/>
        <dsp:cNvSpPr/>
      </dsp:nvSpPr>
      <dsp:spPr>
        <a:xfrm>
          <a:off x="7154322" y="469890"/>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rtl="0">
            <a:lnSpc>
              <a:spcPct val="100000"/>
            </a:lnSpc>
            <a:spcBef>
              <a:spcPct val="0"/>
            </a:spcBef>
            <a:spcAft>
              <a:spcPct val="35000"/>
            </a:spcAft>
            <a:buNone/>
          </a:pPr>
          <a:r>
            <a:rPr lang="en-US" sz="2200" kern="1200"/>
            <a:t>Computers store </a:t>
          </a:r>
          <a:r>
            <a:rPr lang="en-US" sz="2200" kern="1200">
              <a:latin typeface="Aptos Display" panose="020F0302020204030204"/>
            </a:rPr>
            <a:t>and transmit their</a:t>
          </a:r>
          <a:r>
            <a:rPr lang="en-US" sz="2200" kern="1200"/>
            <a:t> info in binary (base-2</a:t>
          </a:r>
          <a:r>
            <a:rPr lang="en-US" sz="2200" kern="1200">
              <a:latin typeface="Aptos Display" panose="020F0302020204030204"/>
            </a:rPr>
            <a:t>)</a:t>
          </a:r>
        </a:p>
      </dsp:txBody>
      <dsp:txXfrm>
        <a:off x="7154322" y="469890"/>
        <a:ext cx="3148942" cy="1335915"/>
      </dsp:txXfrm>
    </dsp:sp>
    <dsp:sp modelId="{C8BBB9FF-3B0C-4838-9F2A-3DC567917620}">
      <dsp:nvSpPr>
        <dsp:cNvPr id="0" name=""/>
        <dsp:cNvSpPr/>
      </dsp:nvSpPr>
      <dsp:spPr>
        <a:xfrm>
          <a:off x="212335" y="2545532"/>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620C79-9F8F-4699-AE01-AD0A70FACE4B}">
      <dsp:nvSpPr>
        <dsp:cNvPr id="0" name=""/>
        <dsp:cNvSpPr/>
      </dsp:nvSpPr>
      <dsp:spPr>
        <a:xfrm>
          <a:off x="492877" y="2826074"/>
          <a:ext cx="774830" cy="774830"/>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BDCFC2-0BF5-4970-B73E-D0C2044CFC2F}">
      <dsp:nvSpPr>
        <dsp:cNvPr id="0" name=""/>
        <dsp:cNvSpPr/>
      </dsp:nvSpPr>
      <dsp:spPr>
        <a:xfrm>
          <a:off x="1834517"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This is how your online internet address is configured (IP Address)</a:t>
          </a:r>
        </a:p>
      </dsp:txBody>
      <dsp:txXfrm>
        <a:off x="1834517" y="2545532"/>
        <a:ext cx="3148942" cy="1335915"/>
      </dsp:txXfrm>
    </dsp:sp>
    <dsp:sp modelId="{DB7E86F6-6145-4F35-9AA7-7E2D85953157}">
      <dsp:nvSpPr>
        <dsp:cNvPr id="0" name=""/>
        <dsp:cNvSpPr/>
      </dsp:nvSpPr>
      <dsp:spPr>
        <a:xfrm>
          <a:off x="5532139" y="2545532"/>
          <a:ext cx="1335915" cy="133591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7578A4-B101-4F06-A3EC-26F6E3325FBD}">
      <dsp:nvSpPr>
        <dsp:cNvPr id="0" name=""/>
        <dsp:cNvSpPr/>
      </dsp:nvSpPr>
      <dsp:spPr>
        <a:xfrm>
          <a:off x="5812681" y="2826074"/>
          <a:ext cx="774830" cy="7748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60A03E-DF09-4316-A906-93B690395517}">
      <dsp:nvSpPr>
        <dsp:cNvPr id="0" name=""/>
        <dsp:cNvSpPr/>
      </dsp:nvSpPr>
      <dsp:spPr>
        <a:xfrm>
          <a:off x="7154322" y="254553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a:t>Computers read your IP address, packet information, etc. in binary</a:t>
          </a:r>
        </a:p>
      </dsp:txBody>
      <dsp:txXfrm>
        <a:off x="7154322" y="2545532"/>
        <a:ext cx="3148942" cy="133591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DBFCD-B026-4BEB-87FA-23104DD4B11B}">
      <dsp:nvSpPr>
        <dsp:cNvPr id="0" name=""/>
        <dsp:cNvSpPr/>
      </dsp:nvSpPr>
      <dsp:spPr>
        <a:xfrm>
          <a:off x="763238" y="348107"/>
          <a:ext cx="3655123" cy="3655123"/>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t" anchorCtr="0">
          <a:noAutofit/>
        </a:bodyPr>
        <a:lstStyle/>
        <a:p>
          <a:pPr marL="0" lvl="0" indent="0" algn="l" defTabSz="1200150">
            <a:lnSpc>
              <a:spcPct val="90000"/>
            </a:lnSpc>
            <a:spcBef>
              <a:spcPct val="0"/>
            </a:spcBef>
            <a:spcAft>
              <a:spcPct val="35000"/>
            </a:spcAft>
            <a:buNone/>
          </a:pPr>
          <a:r>
            <a:rPr lang="en-US" sz="2700" kern="1200"/>
            <a:t>External (public)</a:t>
          </a:r>
        </a:p>
        <a:p>
          <a:pPr marL="228600" lvl="1" indent="-228600" algn="l" defTabSz="933450">
            <a:lnSpc>
              <a:spcPct val="90000"/>
            </a:lnSpc>
            <a:spcBef>
              <a:spcPct val="0"/>
            </a:spcBef>
            <a:spcAft>
              <a:spcPct val="15000"/>
            </a:spcAft>
            <a:buChar char="•"/>
          </a:pPr>
          <a:r>
            <a:rPr lang="en-US" sz="2100" kern="1200"/>
            <a:t>Globally unique </a:t>
          </a:r>
        </a:p>
        <a:p>
          <a:pPr marL="228600" lvl="1" indent="-228600" algn="l" defTabSz="933450">
            <a:lnSpc>
              <a:spcPct val="90000"/>
            </a:lnSpc>
            <a:spcBef>
              <a:spcPct val="0"/>
            </a:spcBef>
            <a:spcAft>
              <a:spcPct val="15000"/>
            </a:spcAft>
            <a:buChar char="•"/>
          </a:pPr>
          <a:r>
            <a:rPr lang="en-US" sz="2100" kern="1200"/>
            <a:t>Routable across the public internet</a:t>
          </a:r>
        </a:p>
        <a:p>
          <a:pPr marL="228600" lvl="1" indent="-228600" algn="l" defTabSz="933450">
            <a:lnSpc>
              <a:spcPct val="90000"/>
            </a:lnSpc>
            <a:spcBef>
              <a:spcPct val="0"/>
            </a:spcBef>
            <a:spcAft>
              <a:spcPct val="15000"/>
            </a:spcAft>
            <a:buChar char="•"/>
          </a:pPr>
          <a:r>
            <a:rPr lang="en-US" sz="2100" kern="1200"/>
            <a:t>Assigned by ISPs</a:t>
          </a:r>
        </a:p>
      </dsp:txBody>
      <dsp:txXfrm>
        <a:off x="1372425" y="957294"/>
        <a:ext cx="2436749" cy="2436749"/>
      </dsp:txXfrm>
    </dsp:sp>
    <dsp:sp modelId="{26148348-59C9-4DCA-A977-C682EB792E71}">
      <dsp:nvSpPr>
        <dsp:cNvPr id="0" name=""/>
        <dsp:cNvSpPr/>
      </dsp:nvSpPr>
      <dsp:spPr>
        <a:xfrm>
          <a:off x="554968" y="121748"/>
          <a:ext cx="4107663" cy="4107663"/>
        </a:xfrm>
        <a:prstGeom prst="circularArrow">
          <a:avLst>
            <a:gd name="adj1" fmla="val 5085"/>
            <a:gd name="adj2" fmla="val 327528"/>
            <a:gd name="adj3" fmla="val 15838612"/>
            <a:gd name="adj4" fmla="val 1623386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BAB98-A1FF-470A-B973-75C2C1B4488A}">
      <dsp:nvSpPr>
        <dsp:cNvPr id="0" name=""/>
        <dsp:cNvSpPr/>
      </dsp:nvSpPr>
      <dsp:spPr>
        <a:xfrm>
          <a:off x="0" y="43372"/>
          <a:ext cx="5408908" cy="79560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solidFill>
                <a:srgbClr val="FFFFFF"/>
              </a:solidFill>
              <a:latin typeface="Aptos"/>
              <a:ea typeface="+mn-ea"/>
              <a:cs typeface="+mn-cs"/>
            </a:rPr>
            <a:t>A broadcast is a message one device sends to everyone on the same network subnet</a:t>
          </a:r>
        </a:p>
      </dsp:txBody>
      <dsp:txXfrm>
        <a:off x="38838" y="82210"/>
        <a:ext cx="5331232" cy="717924"/>
      </dsp:txXfrm>
    </dsp:sp>
    <dsp:sp modelId="{D42C3B1B-8301-4303-960F-6A0F7749EB9D}">
      <dsp:nvSpPr>
        <dsp:cNvPr id="0" name=""/>
        <dsp:cNvSpPr/>
      </dsp:nvSpPr>
      <dsp:spPr>
        <a:xfrm>
          <a:off x="0" y="896572"/>
          <a:ext cx="5408908" cy="795600"/>
        </a:xfrm>
        <a:prstGeom prst="roundRect">
          <a:avLst/>
        </a:prstGeom>
        <a:solidFill>
          <a:schemeClr val="accent5">
            <a:hueOff val="-3038037"/>
            <a:satOff val="-207"/>
            <a:lumOff val="49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solidFill>
                <a:srgbClr val="FFFFFF"/>
              </a:solidFill>
              <a:latin typeface="Aptos" panose="020B0004020202020204"/>
              <a:ea typeface="+mn-ea"/>
              <a:cs typeface="+mn-cs"/>
            </a:rPr>
            <a:t>Room analogy and broadcast domain, ex. </a:t>
          </a:r>
          <a:r>
            <a:rPr lang="en-US" sz="2000" kern="1200" dirty="0" err="1">
              <a:solidFill>
                <a:srgbClr val="FFFFFF"/>
              </a:solidFill>
              <a:latin typeface="Aptos" panose="020B0004020202020204"/>
              <a:ea typeface="+mn-ea"/>
              <a:cs typeface="+mn-cs"/>
            </a:rPr>
            <a:t>ip</a:t>
          </a:r>
          <a:r>
            <a:rPr lang="en-US" sz="2000" kern="1200" dirty="0">
              <a:solidFill>
                <a:srgbClr val="FFFFFF"/>
              </a:solidFill>
              <a:latin typeface="Aptos" panose="020B0004020202020204"/>
              <a:ea typeface="+mn-ea"/>
              <a:cs typeface="+mn-cs"/>
            </a:rPr>
            <a:t> a</a:t>
          </a:r>
        </a:p>
      </dsp:txBody>
      <dsp:txXfrm>
        <a:off x="38838" y="935410"/>
        <a:ext cx="5331232" cy="717924"/>
      </dsp:txXfrm>
    </dsp:sp>
    <dsp:sp modelId="{28F25B8A-F7D0-4E2C-B13F-132624CEBE8D}">
      <dsp:nvSpPr>
        <dsp:cNvPr id="0" name=""/>
        <dsp:cNvSpPr/>
      </dsp:nvSpPr>
      <dsp:spPr>
        <a:xfrm>
          <a:off x="0" y="1749772"/>
          <a:ext cx="5408908" cy="795600"/>
        </a:xfrm>
        <a:prstGeom prst="roundRect">
          <a:avLst/>
        </a:prstGeom>
        <a:solidFill>
          <a:schemeClr val="accent5">
            <a:hueOff val="-6076075"/>
            <a:satOff val="-413"/>
            <a:lumOff val="98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panose="020B0004020202020204"/>
              <a:ea typeface="+mn-ea"/>
              <a:cs typeface="+mn-cs"/>
            </a:rPr>
            <a:t>All devices in our example of the </a:t>
          </a:r>
          <a:r>
            <a:rPr lang="en-US" sz="2000" kern="1200">
              <a:solidFill>
                <a:srgbClr val="FFFFFF"/>
              </a:solidFill>
              <a:latin typeface="Aptos Display" panose="020F0302020204030204"/>
              <a:ea typeface="+mn-ea"/>
              <a:cs typeface="+mn-cs"/>
            </a:rPr>
            <a:t>192.168.20</a:t>
          </a:r>
          <a:r>
            <a:rPr lang="en-US" sz="2000" kern="1200">
              <a:solidFill>
                <a:srgbClr val="FFFFFF"/>
              </a:solidFill>
              <a:latin typeface="Aptos" panose="020B0004020202020204"/>
              <a:ea typeface="+mn-ea"/>
              <a:cs typeface="+mn-cs"/>
            </a:rPr>
            <a:t>.xxx are all in the same room</a:t>
          </a:r>
        </a:p>
      </dsp:txBody>
      <dsp:txXfrm>
        <a:off x="38838" y="1788610"/>
        <a:ext cx="5331232" cy="717924"/>
      </dsp:txXfrm>
    </dsp:sp>
    <dsp:sp modelId="{5CB5A6DA-1500-4A6A-A0A6-275824A3E98A}">
      <dsp:nvSpPr>
        <dsp:cNvPr id="0" name=""/>
        <dsp:cNvSpPr/>
      </dsp:nvSpPr>
      <dsp:spPr>
        <a:xfrm>
          <a:off x="0" y="2602972"/>
          <a:ext cx="5408908" cy="795600"/>
        </a:xfrm>
        <a:prstGeom prst="roundRect">
          <a:avLst/>
        </a:prstGeom>
        <a:solidFill>
          <a:schemeClr val="accent5">
            <a:hueOff val="-9114112"/>
            <a:satOff val="-620"/>
            <a:lumOff val="147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solidFill>
                <a:srgbClr val="FFFFFF"/>
              </a:solidFill>
              <a:latin typeface="Aptos" panose="020B0004020202020204"/>
              <a:ea typeface="+mn-ea"/>
              <a:cs typeface="+mn-cs"/>
            </a:rPr>
            <a:t>Routers doors/walls</a:t>
          </a:r>
        </a:p>
      </dsp:txBody>
      <dsp:txXfrm>
        <a:off x="38838" y="2641810"/>
        <a:ext cx="5331232" cy="717924"/>
      </dsp:txXfrm>
    </dsp:sp>
    <dsp:sp modelId="{60D4B827-DFB5-4310-857A-B8D13E2ACF72}">
      <dsp:nvSpPr>
        <dsp:cNvPr id="0" name=""/>
        <dsp:cNvSpPr/>
      </dsp:nvSpPr>
      <dsp:spPr>
        <a:xfrm>
          <a:off x="0" y="3456172"/>
          <a:ext cx="5408908" cy="795600"/>
        </a:xfrm>
        <a:prstGeom prst="roundRect">
          <a:avLst/>
        </a:prstGeom>
        <a:solidFill>
          <a:schemeClr val="accent5">
            <a:hueOff val="-12152150"/>
            <a:satOff val="-826"/>
            <a:lumOff val="1961"/>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a:solidFill>
                <a:srgbClr val="FFFFFF"/>
              </a:solidFill>
              <a:latin typeface="Aptos" panose="020B0004020202020204"/>
              <a:ea typeface="+mn-ea"/>
              <a:cs typeface="+mn-cs"/>
            </a:rPr>
            <a:t>Smaller rooms stop devices from hearing yells that aren't meant for them</a:t>
          </a:r>
        </a:p>
      </dsp:txBody>
      <dsp:txXfrm>
        <a:off x="38838" y="3495010"/>
        <a:ext cx="5331232" cy="71792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74E62E-EEF8-4753-A88C-0139C9FCC102}">
      <dsp:nvSpPr>
        <dsp:cNvPr id="0" name=""/>
        <dsp:cNvSpPr/>
      </dsp:nvSpPr>
      <dsp:spPr>
        <a:xfrm>
          <a:off x="0" y="0"/>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b="0" kern="1200">
              <a:solidFill>
                <a:schemeClr val="bg1"/>
              </a:solidFill>
              <a:latin typeface="Calibri"/>
              <a:ea typeface="Calibri"/>
              <a:cs typeface="Calibri"/>
            </a:rPr>
            <a:t>Library book return policy</a:t>
          </a:r>
        </a:p>
      </dsp:txBody>
      <dsp:txXfrm>
        <a:off x="20832" y="20832"/>
        <a:ext cx="3057155" cy="669607"/>
      </dsp:txXfrm>
    </dsp:sp>
    <dsp:sp modelId="{B9FEFA19-A7C8-4129-89AB-7FF20414B737}">
      <dsp:nvSpPr>
        <dsp:cNvPr id="0" name=""/>
        <dsp:cNvSpPr/>
      </dsp:nvSpPr>
      <dsp:spPr>
        <a:xfrm>
          <a:off x="291823" y="810058"/>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b="1" kern="1200" dirty="0"/>
            <a:t>DHCP leases </a:t>
          </a:r>
          <a:r>
            <a:rPr lang="en-US" sz="1700" b="1" kern="1200" dirty="0">
              <a:latin typeface="Aptos Display" panose="020F0302020204030204"/>
            </a:rPr>
            <a:t>vs</a:t>
          </a:r>
          <a:r>
            <a:rPr lang="en-US" sz="1700" b="1" kern="1200" dirty="0"/>
            <a:t> </a:t>
          </a:r>
          <a:r>
            <a:rPr lang="en-US" sz="1700" b="1" kern="1200" dirty="0">
              <a:latin typeface="Aptos Display" panose="020F0302020204030204"/>
            </a:rPr>
            <a:t>new per connection</a:t>
          </a:r>
          <a:endParaRPr lang="en-US" sz="1700" b="1" kern="1200" dirty="0"/>
        </a:p>
      </dsp:txBody>
      <dsp:txXfrm>
        <a:off x="312655" y="830890"/>
        <a:ext cx="3112077" cy="669607"/>
      </dsp:txXfrm>
    </dsp:sp>
    <dsp:sp modelId="{ACA4B6E7-58B4-445D-9BAD-5C19F2960DB2}">
      <dsp:nvSpPr>
        <dsp:cNvPr id="0" name=""/>
        <dsp:cNvSpPr/>
      </dsp:nvSpPr>
      <dsp:spPr>
        <a:xfrm>
          <a:off x="583646" y="1620117"/>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Within lease time, DHCP</a:t>
          </a:r>
          <a:r>
            <a:rPr lang="en-US" sz="1700" kern="1200"/>
            <a:t> </a:t>
          </a:r>
          <a:r>
            <a:rPr lang="en-US" sz="1700" b="1" kern="1200"/>
            <a:t>tries to give it the same IP</a:t>
          </a:r>
          <a:r>
            <a:rPr lang="en-US" sz="1700" kern="1200"/>
            <a:t> if available</a:t>
          </a:r>
        </a:p>
      </dsp:txBody>
      <dsp:txXfrm>
        <a:off x="604478" y="1640949"/>
        <a:ext cx="3112077" cy="669607"/>
      </dsp:txXfrm>
    </dsp:sp>
    <dsp:sp modelId="{63434D0D-0062-4FDF-B12B-6A41EB7063C4}">
      <dsp:nvSpPr>
        <dsp:cNvPr id="0" name=""/>
        <dsp:cNvSpPr/>
      </dsp:nvSpPr>
      <dsp:spPr>
        <a:xfrm>
          <a:off x="875469" y="2430176"/>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a:latin typeface="Aptos Display" panose="020F0302020204030204"/>
            </a:rPr>
            <a:t>How does </a:t>
          </a:r>
          <a:r>
            <a:rPr lang="en-US" sz="1700" b="0" kern="1200">
              <a:latin typeface="Aptos Display" panose="020F0302020204030204"/>
            </a:rPr>
            <a:t>this </a:t>
          </a:r>
          <a:r>
            <a:rPr lang="en-US" sz="1700" kern="1200">
              <a:latin typeface="Aptos Display" panose="020F0302020204030204"/>
            </a:rPr>
            <a:t>stabilize the network?</a:t>
          </a:r>
        </a:p>
      </dsp:txBody>
      <dsp:txXfrm>
        <a:off x="896301" y="2451008"/>
        <a:ext cx="3112077" cy="669607"/>
      </dsp:txXfrm>
    </dsp:sp>
    <dsp:sp modelId="{F4B859D5-327D-43AF-B453-15A9C53790F1}">
      <dsp:nvSpPr>
        <dsp:cNvPr id="0" name=""/>
        <dsp:cNvSpPr/>
      </dsp:nvSpPr>
      <dsp:spPr>
        <a:xfrm>
          <a:off x="1167292" y="3240235"/>
          <a:ext cx="3907890" cy="71127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rtl="0">
            <a:lnSpc>
              <a:spcPct val="90000"/>
            </a:lnSpc>
            <a:spcBef>
              <a:spcPct val="0"/>
            </a:spcBef>
            <a:spcAft>
              <a:spcPct val="35000"/>
            </a:spcAft>
            <a:buNone/>
          </a:pPr>
          <a:r>
            <a:rPr lang="en-US" sz="1700" kern="1200" dirty="0">
              <a:latin typeface="Aptos Display" panose="020F0302020204030204"/>
            </a:rPr>
            <a:t>Unavailable IP = DHCP assigns another within its range​</a:t>
          </a:r>
          <a:endParaRPr lang="en-US" sz="1700" kern="1200" dirty="0"/>
        </a:p>
      </dsp:txBody>
      <dsp:txXfrm>
        <a:off x="1188124" y="3261067"/>
        <a:ext cx="3112077" cy="669607"/>
      </dsp:txXfrm>
    </dsp:sp>
    <dsp:sp modelId="{E27C755B-3DF0-4618-90C9-E0536DE276B0}">
      <dsp:nvSpPr>
        <dsp:cNvPr id="0" name=""/>
        <dsp:cNvSpPr/>
      </dsp:nvSpPr>
      <dsp:spPr>
        <a:xfrm>
          <a:off x="3445564" y="519623"/>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3549587" y="519623"/>
        <a:ext cx="254280" cy="347900"/>
      </dsp:txXfrm>
    </dsp:sp>
    <dsp:sp modelId="{16C225A7-3A1E-4A9D-8D72-288E4DCFB38A}">
      <dsp:nvSpPr>
        <dsp:cNvPr id="0" name=""/>
        <dsp:cNvSpPr/>
      </dsp:nvSpPr>
      <dsp:spPr>
        <a:xfrm>
          <a:off x="3737387" y="1329682"/>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3841410" y="1329682"/>
        <a:ext cx="254280" cy="347900"/>
      </dsp:txXfrm>
    </dsp:sp>
    <dsp:sp modelId="{0C279373-F4B9-43DA-AB95-B9E85E172DF4}">
      <dsp:nvSpPr>
        <dsp:cNvPr id="0" name=""/>
        <dsp:cNvSpPr/>
      </dsp:nvSpPr>
      <dsp:spPr>
        <a:xfrm>
          <a:off x="4029210" y="2127886"/>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133233" y="2127886"/>
        <a:ext cx="254280" cy="347900"/>
      </dsp:txXfrm>
    </dsp:sp>
    <dsp:sp modelId="{5BDF8E67-355A-4337-A912-AFA6ECF60F51}">
      <dsp:nvSpPr>
        <dsp:cNvPr id="0" name=""/>
        <dsp:cNvSpPr/>
      </dsp:nvSpPr>
      <dsp:spPr>
        <a:xfrm>
          <a:off x="4321033" y="2945848"/>
          <a:ext cx="462326" cy="462326"/>
        </a:xfrm>
        <a:prstGeom prst="downArrow">
          <a:avLst>
            <a:gd name="adj1" fmla="val 55000"/>
            <a:gd name="adj2" fmla="val 45000"/>
          </a:avLst>
        </a:prstGeom>
        <a:solidFill>
          <a:schemeClr val="accent3">
            <a:alpha val="90000"/>
            <a:tint val="40000"/>
            <a:hueOff val="0"/>
            <a:satOff val="0"/>
            <a:lumOff val="0"/>
            <a:alphaOff val="0"/>
          </a:schemeClr>
        </a:solidFill>
        <a:ln w="19050" cap="flat" cmpd="sng" algn="ctr">
          <a:solidFill>
            <a:schemeClr val="accent3">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425056" y="2945848"/>
        <a:ext cx="254280" cy="3479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0F635B-1626-41A0-B972-A8ABD1A6548A}">
      <dsp:nvSpPr>
        <dsp:cNvPr id="0" name=""/>
        <dsp:cNvSpPr/>
      </dsp:nvSpPr>
      <dsp:spPr>
        <a:xfrm>
          <a:off x="615638" y="2433"/>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 MAC address is like a serial number burned into a device's physical chip</a:t>
          </a:r>
        </a:p>
      </dsp:txBody>
      <dsp:txXfrm>
        <a:off x="615638" y="2433"/>
        <a:ext cx="1813813" cy="1088288"/>
      </dsp:txXfrm>
    </dsp:sp>
    <dsp:sp modelId="{FC2720D2-A3C6-46F5-9488-A37B6231EDA0}">
      <dsp:nvSpPr>
        <dsp:cNvPr id="0" name=""/>
        <dsp:cNvSpPr/>
      </dsp:nvSpPr>
      <dsp:spPr>
        <a:xfrm>
          <a:off x="2610833" y="2433"/>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Written as 6 pairs of hexadecimal characters (e.g. 3C: 5A: B4: 12: 34: 56)</a:t>
          </a:r>
        </a:p>
      </dsp:txBody>
      <dsp:txXfrm>
        <a:off x="2610833" y="2433"/>
        <a:ext cx="1813813" cy="1088288"/>
      </dsp:txXfrm>
    </dsp:sp>
    <dsp:sp modelId="{562FE8F8-5C5E-4787-826C-08272CDF568C}">
      <dsp:nvSpPr>
        <dsp:cNvPr id="0" name=""/>
        <dsp:cNvSpPr/>
      </dsp:nvSpPr>
      <dsp:spPr>
        <a:xfrm>
          <a:off x="615638" y="1272102"/>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First half identifies manufacturer, second half is unique to device</a:t>
          </a:r>
        </a:p>
      </dsp:txBody>
      <dsp:txXfrm>
        <a:off x="615638" y="1272102"/>
        <a:ext cx="1813813" cy="1088288"/>
      </dsp:txXfrm>
    </dsp:sp>
    <dsp:sp modelId="{F1E4CC4D-D645-4A0D-88E1-7ECAB360921C}">
      <dsp:nvSpPr>
        <dsp:cNvPr id="0" name=""/>
        <dsp:cNvSpPr/>
      </dsp:nvSpPr>
      <dsp:spPr>
        <a:xfrm>
          <a:off x="2610833" y="1272102"/>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Unlike IP address, never changes no matter what network you join</a:t>
          </a:r>
        </a:p>
      </dsp:txBody>
      <dsp:txXfrm>
        <a:off x="2610833" y="1272102"/>
        <a:ext cx="1813813" cy="1088288"/>
      </dsp:txXfrm>
    </dsp:sp>
    <dsp:sp modelId="{3FD0D375-6AC1-4190-8BF0-6C3098C24A82}">
      <dsp:nvSpPr>
        <dsp:cNvPr id="0" name=""/>
        <dsp:cNvSpPr/>
      </dsp:nvSpPr>
      <dsp:spPr>
        <a:xfrm>
          <a:off x="1613235" y="2541771"/>
          <a:ext cx="1813813" cy="108828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Only matters on your local network segment; devices outside your subnet never see it directly because the routers mask it</a:t>
          </a:r>
        </a:p>
      </dsp:txBody>
      <dsp:txXfrm>
        <a:off x="1613235" y="2541771"/>
        <a:ext cx="1813813" cy="1088288"/>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31E18E-823B-4381-8F07-583C2D22C466}">
      <dsp:nvSpPr>
        <dsp:cNvPr id="0" name=""/>
        <dsp:cNvSpPr/>
      </dsp:nvSpPr>
      <dsp:spPr>
        <a:xfrm>
          <a:off x="0" y="257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Base 16</a:t>
          </a:r>
        </a:p>
      </dsp:txBody>
      <dsp:txXfrm>
        <a:off x="38381" y="64129"/>
        <a:ext cx="10438838" cy="709478"/>
      </dsp:txXfrm>
    </dsp:sp>
    <dsp:sp modelId="{CD19D183-A90D-4B61-8464-732629EDF449}">
      <dsp:nvSpPr>
        <dsp:cNvPr id="0" name=""/>
        <dsp:cNvSpPr/>
      </dsp:nvSpPr>
      <dsp:spPr>
        <a:xfrm>
          <a:off x="0" y="9041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Used for a MAC address</a:t>
          </a:r>
        </a:p>
      </dsp:txBody>
      <dsp:txXfrm>
        <a:off x="38381" y="942529"/>
        <a:ext cx="10438838" cy="709478"/>
      </dsp:txXfrm>
    </dsp:sp>
    <dsp:sp modelId="{30854192-966E-45AC-A9BD-27905A8850EC}">
      <dsp:nvSpPr>
        <dsp:cNvPr id="0" name=""/>
        <dsp:cNvSpPr/>
      </dsp:nvSpPr>
      <dsp:spPr>
        <a:xfrm>
          <a:off x="0" y="17825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Physical address of the computer </a:t>
          </a:r>
        </a:p>
      </dsp:txBody>
      <dsp:txXfrm>
        <a:off x="38381" y="1820930"/>
        <a:ext cx="10438838" cy="709478"/>
      </dsp:txXfrm>
    </dsp:sp>
    <dsp:sp modelId="{21C32184-C9ED-4310-B441-AE8BE9794ECB}">
      <dsp:nvSpPr>
        <dsp:cNvPr id="0" name=""/>
        <dsp:cNvSpPr/>
      </dsp:nvSpPr>
      <dsp:spPr>
        <a:xfrm>
          <a:off x="0" y="26609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More efficient way to show binary numbers</a:t>
          </a:r>
        </a:p>
      </dsp:txBody>
      <dsp:txXfrm>
        <a:off x="38381" y="2699330"/>
        <a:ext cx="10438838" cy="709478"/>
      </dsp:txXfrm>
    </dsp:sp>
    <dsp:sp modelId="{8C73C115-58A3-423D-8040-61198120E963}">
      <dsp:nvSpPr>
        <dsp:cNvPr id="0" name=""/>
        <dsp:cNvSpPr/>
      </dsp:nvSpPr>
      <dsp:spPr>
        <a:xfrm>
          <a:off x="0" y="35393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1 Digit in hexadecimal is four digits (a byte) in binary</a:t>
          </a:r>
        </a:p>
      </dsp:txBody>
      <dsp:txXfrm>
        <a:off x="38381" y="3577730"/>
        <a:ext cx="10438838" cy="70947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5DB58-2494-488A-8415-F03DA47EE0BB}">
      <dsp:nvSpPr>
        <dsp:cNvPr id="0" name=""/>
        <dsp:cNvSpPr/>
      </dsp:nvSpPr>
      <dsp:spPr>
        <a:xfrm>
          <a:off x="2330697" y="445249"/>
          <a:ext cx="344689" cy="91440"/>
        </a:xfrm>
        <a:custGeom>
          <a:avLst/>
          <a:gdLst/>
          <a:ahLst/>
          <a:cxnLst/>
          <a:rect l="0" t="0" r="0" b="0"/>
          <a:pathLst>
            <a:path>
              <a:moveTo>
                <a:pt x="0" y="45720"/>
              </a:moveTo>
              <a:lnTo>
                <a:pt x="34468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n-US" sz="600" kern="1200"/>
        </a:p>
      </dsp:txBody>
      <dsp:txXfrm>
        <a:off x="2493660" y="489092"/>
        <a:ext cx="18764" cy="3752"/>
      </dsp:txXfrm>
    </dsp:sp>
    <dsp:sp modelId="{868C4713-EFDD-471C-BE7A-9E1FFC130D71}">
      <dsp:nvSpPr>
        <dsp:cNvPr id="0" name=""/>
        <dsp:cNvSpPr/>
      </dsp:nvSpPr>
      <dsp:spPr>
        <a:xfrm>
          <a:off x="700803" y="1460"/>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a:t>The internet's address book</a:t>
          </a:r>
          <a:endParaRPr lang="en-US" sz="1300" kern="1200">
            <a:latin typeface="Aptos Display" panose="020F0302020204030204"/>
          </a:endParaRPr>
        </a:p>
      </dsp:txBody>
      <dsp:txXfrm>
        <a:off x="700803" y="1460"/>
        <a:ext cx="1631693" cy="979016"/>
      </dsp:txXfrm>
    </dsp:sp>
    <dsp:sp modelId="{19BB583B-4597-438A-B171-9CE4D99E60F0}">
      <dsp:nvSpPr>
        <dsp:cNvPr id="0" name=""/>
        <dsp:cNvSpPr/>
      </dsp:nvSpPr>
      <dsp:spPr>
        <a:xfrm>
          <a:off x="1516650" y="978677"/>
          <a:ext cx="2006983" cy="344689"/>
        </a:xfrm>
        <a:custGeom>
          <a:avLst/>
          <a:gdLst/>
          <a:ahLst/>
          <a:cxnLst/>
          <a:rect l="0" t="0" r="0" b="0"/>
          <a:pathLst>
            <a:path>
              <a:moveTo>
                <a:pt x="2006983" y="0"/>
              </a:moveTo>
              <a:lnTo>
                <a:pt x="2006983" y="189444"/>
              </a:lnTo>
              <a:lnTo>
                <a:pt x="0" y="189444"/>
              </a:lnTo>
              <a:lnTo>
                <a:pt x="0" y="344689"/>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n-US" sz="600" kern="1200"/>
        </a:p>
        <a:p>
          <a:pPr marL="0" lvl="0" indent="0" algn="ctr" defTabSz="266700">
            <a:lnSpc>
              <a:spcPct val="90000"/>
            </a:lnSpc>
            <a:spcBef>
              <a:spcPct val="0"/>
            </a:spcBef>
            <a:spcAft>
              <a:spcPct val="35000"/>
            </a:spcAft>
            <a:buNone/>
          </a:pPr>
          <a:endParaRPr lang="en-US" sz="600" kern="1200"/>
        </a:p>
      </dsp:txBody>
      <dsp:txXfrm>
        <a:off x="2469098" y="1038435"/>
        <a:ext cx="102088" cy="225173"/>
      </dsp:txXfrm>
    </dsp:sp>
    <dsp:sp modelId="{CD72FF37-361D-4345-AF63-6E54A972BEF9}">
      <dsp:nvSpPr>
        <dsp:cNvPr id="0" name=""/>
        <dsp:cNvSpPr/>
      </dsp:nvSpPr>
      <dsp:spPr>
        <a:xfrm>
          <a:off x="2707787" y="1460"/>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dirty="0">
              <a:latin typeface="Aptos Display" panose="020F0302020204030204"/>
            </a:rPr>
            <a:t>Google.com vs IP </a:t>
          </a:r>
          <a:endParaRPr lang="en-US" sz="1300" kern="1200" dirty="0"/>
        </a:p>
      </dsp:txBody>
      <dsp:txXfrm>
        <a:off x="2707787" y="1460"/>
        <a:ext cx="1631693" cy="979016"/>
      </dsp:txXfrm>
    </dsp:sp>
    <dsp:sp modelId="{00969B03-1CF0-49ED-B8F4-506993F7E59B}">
      <dsp:nvSpPr>
        <dsp:cNvPr id="0" name=""/>
        <dsp:cNvSpPr/>
      </dsp:nvSpPr>
      <dsp:spPr>
        <a:xfrm>
          <a:off x="2330697" y="1799554"/>
          <a:ext cx="344689" cy="91440"/>
        </a:xfrm>
        <a:custGeom>
          <a:avLst/>
          <a:gdLst/>
          <a:ahLst/>
          <a:cxnLst/>
          <a:rect l="0" t="0" r="0" b="0"/>
          <a:pathLst>
            <a:path>
              <a:moveTo>
                <a:pt x="0" y="45720"/>
              </a:moveTo>
              <a:lnTo>
                <a:pt x="34468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3660" y="1843398"/>
        <a:ext cx="18764" cy="3752"/>
      </dsp:txXfrm>
    </dsp:sp>
    <dsp:sp modelId="{A8A404E1-D434-472B-9FE2-33146F2EC385}">
      <dsp:nvSpPr>
        <dsp:cNvPr id="0" name=""/>
        <dsp:cNvSpPr/>
      </dsp:nvSpPr>
      <dsp:spPr>
        <a:xfrm>
          <a:off x="700803" y="1355766"/>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a:lnSpc>
              <a:spcPct val="100000"/>
            </a:lnSpc>
            <a:spcBef>
              <a:spcPct val="0"/>
            </a:spcBef>
            <a:spcAft>
              <a:spcPct val="35000"/>
            </a:spcAft>
            <a:buNone/>
          </a:pPr>
          <a:r>
            <a:rPr lang="en-US" sz="1300" kern="1200"/>
            <a:t>Like </a:t>
          </a:r>
          <a:r>
            <a:rPr lang="en-US" sz="1300" kern="1200">
              <a:latin typeface="Aptos Display" panose="020F0302020204030204"/>
            </a:rPr>
            <a:t>Google Maps</a:t>
          </a:r>
          <a:endParaRPr lang="en-US" sz="1300" kern="1200"/>
        </a:p>
      </dsp:txBody>
      <dsp:txXfrm>
        <a:off x="700803" y="1355766"/>
        <a:ext cx="1631693" cy="979016"/>
      </dsp:txXfrm>
    </dsp:sp>
    <dsp:sp modelId="{6327D28C-A29A-4280-8275-D61BB53EA293}">
      <dsp:nvSpPr>
        <dsp:cNvPr id="0" name=""/>
        <dsp:cNvSpPr/>
      </dsp:nvSpPr>
      <dsp:spPr>
        <a:xfrm>
          <a:off x="1516650" y="2332983"/>
          <a:ext cx="2006983" cy="344689"/>
        </a:xfrm>
        <a:custGeom>
          <a:avLst/>
          <a:gdLst/>
          <a:ahLst/>
          <a:cxnLst/>
          <a:rect l="0" t="0" r="0" b="0"/>
          <a:pathLst>
            <a:path>
              <a:moveTo>
                <a:pt x="2006983" y="0"/>
              </a:moveTo>
              <a:lnTo>
                <a:pt x="2006983" y="189444"/>
              </a:lnTo>
              <a:lnTo>
                <a:pt x="0" y="189444"/>
              </a:lnTo>
              <a:lnTo>
                <a:pt x="0" y="344689"/>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69098" y="2503451"/>
        <a:ext cx="102088" cy="3752"/>
      </dsp:txXfrm>
    </dsp:sp>
    <dsp:sp modelId="{81857C4B-32BA-4C6A-BCCD-FB6FFAC7A967}">
      <dsp:nvSpPr>
        <dsp:cNvPr id="0" name=""/>
        <dsp:cNvSpPr/>
      </dsp:nvSpPr>
      <dsp:spPr>
        <a:xfrm>
          <a:off x="2707787" y="1355766"/>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a:lnSpc>
              <a:spcPct val="100000"/>
            </a:lnSpc>
            <a:spcBef>
              <a:spcPct val="0"/>
            </a:spcBef>
            <a:spcAft>
              <a:spcPct val="35000"/>
            </a:spcAft>
            <a:buNone/>
          </a:pPr>
          <a:r>
            <a:rPr lang="en-US" sz="1300" kern="1200"/>
            <a:t>Your device will ask a "resolver" (often run by your ISP)</a:t>
          </a:r>
        </a:p>
      </dsp:txBody>
      <dsp:txXfrm>
        <a:off x="2707787" y="1355766"/>
        <a:ext cx="1631693" cy="979016"/>
      </dsp:txXfrm>
    </dsp:sp>
    <dsp:sp modelId="{8C598595-CE4B-41AB-87F9-F788B349D808}">
      <dsp:nvSpPr>
        <dsp:cNvPr id="0" name=""/>
        <dsp:cNvSpPr/>
      </dsp:nvSpPr>
      <dsp:spPr>
        <a:xfrm>
          <a:off x="2330697" y="3153860"/>
          <a:ext cx="344689" cy="91440"/>
        </a:xfrm>
        <a:custGeom>
          <a:avLst/>
          <a:gdLst/>
          <a:ahLst/>
          <a:cxnLst/>
          <a:rect l="0" t="0" r="0" b="0"/>
          <a:pathLst>
            <a:path>
              <a:moveTo>
                <a:pt x="0" y="45720"/>
              </a:moveTo>
              <a:lnTo>
                <a:pt x="34468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3660" y="3197704"/>
        <a:ext cx="18764" cy="3752"/>
      </dsp:txXfrm>
    </dsp:sp>
    <dsp:sp modelId="{35ABADA6-EE40-45C9-A291-296A23E49CAA}">
      <dsp:nvSpPr>
        <dsp:cNvPr id="0" name=""/>
        <dsp:cNvSpPr/>
      </dsp:nvSpPr>
      <dsp:spPr>
        <a:xfrm>
          <a:off x="700803" y="2710072"/>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dirty="0"/>
            <a:t>If resolver doesn't know, it asks up a communication </a:t>
          </a:r>
          <a:r>
            <a:rPr lang="en-US" sz="1300" kern="1200">
              <a:latin typeface="Aptos Display" panose="020F0302020204030204"/>
            </a:rPr>
            <a:t>chain </a:t>
          </a:r>
          <a:endParaRPr lang="en-US" sz="1300" kern="1200" dirty="0"/>
        </a:p>
      </dsp:txBody>
      <dsp:txXfrm>
        <a:off x="700803" y="2710072"/>
        <a:ext cx="1631693" cy="979016"/>
      </dsp:txXfrm>
    </dsp:sp>
    <dsp:sp modelId="{566C67B3-0C34-4B01-881B-A3FBF126E36F}">
      <dsp:nvSpPr>
        <dsp:cNvPr id="0" name=""/>
        <dsp:cNvSpPr/>
      </dsp:nvSpPr>
      <dsp:spPr>
        <a:xfrm>
          <a:off x="2707787" y="2710072"/>
          <a:ext cx="1631693" cy="97901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9954" tIns="83926" rIns="79954" bIns="83926" numCol="1" spcCol="1270" anchor="ctr" anchorCtr="0">
          <a:noAutofit/>
        </a:bodyPr>
        <a:lstStyle/>
        <a:p>
          <a:pPr marL="0" lvl="0" indent="0" algn="ctr" defTabSz="577850" rtl="0">
            <a:lnSpc>
              <a:spcPct val="100000"/>
            </a:lnSpc>
            <a:spcBef>
              <a:spcPct val="0"/>
            </a:spcBef>
            <a:spcAft>
              <a:spcPct val="35000"/>
            </a:spcAft>
            <a:buNone/>
          </a:pPr>
          <a:r>
            <a:rPr lang="en-US" sz="1300" kern="1200">
              <a:latin typeface="Aptos Display" panose="020F0302020204030204"/>
            </a:rPr>
            <a:t>Once </a:t>
          </a:r>
          <a:r>
            <a:rPr lang="en-US" sz="1300" kern="1200"/>
            <a:t>IP </a:t>
          </a:r>
          <a:r>
            <a:rPr lang="en-US" sz="1300" kern="1200">
              <a:latin typeface="Aptos Display" panose="020F0302020204030204"/>
            </a:rPr>
            <a:t>is given</a:t>
          </a:r>
          <a:r>
            <a:rPr lang="en-US" sz="1300" kern="1200"/>
            <a:t>, </a:t>
          </a:r>
          <a:r>
            <a:rPr lang="en-US" sz="1300" kern="1200">
              <a:latin typeface="Aptos Display" panose="020F0302020204030204"/>
            </a:rPr>
            <a:t>browser </a:t>
          </a:r>
          <a:r>
            <a:rPr lang="en-US" sz="1300" kern="1200" dirty="0">
              <a:latin typeface="Aptos Display" panose="020F0302020204030204"/>
            </a:rPr>
            <a:t> connects</a:t>
          </a:r>
          <a:endParaRPr lang="en-US" sz="1300" kern="1200" dirty="0"/>
        </a:p>
      </dsp:txBody>
      <dsp:txXfrm>
        <a:off x="2707787" y="2710072"/>
        <a:ext cx="1631693" cy="97901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0CE8CC-B1C8-4ADF-BB88-5670ADDB5C9D}">
      <dsp:nvSpPr>
        <dsp:cNvPr id="0" name=""/>
        <dsp:cNvSpPr/>
      </dsp:nvSpPr>
      <dsp:spPr>
        <a:xfrm>
          <a:off x="0" y="96102"/>
          <a:ext cx="2377440" cy="150967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41E5E4-2352-4A26-B76C-3C4F79C5CBB6}">
      <dsp:nvSpPr>
        <dsp:cNvPr id="0" name=""/>
        <dsp:cNvSpPr/>
      </dsp:nvSpPr>
      <dsp:spPr>
        <a:xfrm>
          <a:off x="264160" y="347054"/>
          <a:ext cx="2377440" cy="150967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ctr" defTabSz="1244600" rtl="0">
            <a:lnSpc>
              <a:spcPct val="90000"/>
            </a:lnSpc>
            <a:spcBef>
              <a:spcPct val="0"/>
            </a:spcBef>
            <a:spcAft>
              <a:spcPct val="35000"/>
            </a:spcAft>
            <a:buNone/>
          </a:pPr>
          <a:r>
            <a:rPr lang="en-US" sz="2800" kern="1200">
              <a:latin typeface="Aptos Display" panose="020F0302020204030204"/>
            </a:rPr>
            <a:t>DNS lookup being resolved</a:t>
          </a:r>
          <a:endParaRPr lang="en-US" sz="2800" kern="1200"/>
        </a:p>
      </dsp:txBody>
      <dsp:txXfrm>
        <a:off x="308377" y="391271"/>
        <a:ext cx="2289006" cy="142124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0CE8CC-B1C8-4ADF-BB88-5670ADDB5C9D}">
      <dsp:nvSpPr>
        <dsp:cNvPr id="0" name=""/>
        <dsp:cNvSpPr/>
      </dsp:nvSpPr>
      <dsp:spPr>
        <a:xfrm>
          <a:off x="0" y="79164"/>
          <a:ext cx="2325188" cy="14764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41E5E4-2352-4A26-B76C-3C4F79C5CBB6}">
      <dsp:nvSpPr>
        <dsp:cNvPr id="0" name=""/>
        <dsp:cNvSpPr/>
      </dsp:nvSpPr>
      <dsp:spPr>
        <a:xfrm>
          <a:off x="258354" y="324601"/>
          <a:ext cx="2325188" cy="147649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Try both these commands with "acep.uaf.edu" instead of google.com. What do you notice?</a:t>
          </a:r>
        </a:p>
      </dsp:txBody>
      <dsp:txXfrm>
        <a:off x="301599" y="367846"/>
        <a:ext cx="2238698" cy="1390004"/>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82A175-AD2E-433E-ADAC-0F460D275FEF}">
      <dsp:nvSpPr>
        <dsp:cNvPr id="0" name=""/>
        <dsp:cNvSpPr/>
      </dsp:nvSpPr>
      <dsp:spPr>
        <a:xfrm>
          <a:off x="2533" y="105981"/>
          <a:ext cx="4752991" cy="237649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defRPr cap="all"/>
          </a:pPr>
          <a:r>
            <a:rPr lang="en-US" sz="6100" kern="1200"/>
            <a:t>Type in "date"</a:t>
          </a:r>
        </a:p>
      </dsp:txBody>
      <dsp:txXfrm>
        <a:off x="2533" y="105981"/>
        <a:ext cx="4752991" cy="2376495"/>
      </dsp:txXfrm>
    </dsp:sp>
    <dsp:sp modelId="{F8D8CBF8-E4C0-4140-B2BE-BC02F1E40B89}">
      <dsp:nvSpPr>
        <dsp:cNvPr id="0" name=""/>
        <dsp:cNvSpPr/>
      </dsp:nvSpPr>
      <dsp:spPr>
        <a:xfrm>
          <a:off x="5753653" y="105981"/>
          <a:ext cx="4752991" cy="237649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735" tIns="38735" rIns="38735" bIns="38735" numCol="1" spcCol="1270" anchor="ctr" anchorCtr="0">
          <a:noAutofit/>
        </a:bodyPr>
        <a:lstStyle/>
        <a:p>
          <a:pPr marL="0" lvl="0" indent="0" algn="ctr" defTabSz="2711450">
            <a:lnSpc>
              <a:spcPct val="90000"/>
            </a:lnSpc>
            <a:spcBef>
              <a:spcPct val="0"/>
            </a:spcBef>
            <a:spcAft>
              <a:spcPct val="35000"/>
            </a:spcAft>
            <a:buNone/>
            <a:defRPr cap="all"/>
          </a:pPr>
          <a:r>
            <a:rPr lang="en-US" sz="6100" kern="1200"/>
            <a:t>What do you notice?</a:t>
          </a:r>
        </a:p>
      </dsp:txBody>
      <dsp:txXfrm>
        <a:off x="5753653" y="105981"/>
        <a:ext cx="4752991" cy="237649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338109-91CE-4B83-89AF-D4A648972796}">
      <dsp:nvSpPr>
        <dsp:cNvPr id="0" name=""/>
        <dsp:cNvSpPr/>
      </dsp:nvSpPr>
      <dsp:spPr>
        <a:xfrm>
          <a:off x="0" y="0"/>
          <a:ext cx="4252151" cy="777718"/>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Come up to the training ground</a:t>
          </a:r>
        </a:p>
      </dsp:txBody>
      <dsp:txXfrm>
        <a:off x="22779" y="22779"/>
        <a:ext cx="3347214" cy="732160"/>
      </dsp:txXfrm>
    </dsp:sp>
    <dsp:sp modelId="{9B092376-9CC4-46F3-9361-4AC488B1C0AD}">
      <dsp:nvSpPr>
        <dsp:cNvPr id="0" name=""/>
        <dsp:cNvSpPr/>
      </dsp:nvSpPr>
      <dsp:spPr>
        <a:xfrm>
          <a:off x="356117" y="919121"/>
          <a:ext cx="4252151" cy="777718"/>
        </a:xfrm>
        <a:prstGeom prst="roundRect">
          <a:avLst>
            <a:gd name="adj" fmla="val 10000"/>
          </a:avLst>
        </a:prstGeom>
        <a:gradFill rotWithShape="0">
          <a:gsLst>
            <a:gs pos="0">
              <a:schemeClr val="accent5">
                <a:hueOff val="-4050717"/>
                <a:satOff val="-275"/>
                <a:lumOff val="654"/>
                <a:alphaOff val="0"/>
                <a:satMod val="103000"/>
                <a:lumMod val="102000"/>
                <a:tint val="94000"/>
              </a:schemeClr>
            </a:gs>
            <a:gs pos="50000">
              <a:schemeClr val="accent5">
                <a:hueOff val="-4050717"/>
                <a:satOff val="-275"/>
                <a:lumOff val="654"/>
                <a:alphaOff val="0"/>
                <a:satMod val="110000"/>
                <a:lumMod val="100000"/>
                <a:shade val="100000"/>
              </a:schemeClr>
            </a:gs>
            <a:gs pos="100000">
              <a:schemeClr val="accent5">
                <a:hueOff val="-4050717"/>
                <a:satOff val="-275"/>
                <a:lumOff val="65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t>We will only be focusing on OSI layers 1-3</a:t>
          </a:r>
        </a:p>
      </dsp:txBody>
      <dsp:txXfrm>
        <a:off x="378896" y="941900"/>
        <a:ext cx="3344958" cy="732160"/>
      </dsp:txXfrm>
    </dsp:sp>
    <dsp:sp modelId="{E2F1D7F7-31D6-4A97-B972-A95EFCEC27F0}">
      <dsp:nvSpPr>
        <dsp:cNvPr id="0" name=""/>
        <dsp:cNvSpPr/>
      </dsp:nvSpPr>
      <dsp:spPr>
        <a:xfrm>
          <a:off x="706920" y="1838243"/>
          <a:ext cx="4252151" cy="777718"/>
        </a:xfrm>
        <a:prstGeom prst="roundRect">
          <a:avLst>
            <a:gd name="adj" fmla="val 10000"/>
          </a:avLst>
        </a:prstGeom>
        <a:gradFill rotWithShape="0">
          <a:gsLst>
            <a:gs pos="0">
              <a:schemeClr val="accent5">
                <a:hueOff val="-8101434"/>
                <a:satOff val="-551"/>
                <a:lumOff val="1307"/>
                <a:alphaOff val="0"/>
                <a:satMod val="103000"/>
                <a:lumMod val="102000"/>
                <a:tint val="94000"/>
              </a:schemeClr>
            </a:gs>
            <a:gs pos="50000">
              <a:schemeClr val="accent5">
                <a:hueOff val="-8101434"/>
                <a:satOff val="-551"/>
                <a:lumOff val="1307"/>
                <a:alphaOff val="0"/>
                <a:satMod val="110000"/>
                <a:lumMod val="100000"/>
                <a:shade val="100000"/>
              </a:schemeClr>
            </a:gs>
            <a:gs pos="100000">
              <a:schemeClr val="accent5">
                <a:hueOff val="-8101434"/>
                <a:satOff val="-551"/>
                <a:lumOff val="1307"/>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b="1" kern="1200" dirty="0">
              <a:latin typeface="Aptos Display" panose="020F0302020204030204"/>
            </a:rPr>
            <a:t>Managed </a:t>
          </a:r>
          <a:r>
            <a:rPr lang="en-US" sz="2000" b="1" kern="1200">
              <a:latin typeface="Aptos Display" panose="020F0302020204030204"/>
            </a:rPr>
            <a:t>vs unmanaged switches</a:t>
          </a:r>
          <a:endParaRPr lang="en-US" sz="2000" kern="1200"/>
        </a:p>
      </dsp:txBody>
      <dsp:txXfrm>
        <a:off x="729699" y="1861022"/>
        <a:ext cx="3350273" cy="732160"/>
      </dsp:txXfrm>
    </dsp:sp>
    <dsp:sp modelId="{430E47AF-98EB-47D6-9213-885BA420EE34}">
      <dsp:nvSpPr>
        <dsp:cNvPr id="0" name=""/>
        <dsp:cNvSpPr/>
      </dsp:nvSpPr>
      <dsp:spPr>
        <a:xfrm>
          <a:off x="1063037" y="2757364"/>
          <a:ext cx="4252151" cy="777718"/>
        </a:xfrm>
        <a:prstGeom prst="roundRect">
          <a:avLst>
            <a:gd name="adj" fmla="val 10000"/>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solidFill>
                <a:srgbClr val="444444"/>
              </a:solidFill>
              <a:latin typeface="Calibri"/>
              <a:ea typeface="Calibri"/>
              <a:cs typeface="Calibri"/>
            </a:rPr>
            <a:t>Why do we have so many different LANs</a:t>
          </a:r>
        </a:p>
      </dsp:txBody>
      <dsp:txXfrm>
        <a:off x="1085816" y="2780143"/>
        <a:ext cx="3344958" cy="732160"/>
      </dsp:txXfrm>
    </dsp:sp>
    <dsp:sp modelId="{C9677558-626D-4114-8847-BB23D5D0FB1A}">
      <dsp:nvSpPr>
        <dsp:cNvPr id="0" name=""/>
        <dsp:cNvSpPr/>
      </dsp:nvSpPr>
      <dsp:spPr>
        <a:xfrm>
          <a:off x="3746634" y="595661"/>
          <a:ext cx="505516" cy="505516"/>
        </a:xfrm>
        <a:prstGeom prst="downArrow">
          <a:avLst>
            <a:gd name="adj1" fmla="val 55000"/>
            <a:gd name="adj2" fmla="val 45000"/>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860375" y="595661"/>
        <a:ext cx="278034" cy="380401"/>
      </dsp:txXfrm>
    </dsp:sp>
    <dsp:sp modelId="{03C70476-E56B-4AC2-AA14-961F0D643614}">
      <dsp:nvSpPr>
        <dsp:cNvPr id="0" name=""/>
        <dsp:cNvSpPr/>
      </dsp:nvSpPr>
      <dsp:spPr>
        <a:xfrm>
          <a:off x="4102751" y="1514783"/>
          <a:ext cx="505516" cy="505516"/>
        </a:xfrm>
        <a:prstGeom prst="downArrow">
          <a:avLst>
            <a:gd name="adj1" fmla="val 55000"/>
            <a:gd name="adj2" fmla="val 45000"/>
          </a:avLst>
        </a:prstGeom>
        <a:solidFill>
          <a:schemeClr val="accent5">
            <a:tint val="40000"/>
            <a:alpha val="90000"/>
            <a:hueOff val="-5972333"/>
            <a:satOff val="1333"/>
            <a:lumOff val="20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216492" y="1514783"/>
        <a:ext cx="278034" cy="380401"/>
      </dsp:txXfrm>
    </dsp:sp>
    <dsp:sp modelId="{B28C5667-7125-444F-AC68-8E903EB5E355}">
      <dsp:nvSpPr>
        <dsp:cNvPr id="0" name=""/>
        <dsp:cNvSpPr/>
      </dsp:nvSpPr>
      <dsp:spPr>
        <a:xfrm>
          <a:off x="4453554" y="2433904"/>
          <a:ext cx="505516" cy="505516"/>
        </a:xfrm>
        <a:prstGeom prst="downArrow">
          <a:avLst>
            <a:gd name="adj1" fmla="val 55000"/>
            <a:gd name="adj2" fmla="val 45000"/>
          </a:avLst>
        </a:prstGeom>
        <a:solidFill>
          <a:schemeClr val="accent5">
            <a:tint val="40000"/>
            <a:alpha val="90000"/>
            <a:hueOff val="-11944666"/>
            <a:satOff val="2667"/>
            <a:lumOff val="401"/>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567295" y="2433904"/>
        <a:ext cx="278034" cy="380401"/>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0EE996-59D3-4947-93DE-249E475AB1AE}">
      <dsp:nvSpPr>
        <dsp:cNvPr id="0" name=""/>
        <dsp:cNvSpPr/>
      </dsp:nvSpPr>
      <dsp:spPr>
        <a:xfrm>
          <a:off x="0" y="0"/>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Better security </a:t>
          </a:r>
        </a:p>
      </dsp:txBody>
      <dsp:txXfrm>
        <a:off x="15941" y="15941"/>
        <a:ext cx="3626692" cy="512384"/>
      </dsp:txXfrm>
    </dsp:sp>
    <dsp:sp modelId="{5F319066-F817-483D-A9D7-40677897A139}">
      <dsp:nvSpPr>
        <dsp:cNvPr id="0" name=""/>
        <dsp:cNvSpPr/>
      </dsp:nvSpPr>
      <dsp:spPr>
        <a:xfrm>
          <a:off x="319436" y="619858"/>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Better performance</a:t>
          </a:r>
          <a:r>
            <a:rPr lang="en-US" sz="1400" kern="1200">
              <a:latin typeface="Aptos Display" panose="020F0302020204030204"/>
            </a:rPr>
            <a:t>;</a:t>
          </a:r>
          <a:r>
            <a:rPr lang="en-US" sz="1400" kern="1200"/>
            <a:t> less traffic to wade through </a:t>
          </a:r>
        </a:p>
      </dsp:txBody>
      <dsp:txXfrm>
        <a:off x="335377" y="635799"/>
        <a:ext cx="3572585" cy="512384"/>
      </dsp:txXfrm>
    </dsp:sp>
    <dsp:sp modelId="{27E3825D-F119-40EB-8BBB-C07CA0A6F257}">
      <dsp:nvSpPr>
        <dsp:cNvPr id="0" name=""/>
        <dsp:cNvSpPr/>
      </dsp:nvSpPr>
      <dsp:spPr>
        <a:xfrm>
          <a:off x="638873" y="1239717"/>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kern="1200"/>
            <a:t>Easier troubleshooting </a:t>
          </a:r>
          <a:endParaRPr lang="en-US" sz="1400" kern="1200" dirty="0">
            <a:latin typeface="Aptos Display" panose="020F0302020204030204"/>
          </a:endParaRPr>
        </a:p>
      </dsp:txBody>
      <dsp:txXfrm>
        <a:off x="654814" y="1255658"/>
        <a:ext cx="3572585" cy="512384"/>
      </dsp:txXfrm>
    </dsp:sp>
    <dsp:sp modelId="{C620EC68-CFA6-4F1C-B965-2F585CFD7642}">
      <dsp:nvSpPr>
        <dsp:cNvPr id="0" name=""/>
        <dsp:cNvSpPr/>
      </dsp:nvSpPr>
      <dsp:spPr>
        <a:xfrm>
          <a:off x="958310" y="1859576"/>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kern="1200" dirty="0"/>
            <a:t>More organized </a:t>
          </a:r>
          <a:endParaRPr lang="en-US" sz="1400" i="0" kern="1200" dirty="0">
            <a:latin typeface="Aptos Display" panose="020F0302020204030204"/>
          </a:endParaRPr>
        </a:p>
      </dsp:txBody>
      <dsp:txXfrm>
        <a:off x="974251" y="1875517"/>
        <a:ext cx="3572585" cy="512384"/>
      </dsp:txXfrm>
    </dsp:sp>
    <dsp:sp modelId="{D7DD276A-2D62-4D6F-A88A-A84E61FB33A4}">
      <dsp:nvSpPr>
        <dsp:cNvPr id="0" name=""/>
        <dsp:cNvSpPr/>
      </dsp:nvSpPr>
      <dsp:spPr>
        <a:xfrm>
          <a:off x="1277747" y="2479435"/>
          <a:ext cx="4277677" cy="5442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i="1" kern="1200">
              <a:latin typeface="Aptos Display" panose="020F0302020204030204"/>
            </a:rPr>
            <a:t>A focus of our</a:t>
          </a:r>
          <a:r>
            <a:rPr lang="en-US" sz="1400" i="1" kern="1200"/>
            <a:t> second module - firewalls</a:t>
          </a:r>
          <a:endParaRPr lang="en-US" sz="1400" kern="1200" dirty="0"/>
        </a:p>
      </dsp:txBody>
      <dsp:txXfrm>
        <a:off x="1293688" y="2495376"/>
        <a:ext cx="3572585" cy="512384"/>
      </dsp:txXfrm>
    </dsp:sp>
    <dsp:sp modelId="{6C4893F1-5CE6-45BE-A7C7-C13346495F20}">
      <dsp:nvSpPr>
        <dsp:cNvPr id="0" name=""/>
        <dsp:cNvSpPr/>
      </dsp:nvSpPr>
      <dsp:spPr>
        <a:xfrm>
          <a:off x="3923904" y="397616"/>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003503" y="397616"/>
        <a:ext cx="194575" cy="266214"/>
      </dsp:txXfrm>
    </dsp:sp>
    <dsp:sp modelId="{FDEDD0D7-C68A-4DD2-9058-D1D053FEC7B9}">
      <dsp:nvSpPr>
        <dsp:cNvPr id="0" name=""/>
        <dsp:cNvSpPr/>
      </dsp:nvSpPr>
      <dsp:spPr>
        <a:xfrm>
          <a:off x="4243341" y="1017475"/>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322940" y="1017475"/>
        <a:ext cx="194575" cy="266214"/>
      </dsp:txXfrm>
    </dsp:sp>
    <dsp:sp modelId="{E2621A3F-AA9D-4A94-879B-025C90069EF9}">
      <dsp:nvSpPr>
        <dsp:cNvPr id="0" name=""/>
        <dsp:cNvSpPr/>
      </dsp:nvSpPr>
      <dsp:spPr>
        <a:xfrm>
          <a:off x="4562777" y="1628263"/>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642376" y="1628263"/>
        <a:ext cx="194575" cy="266214"/>
      </dsp:txXfrm>
    </dsp:sp>
    <dsp:sp modelId="{CC3B0971-4E6D-47B1-87FC-7123D22173C1}">
      <dsp:nvSpPr>
        <dsp:cNvPr id="0" name=""/>
        <dsp:cNvSpPr/>
      </dsp:nvSpPr>
      <dsp:spPr>
        <a:xfrm>
          <a:off x="4882214" y="2254169"/>
          <a:ext cx="353773" cy="353773"/>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961813" y="2254169"/>
        <a:ext cx="194575" cy="266214"/>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974E39-FDB9-4777-B32C-9960BF972137}">
      <dsp:nvSpPr>
        <dsp:cNvPr id="0" name=""/>
        <dsp:cNvSpPr/>
      </dsp:nvSpPr>
      <dsp:spPr>
        <a:xfrm>
          <a:off x="0" y="2626263"/>
          <a:ext cx="2628900" cy="17231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70688" rIns="186967" bIns="170688" numCol="1" spcCol="1270" anchor="ctr" anchorCtr="0">
          <a:noAutofit/>
        </a:bodyPr>
        <a:lstStyle/>
        <a:p>
          <a:pPr marL="0" lvl="0" indent="0" algn="ctr" defTabSz="1066800">
            <a:lnSpc>
              <a:spcPct val="90000"/>
            </a:lnSpc>
            <a:spcBef>
              <a:spcPct val="0"/>
            </a:spcBef>
            <a:spcAft>
              <a:spcPct val="35000"/>
            </a:spcAft>
            <a:buNone/>
            <a:defRPr b="1"/>
          </a:pPr>
          <a:r>
            <a:rPr lang="en-US" sz="2400" kern="1200"/>
            <a:t>Get a group member's IP and "traceroute &lt;insert their IP&gt;</a:t>
          </a:r>
        </a:p>
      </dsp:txBody>
      <dsp:txXfrm>
        <a:off x="0" y="2626263"/>
        <a:ext cx="2628900" cy="1723112"/>
      </dsp:txXfrm>
    </dsp:sp>
    <dsp:sp modelId="{BC885ED0-E96B-4BF6-BDE9-6EF1598A8E1C}">
      <dsp:nvSpPr>
        <dsp:cNvPr id="0" name=""/>
        <dsp:cNvSpPr/>
      </dsp:nvSpPr>
      <dsp:spPr>
        <a:xfrm>
          <a:off x="2628900" y="2626263"/>
          <a:ext cx="7886700" cy="172311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304800" rIns="159980" bIns="304800" numCol="1" spcCol="1270" anchor="ctr" anchorCtr="0">
          <a:noAutofit/>
        </a:bodyPr>
        <a:lstStyle/>
        <a:p>
          <a:pPr marL="0" lvl="0" indent="0" algn="l" defTabSz="1066800">
            <a:lnSpc>
              <a:spcPct val="90000"/>
            </a:lnSpc>
            <a:spcBef>
              <a:spcPct val="0"/>
            </a:spcBef>
            <a:spcAft>
              <a:spcPct val="35000"/>
            </a:spcAft>
            <a:buNone/>
          </a:pPr>
          <a:r>
            <a:rPr lang="en-US" sz="2400" kern="1200"/>
            <a:t>What do you notice?</a:t>
          </a:r>
        </a:p>
      </dsp:txBody>
      <dsp:txXfrm>
        <a:off x="2628900" y="2626263"/>
        <a:ext cx="7886700" cy="1723112"/>
      </dsp:txXfrm>
    </dsp:sp>
    <dsp:sp modelId="{609E2A2E-B9BB-4B02-ABAA-875E54A9DEA1}">
      <dsp:nvSpPr>
        <dsp:cNvPr id="0" name=""/>
        <dsp:cNvSpPr/>
      </dsp:nvSpPr>
      <dsp:spPr>
        <a:xfrm rot="10800000">
          <a:off x="0" y="1962"/>
          <a:ext cx="2628900" cy="2650147"/>
        </a:xfrm>
        <a:prstGeom prst="upArrowCallout">
          <a:avLst>
            <a:gd name="adj1" fmla="val 5000"/>
            <a:gd name="adj2" fmla="val 10000"/>
            <a:gd name="adj3" fmla="val 15000"/>
            <a:gd name="adj4" fmla="val 64977"/>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967" tIns="170688" rIns="186967" bIns="170688" numCol="1" spcCol="1270" anchor="ctr" anchorCtr="0">
          <a:noAutofit/>
        </a:bodyPr>
        <a:lstStyle/>
        <a:p>
          <a:pPr marL="0" lvl="0" indent="0" algn="ctr" defTabSz="1066800" rtl="0">
            <a:lnSpc>
              <a:spcPct val="90000"/>
            </a:lnSpc>
            <a:spcBef>
              <a:spcPct val="0"/>
            </a:spcBef>
            <a:spcAft>
              <a:spcPct val="35000"/>
            </a:spcAft>
            <a:buNone/>
            <a:defRPr b="1"/>
          </a:pPr>
          <a:r>
            <a:rPr lang="en-US" sz="2400" kern="1200"/>
            <a:t>Find someone in your group and try to ping </a:t>
          </a:r>
          <a:r>
            <a:rPr lang="en-US" sz="2400" kern="1200">
              <a:latin typeface="Aptos Display" panose="020F0302020204030204"/>
            </a:rPr>
            <a:t>their IP</a:t>
          </a:r>
          <a:endParaRPr lang="en-US" sz="2400" kern="1200"/>
        </a:p>
      </dsp:txBody>
      <dsp:txXfrm rot="-10800000">
        <a:off x="0" y="1962"/>
        <a:ext cx="2628900" cy="1722595"/>
      </dsp:txXfrm>
    </dsp:sp>
    <dsp:sp modelId="{B6CFC737-32BB-434A-965A-CBC6CDC9EE6F}">
      <dsp:nvSpPr>
        <dsp:cNvPr id="0" name=""/>
        <dsp:cNvSpPr/>
      </dsp:nvSpPr>
      <dsp:spPr>
        <a:xfrm>
          <a:off x="2628900" y="1962"/>
          <a:ext cx="7886700" cy="1722595"/>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59980" tIns="304800" rIns="159980" bIns="304800" numCol="1" spcCol="1270" anchor="ctr" anchorCtr="0">
          <a:noAutofit/>
        </a:bodyPr>
        <a:lstStyle/>
        <a:p>
          <a:pPr marL="0" lvl="0" indent="0" algn="l" defTabSz="1066800">
            <a:lnSpc>
              <a:spcPct val="90000"/>
            </a:lnSpc>
            <a:spcBef>
              <a:spcPct val="0"/>
            </a:spcBef>
            <a:spcAft>
              <a:spcPct val="35000"/>
            </a:spcAft>
            <a:buNone/>
          </a:pPr>
          <a:r>
            <a:rPr lang="en-US" sz="2400" kern="1200" dirty="0"/>
            <a:t>"ping 192.168.xx.xxx" fill in the x's with their </a:t>
          </a:r>
          <a:r>
            <a:rPr lang="en-US" sz="2400" kern="1200" dirty="0" err="1"/>
            <a:t>ip</a:t>
          </a:r>
          <a:r>
            <a:rPr lang="en-US" sz="2400" kern="1200" dirty="0"/>
            <a:t> information</a:t>
          </a:r>
        </a:p>
        <a:p>
          <a:pPr marL="0" lvl="0" indent="0" algn="l" defTabSz="1066800" rtl="0">
            <a:lnSpc>
              <a:spcPct val="90000"/>
            </a:lnSpc>
            <a:spcBef>
              <a:spcPct val="0"/>
            </a:spcBef>
            <a:spcAft>
              <a:spcPct val="35000"/>
            </a:spcAft>
            <a:buNone/>
          </a:pPr>
          <a:r>
            <a:rPr lang="en-US" sz="2400" kern="1200">
              <a:latin typeface="Aptos Display" panose="020F0302020204030204"/>
            </a:rPr>
            <a:t>What do you notice</a:t>
          </a:r>
          <a:endParaRPr lang="en-US" sz="2400" kern="1200"/>
        </a:p>
      </dsp:txBody>
      <dsp:txXfrm>
        <a:off x="2628900" y="1962"/>
        <a:ext cx="7886700" cy="1722595"/>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D41206-064E-46D6-8B2E-7D7793CC8D86}">
      <dsp:nvSpPr>
        <dsp:cNvPr id="0" name=""/>
        <dsp:cNvSpPr/>
      </dsp:nvSpPr>
      <dsp:spPr>
        <a:xfrm>
          <a:off x="683" y="532081"/>
          <a:ext cx="2397692" cy="152253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FAD4691-AB8C-4B4F-A8AC-49C02BDA9FE9}">
      <dsp:nvSpPr>
        <dsp:cNvPr id="0" name=""/>
        <dsp:cNvSpPr/>
      </dsp:nvSpPr>
      <dsp:spPr>
        <a:xfrm>
          <a:off x="267093" y="785171"/>
          <a:ext cx="2397692" cy="152253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a:t>Everyone will have the same username/</a:t>
          </a:r>
          <a:r>
            <a:rPr lang="en-US" sz="1800" kern="1200">
              <a:latin typeface="Aptos Display" panose="020F0302020204030204"/>
            </a:rPr>
            <a:t>password as the sheet we gave out earlier</a:t>
          </a:r>
          <a:endParaRPr lang="en-US" sz="1800" kern="1200"/>
        </a:p>
      </dsp:txBody>
      <dsp:txXfrm>
        <a:off x="311686" y="829764"/>
        <a:ext cx="2308506" cy="1433348"/>
      </dsp:txXfrm>
    </dsp:sp>
    <dsp:sp modelId="{2AAEA673-61BA-4369-9137-CD77893F57C9}">
      <dsp:nvSpPr>
        <dsp:cNvPr id="0" name=""/>
        <dsp:cNvSpPr/>
      </dsp:nvSpPr>
      <dsp:spPr>
        <a:xfrm>
          <a:off x="2931196" y="532081"/>
          <a:ext cx="2397692" cy="152253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754F7F6-96D6-4845-8EF9-AB0589A3990E}">
      <dsp:nvSpPr>
        <dsp:cNvPr id="0" name=""/>
        <dsp:cNvSpPr/>
      </dsp:nvSpPr>
      <dsp:spPr>
        <a:xfrm>
          <a:off x="3197606" y="785171"/>
          <a:ext cx="2397692" cy="152253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The table shows your hostname to put in next to your name</a:t>
          </a:r>
        </a:p>
      </dsp:txBody>
      <dsp:txXfrm>
        <a:off x="3242199" y="829764"/>
        <a:ext cx="2308506" cy="1433348"/>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21058-E4C5-4342-9388-78331E9417ED}">
      <dsp:nvSpPr>
        <dsp:cNvPr id="0" name=""/>
        <dsp:cNvSpPr/>
      </dsp:nvSpPr>
      <dsp:spPr>
        <a:xfrm>
          <a:off x="0" y="2196600"/>
          <a:ext cx="1132724" cy="1441207"/>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1270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80559" tIns="99568" rIns="80559" bIns="99568" numCol="1" spcCol="1270" anchor="ctr" anchorCtr="0">
          <a:noAutofit/>
        </a:bodyPr>
        <a:lstStyle/>
        <a:p>
          <a:pPr marL="0" lvl="0" indent="0" algn="ctr" defTabSz="622300">
            <a:lnSpc>
              <a:spcPct val="90000"/>
            </a:lnSpc>
            <a:spcBef>
              <a:spcPct val="0"/>
            </a:spcBef>
            <a:spcAft>
              <a:spcPct val="35000"/>
            </a:spcAft>
            <a:buNone/>
            <a:defRPr b="1"/>
          </a:pPr>
          <a:r>
            <a:rPr lang="en-US" sz="1400" kern="1200"/>
            <a:t>Get a group member's IP and "traceroute &lt;insert their IP&gt;</a:t>
          </a:r>
        </a:p>
      </dsp:txBody>
      <dsp:txXfrm>
        <a:off x="0" y="2196600"/>
        <a:ext cx="1132724" cy="1441207"/>
      </dsp:txXfrm>
    </dsp:sp>
    <dsp:sp modelId="{DDAC4C26-5A7C-421E-BE6A-A2725A8681E5}">
      <dsp:nvSpPr>
        <dsp:cNvPr id="0" name=""/>
        <dsp:cNvSpPr/>
      </dsp:nvSpPr>
      <dsp:spPr>
        <a:xfrm>
          <a:off x="1132724" y="2196600"/>
          <a:ext cx="3398173" cy="1441207"/>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68931" tIns="177800" rIns="68931" bIns="177800" numCol="1" spcCol="1270" anchor="ctr" anchorCtr="0">
          <a:noAutofit/>
        </a:bodyPr>
        <a:lstStyle/>
        <a:p>
          <a:pPr marL="0" lvl="0" indent="0" algn="l" defTabSz="622300">
            <a:lnSpc>
              <a:spcPct val="90000"/>
            </a:lnSpc>
            <a:spcBef>
              <a:spcPct val="0"/>
            </a:spcBef>
            <a:spcAft>
              <a:spcPct val="35000"/>
            </a:spcAft>
            <a:buNone/>
          </a:pPr>
          <a:r>
            <a:rPr lang="en-US" sz="1400" kern="1200"/>
            <a:t>What do you notice?</a:t>
          </a:r>
        </a:p>
      </dsp:txBody>
      <dsp:txXfrm>
        <a:off x="1132724" y="2196600"/>
        <a:ext cx="3398173" cy="1441207"/>
      </dsp:txXfrm>
    </dsp:sp>
    <dsp:sp modelId="{D1DE5671-CED3-429C-8DA1-78517E1BDC82}">
      <dsp:nvSpPr>
        <dsp:cNvPr id="0" name=""/>
        <dsp:cNvSpPr/>
      </dsp:nvSpPr>
      <dsp:spPr>
        <a:xfrm rot="10800000">
          <a:off x="0" y="1641"/>
          <a:ext cx="1132724" cy="2216577"/>
        </a:xfrm>
        <a:prstGeom prst="upArrowCallout">
          <a:avLst>
            <a:gd name="adj1" fmla="val 5000"/>
            <a:gd name="adj2" fmla="val 10000"/>
            <a:gd name="adj3" fmla="val 15000"/>
            <a:gd name="adj4" fmla="val 64977"/>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w="12700" cap="flat" cmpd="sng" algn="ctr">
          <a:solidFill>
            <a:schemeClr val="accent5">
              <a:hueOff val="-12152150"/>
              <a:satOff val="-826"/>
              <a:lumOff val="1961"/>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80559" tIns="99568" rIns="80559" bIns="99568" numCol="1" spcCol="1270" anchor="ctr" anchorCtr="0">
          <a:noAutofit/>
        </a:bodyPr>
        <a:lstStyle/>
        <a:p>
          <a:pPr marL="0" lvl="0" indent="0" algn="ctr" defTabSz="622300">
            <a:lnSpc>
              <a:spcPct val="90000"/>
            </a:lnSpc>
            <a:spcBef>
              <a:spcPct val="0"/>
            </a:spcBef>
            <a:spcAft>
              <a:spcPct val="35000"/>
            </a:spcAft>
            <a:buNone/>
            <a:defRPr b="1"/>
          </a:pPr>
          <a:r>
            <a:rPr lang="en-US" sz="1400" kern="1200"/>
            <a:t>Find someone in your group and try to ping their new IP</a:t>
          </a:r>
        </a:p>
      </dsp:txBody>
      <dsp:txXfrm rot="-10800000">
        <a:off x="0" y="1641"/>
        <a:ext cx="1132724" cy="1440775"/>
      </dsp:txXfrm>
    </dsp:sp>
    <dsp:sp modelId="{8EA61E42-CC3E-49F9-918E-E3DA2B152B0D}">
      <dsp:nvSpPr>
        <dsp:cNvPr id="0" name=""/>
        <dsp:cNvSpPr/>
      </dsp:nvSpPr>
      <dsp:spPr>
        <a:xfrm>
          <a:off x="1132724" y="1641"/>
          <a:ext cx="3398173" cy="1440775"/>
        </a:xfrm>
        <a:prstGeom prst="rect">
          <a:avLst/>
        </a:prstGeom>
        <a:solidFill>
          <a:schemeClr val="accent5">
            <a:tint val="40000"/>
            <a:alpha val="90000"/>
            <a:hueOff val="-11944666"/>
            <a:satOff val="2667"/>
            <a:lumOff val="401"/>
            <a:alphaOff val="0"/>
          </a:schemeClr>
        </a:solidFill>
        <a:ln w="12700" cap="flat" cmpd="sng" algn="ctr">
          <a:solidFill>
            <a:schemeClr val="accent5">
              <a:tint val="40000"/>
              <a:alpha val="90000"/>
              <a:hueOff val="-11944666"/>
              <a:satOff val="2667"/>
              <a:lumOff val="401"/>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68931" tIns="177800" rIns="68931" bIns="177800" numCol="1" spcCol="1270" anchor="ctr" anchorCtr="0">
          <a:noAutofit/>
        </a:bodyPr>
        <a:lstStyle/>
        <a:p>
          <a:pPr marL="0" lvl="0" indent="0" algn="l" defTabSz="622300" rtl="0">
            <a:lnSpc>
              <a:spcPct val="90000"/>
            </a:lnSpc>
            <a:spcBef>
              <a:spcPct val="0"/>
            </a:spcBef>
            <a:spcAft>
              <a:spcPct val="35000"/>
            </a:spcAft>
            <a:buNone/>
          </a:pPr>
          <a:r>
            <a:rPr lang="en-US" sz="1400" kern="1200"/>
            <a:t>"ping 192.168.xx.xxx" </a:t>
          </a:r>
          <a:br>
            <a:rPr lang="en-US" sz="1400" kern="1200" dirty="0"/>
          </a:br>
          <a:endParaRPr lang="en-US" sz="1400" kern="1200" dirty="0">
            <a:latin typeface="Aptos Display" panose="020F0302020204030204"/>
          </a:endParaRPr>
        </a:p>
        <a:p>
          <a:pPr marL="0" lvl="0" indent="0" algn="l" defTabSz="622300">
            <a:lnSpc>
              <a:spcPct val="90000"/>
            </a:lnSpc>
            <a:spcBef>
              <a:spcPct val="0"/>
            </a:spcBef>
            <a:spcAft>
              <a:spcPct val="35000"/>
            </a:spcAft>
            <a:buNone/>
          </a:pPr>
          <a:r>
            <a:rPr lang="en-US" sz="1400" kern="1200"/>
            <a:t>What </a:t>
          </a:r>
          <a:r>
            <a:rPr lang="en-US" sz="1400" kern="1200">
              <a:latin typeface="Aptos Display" panose="020F0302020204030204"/>
            </a:rPr>
            <a:t>happened?</a:t>
          </a:r>
          <a:endParaRPr lang="en-US" sz="1400" kern="1200"/>
        </a:p>
      </dsp:txBody>
      <dsp:txXfrm>
        <a:off x="1132724" y="1641"/>
        <a:ext cx="3398173" cy="1440775"/>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BDE665-7745-48B9-B958-5D488592BC32}">
      <dsp:nvSpPr>
        <dsp:cNvPr id="0" name=""/>
        <dsp:cNvSpPr/>
      </dsp:nvSpPr>
      <dsp:spPr>
        <a:xfrm>
          <a:off x="0" y="1805"/>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5A01BA-9147-4D6B-A905-C774FCCE16AC}">
      <dsp:nvSpPr>
        <dsp:cNvPr id="0" name=""/>
        <dsp:cNvSpPr/>
      </dsp:nvSpPr>
      <dsp:spPr>
        <a:xfrm>
          <a:off x="276881" y="207750"/>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4E973F-348B-46BD-B2BD-40F623483003}">
      <dsp:nvSpPr>
        <dsp:cNvPr id="0" name=""/>
        <dsp:cNvSpPr/>
      </dsp:nvSpPr>
      <dsp:spPr>
        <a:xfrm>
          <a:off x="1057183" y="1805"/>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IP is the post office, port is the specific mailbox</a:t>
          </a:r>
        </a:p>
      </dsp:txBody>
      <dsp:txXfrm>
        <a:off x="1057183" y="1805"/>
        <a:ext cx="9458416" cy="915310"/>
      </dsp:txXfrm>
    </dsp:sp>
    <dsp:sp modelId="{B97E264B-9DA4-41FF-95CB-1CBC382E7506}">
      <dsp:nvSpPr>
        <dsp:cNvPr id="0" name=""/>
        <dsp:cNvSpPr/>
      </dsp:nvSpPr>
      <dsp:spPr>
        <a:xfrm>
          <a:off x="0" y="1145944"/>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CB300D-6C45-41FE-AEFB-058918C1B2B8}">
      <dsp:nvSpPr>
        <dsp:cNvPr id="0" name=""/>
        <dsp:cNvSpPr/>
      </dsp:nvSpPr>
      <dsp:spPr>
        <a:xfrm>
          <a:off x="276881" y="1351889"/>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610F766-80C9-4E4F-B060-98DC3AEEC9A4}">
      <dsp:nvSpPr>
        <dsp:cNvPr id="0" name=""/>
        <dsp:cNvSpPr/>
      </dsp:nvSpPr>
      <dsp:spPr>
        <a:xfrm>
          <a:off x="1057183" y="1145944"/>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Hosts specific computer program</a:t>
          </a:r>
        </a:p>
      </dsp:txBody>
      <dsp:txXfrm>
        <a:off x="1057183" y="1145944"/>
        <a:ext cx="9458416" cy="915310"/>
      </dsp:txXfrm>
    </dsp:sp>
    <dsp:sp modelId="{52CD1C79-3112-4F52-B851-EAE4B5AAC731}">
      <dsp:nvSpPr>
        <dsp:cNvPr id="0" name=""/>
        <dsp:cNvSpPr/>
      </dsp:nvSpPr>
      <dsp:spPr>
        <a:xfrm>
          <a:off x="0" y="2290082"/>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69AAA3E-9E7B-4320-BC7C-449CDD4F73FA}">
      <dsp:nvSpPr>
        <dsp:cNvPr id="0" name=""/>
        <dsp:cNvSpPr/>
      </dsp:nvSpPr>
      <dsp:spPr>
        <a:xfrm>
          <a:off x="276881" y="2496027"/>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C99A03A-C361-417D-8705-5FC855330F04}">
      <dsp:nvSpPr>
        <dsp:cNvPr id="0" name=""/>
        <dsp:cNvSpPr/>
      </dsp:nvSpPr>
      <dsp:spPr>
        <a:xfrm>
          <a:off x="1057183" y="2290082"/>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Common ports; 433, 80, 22</a:t>
          </a:r>
        </a:p>
      </dsp:txBody>
      <dsp:txXfrm>
        <a:off x="1057183" y="2290082"/>
        <a:ext cx="9458416" cy="915310"/>
      </dsp:txXfrm>
    </dsp:sp>
    <dsp:sp modelId="{80C759DF-2B49-4EB7-BF38-3882B878C2EB}">
      <dsp:nvSpPr>
        <dsp:cNvPr id="0" name=""/>
        <dsp:cNvSpPr/>
      </dsp:nvSpPr>
      <dsp:spPr>
        <a:xfrm>
          <a:off x="0" y="3434221"/>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DF2BDEF-C9F8-4946-8EAD-027AC8673C19}">
      <dsp:nvSpPr>
        <dsp:cNvPr id="0" name=""/>
        <dsp:cNvSpPr/>
      </dsp:nvSpPr>
      <dsp:spPr>
        <a:xfrm>
          <a:off x="276881" y="3640166"/>
          <a:ext cx="503420" cy="5034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BC0528-3042-41DF-B7E9-8779CB9BD546}">
      <dsp:nvSpPr>
        <dsp:cNvPr id="0" name=""/>
        <dsp:cNvSpPr/>
      </dsp:nvSpPr>
      <dsp:spPr>
        <a:xfrm>
          <a:off x="1057183" y="3434221"/>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n-US" sz="2200" kern="1200"/>
            <a:t>Socket connection: Both IP and port connected from sender/receiver</a:t>
          </a:r>
        </a:p>
      </dsp:txBody>
      <dsp:txXfrm>
        <a:off x="1057183" y="3434221"/>
        <a:ext cx="9458416" cy="915310"/>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A7FAC7-3EC7-4EBC-BAE0-AB94F08989D8}">
      <dsp:nvSpPr>
        <dsp:cNvPr id="0" name=""/>
        <dsp:cNvSpPr/>
      </dsp:nvSpPr>
      <dsp:spPr>
        <a:xfrm>
          <a:off x="0" y="0"/>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t>In Module 1, your VM asked a DHCP server for an address. </a:t>
          </a:r>
          <a:endParaRPr lang="en-US" sz="2000" kern="1200" dirty="0">
            <a:latin typeface="Aptos Display" panose="020F0302020204030204"/>
          </a:endParaRPr>
        </a:p>
      </dsp:txBody>
      <dsp:txXfrm>
        <a:off x="22787" y="22787"/>
        <a:ext cx="3551009" cy="732441"/>
      </dsp:txXfrm>
    </dsp:sp>
    <dsp:sp modelId="{AECEDBA0-DCE7-4ADC-8B8D-86A0B13FDABE}">
      <dsp:nvSpPr>
        <dsp:cNvPr id="0" name=""/>
        <dsp:cNvSpPr/>
      </dsp:nvSpPr>
      <dsp:spPr>
        <a:xfrm>
          <a:off x="334663" y="886073"/>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Now, </a:t>
          </a:r>
          <a:r>
            <a:rPr lang="en-US" sz="2000" kern="1200" dirty="0" err="1"/>
            <a:t>OPNsense</a:t>
          </a:r>
          <a:r>
            <a:rPr lang="en-US" sz="2000" kern="1200" dirty="0"/>
            <a:t> </a:t>
          </a:r>
          <a:r>
            <a:rPr lang="en-US" sz="2000" kern="1200" dirty="0" err="1"/>
            <a:t>is</a:t>
          </a:r>
          <a:r>
            <a:rPr lang="en-US" sz="2000" kern="1200" dirty="0"/>
            <a:t> that server for your VLAN.</a:t>
          </a:r>
        </a:p>
      </dsp:txBody>
      <dsp:txXfrm>
        <a:off x="357450" y="908860"/>
        <a:ext cx="3595628" cy="732441"/>
      </dsp:txXfrm>
    </dsp:sp>
    <dsp:sp modelId="{F51F33AC-A238-4BF2-B9DE-7C5EC9C73D19}">
      <dsp:nvSpPr>
        <dsp:cNvPr id="0" name=""/>
        <dsp:cNvSpPr/>
      </dsp:nvSpPr>
      <dsp:spPr>
        <a:xfrm>
          <a:off x="669326" y="1772147"/>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t>You define </a:t>
          </a:r>
          <a:r>
            <a:rPr lang="en-US" sz="2000" kern="1200" dirty="0">
              <a:latin typeface="Aptos Display" panose="020F0302020204030204"/>
            </a:rPr>
            <a:t>DHCP ranges</a:t>
          </a:r>
        </a:p>
      </dsp:txBody>
      <dsp:txXfrm>
        <a:off x="692113" y="1794934"/>
        <a:ext cx="3595628" cy="732441"/>
      </dsp:txXfrm>
    </dsp:sp>
    <dsp:sp modelId="{F844158A-3117-40CF-9FE1-8059CCED71A3}">
      <dsp:nvSpPr>
        <dsp:cNvPr id="0" name=""/>
        <dsp:cNvSpPr/>
      </dsp:nvSpPr>
      <dsp:spPr>
        <a:xfrm>
          <a:off x="1003989" y="2658220"/>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US" sz="2000" kern="1200" dirty="0">
              <a:latin typeface="Aptos Display" panose="020F0302020204030204"/>
            </a:rPr>
            <a:t>Your LAN clients get these IPs</a:t>
          </a:r>
          <a:endParaRPr lang="en-US" sz="2000" kern="1200" dirty="0"/>
        </a:p>
      </dsp:txBody>
      <dsp:txXfrm>
        <a:off x="1026776" y="2681007"/>
        <a:ext cx="3595628" cy="732441"/>
      </dsp:txXfrm>
    </dsp:sp>
    <dsp:sp modelId="{741A4449-A50C-414C-A3BC-B06A870A8546}">
      <dsp:nvSpPr>
        <dsp:cNvPr id="0" name=""/>
        <dsp:cNvSpPr/>
      </dsp:nvSpPr>
      <dsp:spPr>
        <a:xfrm>
          <a:off x="1338652" y="3544294"/>
          <a:ext cx="4481576" cy="77801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a:latin typeface="Aptos Display" panose="020F0302020204030204"/>
            </a:rPr>
            <a:t>What</a:t>
          </a:r>
          <a:r>
            <a:rPr lang="en-US" sz="2000" kern="1200"/>
            <a:t> range makes a good DHCP pool</a:t>
          </a:r>
          <a:r>
            <a:rPr lang="en-US" sz="2000" kern="1200">
              <a:latin typeface="Aptos Display" panose="020F0302020204030204"/>
            </a:rPr>
            <a:t>?</a:t>
          </a:r>
          <a:endParaRPr lang="en-US" sz="2000" kern="1200"/>
        </a:p>
      </dsp:txBody>
      <dsp:txXfrm>
        <a:off x="1361439" y="3567081"/>
        <a:ext cx="3595628" cy="732441"/>
      </dsp:txXfrm>
    </dsp:sp>
    <dsp:sp modelId="{0B955691-2813-4BB8-87EC-29AB60BC45F4}">
      <dsp:nvSpPr>
        <dsp:cNvPr id="0" name=""/>
        <dsp:cNvSpPr/>
      </dsp:nvSpPr>
      <dsp:spPr>
        <a:xfrm>
          <a:off x="3975866" y="568383"/>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089651" y="568383"/>
        <a:ext cx="278140" cy="380547"/>
      </dsp:txXfrm>
    </dsp:sp>
    <dsp:sp modelId="{E056D49A-19E1-4D53-AE7E-4CBF4495D932}">
      <dsp:nvSpPr>
        <dsp:cNvPr id="0" name=""/>
        <dsp:cNvSpPr/>
      </dsp:nvSpPr>
      <dsp:spPr>
        <a:xfrm>
          <a:off x="4310529" y="1454457"/>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424314" y="1454457"/>
        <a:ext cx="278140" cy="380547"/>
      </dsp:txXfrm>
    </dsp:sp>
    <dsp:sp modelId="{5EA40D71-DD63-468E-AF28-A9547146E01C}">
      <dsp:nvSpPr>
        <dsp:cNvPr id="0" name=""/>
        <dsp:cNvSpPr/>
      </dsp:nvSpPr>
      <dsp:spPr>
        <a:xfrm>
          <a:off x="4645192" y="2327563"/>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758977" y="2327563"/>
        <a:ext cx="278140" cy="380547"/>
      </dsp:txXfrm>
    </dsp:sp>
    <dsp:sp modelId="{986588FA-9E22-4A55-BD48-34D1FA15CE86}">
      <dsp:nvSpPr>
        <dsp:cNvPr id="0" name=""/>
        <dsp:cNvSpPr/>
      </dsp:nvSpPr>
      <dsp:spPr>
        <a:xfrm>
          <a:off x="4979855" y="3222282"/>
          <a:ext cx="505710" cy="505710"/>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5093640" y="3222282"/>
        <a:ext cx="278140" cy="38054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5.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5.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6.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0.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748457-A221-4B53-928C-0F8829A7CFCB}" type="datetimeFigureOut">
              <a:t>7/27/2026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D43FE9-3319-4372-821B-E64A154AF2BC}" type="slidenum">
              <a:t>‹#›</a:t>
            </a:fld>
            <a:endParaRPr lang="en-US"/>
          </a:p>
        </p:txBody>
      </p:sp>
    </p:spTree>
    <p:extLst>
      <p:ext uri="{BB962C8B-B14F-4D97-AF65-F5344CB8AC3E}">
        <p14:creationId xmlns:p14="http://schemas.microsoft.com/office/powerpoint/2010/main" val="305342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www.itjones.com/blogs/understanding-dns-basics-of-computer-networking"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Show by doing ctrl alt f1, then ctrl alt f7</a:t>
            </a:r>
          </a:p>
        </p:txBody>
      </p:sp>
      <p:sp>
        <p:nvSpPr>
          <p:cNvPr id="4" name="Slide Number Placeholder 3"/>
          <p:cNvSpPr>
            <a:spLocks noGrp="1"/>
          </p:cNvSpPr>
          <p:nvPr>
            <p:ph type="sldNum" sz="quarter" idx="5"/>
          </p:nvPr>
        </p:nvSpPr>
        <p:spPr/>
        <p:txBody>
          <a:bodyPr/>
          <a:lstStyle/>
          <a:p>
            <a:fld id="{66D43FE9-3319-4372-821B-E64A154AF2BC}" type="slidenum">
              <a:rPr lang="en-US"/>
              <a:t>1</a:t>
            </a:fld>
            <a:endParaRPr lang="en-US"/>
          </a:p>
        </p:txBody>
      </p:sp>
    </p:spTree>
    <p:extLst>
      <p:ext uri="{BB962C8B-B14F-4D97-AF65-F5344CB8AC3E}">
        <p14:creationId xmlns:p14="http://schemas.microsoft.com/office/powerpoint/2010/main" val="1275572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Have a terminal on one screen of their </a:t>
            </a:r>
            <a:r>
              <a:rPr lang="en-US" dirty="0" err="1">
                <a:ea typeface="Calibri"/>
                <a:cs typeface="Calibri"/>
              </a:rPr>
              <a:t>vm</a:t>
            </a:r>
            <a:r>
              <a:rPr lang="en-US" dirty="0">
                <a:ea typeface="Calibri"/>
                <a:cs typeface="Calibri"/>
              </a:rPr>
              <a:t>, and the slides </a:t>
            </a:r>
            <a:r>
              <a:rPr lang="en-US" dirty="0" err="1">
                <a:ea typeface="Calibri"/>
                <a:cs typeface="Calibri"/>
              </a:rPr>
              <a:t>ona</a:t>
            </a:r>
            <a:r>
              <a:rPr lang="en-US" dirty="0">
                <a:ea typeface="Calibri"/>
                <a:cs typeface="Calibri"/>
              </a:rPr>
              <a:t> </a:t>
            </a:r>
            <a:r>
              <a:rPr lang="en-US" dirty="0" err="1">
                <a:ea typeface="Calibri"/>
                <a:cs typeface="Calibri"/>
              </a:rPr>
              <a:t>nother</a:t>
            </a:r>
            <a:r>
              <a:rPr lang="en-US" dirty="0">
                <a:ea typeface="Calibri"/>
                <a:cs typeface="Calibri"/>
              </a:rPr>
              <a:t> so I don't need to go back and forth a bunch</a:t>
            </a:r>
          </a:p>
          <a:p>
            <a:endParaRPr lang="en-US" dirty="0">
              <a:ea typeface="Calibri"/>
              <a:cs typeface="Calibri"/>
            </a:endParaRPr>
          </a:p>
          <a:p>
            <a:r>
              <a:rPr lang="en-US" dirty="0">
                <a:ea typeface="Calibri"/>
                <a:cs typeface="Calibri"/>
              </a:rPr>
              <a:t>Introduce ourselves, what we hope they get out of it (inspiration to create their own </a:t>
            </a:r>
            <a:r>
              <a:rPr lang="en-US" dirty="0" err="1">
                <a:ea typeface="Calibri"/>
                <a:cs typeface="Calibri"/>
              </a:rPr>
              <a:t>networksa</a:t>
            </a:r>
            <a:r>
              <a:rPr lang="en-US" dirty="0">
                <a:ea typeface="Calibri"/>
                <a:cs typeface="Calibri"/>
              </a:rPr>
              <a:t> and firewalls, and the knowledge to do so, or if not, at least the conceptual grasp that will help them be able to do so in the future if they do. Ideas that can be applied across different types of firewall/data center software; concepts &gt; specific implementation</a:t>
            </a:r>
            <a:endParaRPr lang="en-US">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t>2</a:t>
            </a:fld>
            <a:endParaRPr lang="en-US"/>
          </a:p>
        </p:txBody>
      </p:sp>
    </p:spTree>
    <p:extLst>
      <p:ext uri="{BB962C8B-B14F-4D97-AF65-F5344CB8AC3E}">
        <p14:creationId xmlns:p14="http://schemas.microsoft.com/office/powerpoint/2010/main" val="21268999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These slides are hidden because they detail how to download WSSH into your own computer instead of doing it through the jump host's WSSH service</a:t>
            </a:r>
          </a:p>
        </p:txBody>
      </p:sp>
      <p:sp>
        <p:nvSpPr>
          <p:cNvPr id="4" name="Slide Number Placeholder 3"/>
          <p:cNvSpPr>
            <a:spLocks noGrp="1"/>
          </p:cNvSpPr>
          <p:nvPr>
            <p:ph type="sldNum" sz="quarter" idx="5"/>
          </p:nvPr>
        </p:nvSpPr>
        <p:spPr/>
        <p:txBody>
          <a:bodyPr/>
          <a:lstStyle/>
          <a:p>
            <a:fld id="{66D43FE9-3319-4372-821B-E64A154AF2BC}" type="slidenum">
              <a:rPr lang="en-US"/>
              <a:t>6</a:t>
            </a:fld>
            <a:endParaRPr lang="en-US"/>
          </a:p>
        </p:txBody>
      </p:sp>
    </p:spTree>
    <p:extLst>
      <p:ext uri="{BB962C8B-B14F-4D97-AF65-F5344CB8AC3E}">
        <p14:creationId xmlns:p14="http://schemas.microsoft.com/office/powerpoint/2010/main" val="1596660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At this point I should also be on the WEBSSH Screen</a:t>
            </a:r>
          </a:p>
        </p:txBody>
      </p:sp>
      <p:sp>
        <p:nvSpPr>
          <p:cNvPr id="4" name="Slide Number Placeholder 3"/>
          <p:cNvSpPr>
            <a:spLocks noGrp="1"/>
          </p:cNvSpPr>
          <p:nvPr>
            <p:ph type="sldNum" sz="quarter" idx="5"/>
          </p:nvPr>
        </p:nvSpPr>
        <p:spPr/>
        <p:txBody>
          <a:bodyPr/>
          <a:lstStyle/>
          <a:p>
            <a:fld id="{66D43FE9-3319-4372-821B-E64A154AF2BC}" type="slidenum">
              <a:rPr lang="en-US"/>
              <a:t>8</a:t>
            </a:fld>
            <a:endParaRPr lang="en-US"/>
          </a:p>
        </p:txBody>
      </p:sp>
    </p:spTree>
    <p:extLst>
      <p:ext uri="{BB962C8B-B14F-4D97-AF65-F5344CB8AC3E}">
        <p14:creationId xmlns:p14="http://schemas.microsoft.com/office/powerpoint/2010/main" val="1494273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ea typeface="Calibri"/>
                <a:cs typeface="Calibri"/>
              </a:rPr>
              <a:t>Mention that it can manage your entire computer; including network checks, how it runs, data from its hardware, etc. Etc. Etc. </a:t>
            </a:r>
            <a:endParaRPr lang="en-US" b="1" dirty="0">
              <a:ea typeface="Calibri"/>
              <a:cs typeface="Calibri"/>
            </a:endParaRPr>
          </a:p>
          <a:p>
            <a:r>
              <a:rPr lang="en-US" b="1" dirty="0">
                <a:ea typeface="Calibri"/>
                <a:cs typeface="Calibri"/>
              </a:rPr>
              <a:t>One thing it does it file system navigation; compare it to inside their actual computer. We will start with this idea, then transition into network addressing </a:t>
            </a:r>
            <a:r>
              <a:rPr lang="en-US" b="1" dirty="0" err="1">
                <a:ea typeface="Calibri"/>
                <a:cs typeface="Calibri"/>
              </a:rPr>
              <a:t>capabilitie</a:t>
            </a:r>
            <a:r>
              <a:rPr lang="en-US" b="1" dirty="0">
                <a:ea typeface="Calibri"/>
                <a:cs typeface="Calibri"/>
              </a:rPr>
              <a:t>s</a:t>
            </a:r>
          </a:p>
          <a:p>
            <a:r>
              <a:rPr lang="en-US" b="1" dirty="0">
                <a:ea typeface="Calibri"/>
                <a:cs typeface="Calibri"/>
              </a:rPr>
              <a:t>Showing one way to access: 2 different ways to access; </a:t>
            </a:r>
            <a:r>
              <a:rPr lang="en-US" b="1" dirty="0" err="1">
                <a:ea typeface="Calibri"/>
                <a:cs typeface="Calibri"/>
              </a:rPr>
              <a:t>wssh</a:t>
            </a:r>
            <a:r>
              <a:rPr lang="en-US" b="1" dirty="0">
                <a:ea typeface="Calibri"/>
                <a:cs typeface="Calibri"/>
              </a:rPr>
              <a:t> do first vs pm. After </a:t>
            </a:r>
            <a:r>
              <a:rPr lang="en-US" b="1" dirty="0" err="1">
                <a:ea typeface="Calibri"/>
                <a:cs typeface="Calibri"/>
              </a:rPr>
              <a:t>linux</a:t>
            </a:r>
            <a:r>
              <a:rPr lang="en-US" b="1" dirty="0">
                <a:ea typeface="Calibri"/>
                <a:cs typeface="Calibri"/>
              </a:rPr>
              <a:t> command line have them </a:t>
            </a:r>
            <a:r>
              <a:rPr lang="en-US" b="1" dirty="0" err="1">
                <a:ea typeface="Calibri"/>
                <a:cs typeface="Calibri"/>
              </a:rPr>
              <a:t>wssh</a:t>
            </a:r>
            <a:r>
              <a:rPr lang="en-US" b="1" dirty="0">
                <a:ea typeface="Calibri"/>
                <a:cs typeface="Calibri"/>
              </a:rPr>
              <a:t> into </a:t>
            </a:r>
            <a:r>
              <a:rPr lang="en-US" b="1" dirty="0" err="1">
                <a:ea typeface="Calibri"/>
                <a:cs typeface="Calibri"/>
              </a:rPr>
              <a:t>proxmox</a:t>
            </a:r>
            <a:endParaRPr lang="en-US" b="1"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t>9</a:t>
            </a:fld>
            <a:endParaRPr lang="en-US"/>
          </a:p>
        </p:txBody>
      </p:sp>
    </p:spTree>
    <p:extLst>
      <p:ext uri="{BB962C8B-B14F-4D97-AF65-F5344CB8AC3E}">
        <p14:creationId xmlns:p14="http://schemas.microsoft.com/office/powerpoint/2010/main" val="31644808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They wil</a:t>
            </a:r>
            <a:r>
              <a:rPr lang="en-US">
                <a:ea typeface="Calibri"/>
                <a:cs typeface="Calibri"/>
              </a:rPr>
              <a:t>l type the address into their search bar to reach the interface</a:t>
            </a:r>
            <a:endParaRPr lang="en-US" dirty="0">
              <a:ea typeface="Calibri"/>
              <a:cs typeface="Calibri"/>
            </a:endParaRPr>
          </a:p>
          <a:p>
            <a:pPr marL="285750" indent="-285750">
              <a:lnSpc>
                <a:spcPct val="90000"/>
              </a:lnSpc>
              <a:spcBef>
                <a:spcPts val="1000"/>
              </a:spcBef>
              <a:buFont typeface="Arial,Sans-Serif"/>
              <a:buChar char="•"/>
            </a:pPr>
            <a:r>
              <a:rPr lang="en-US" b="1" dirty="0"/>
              <a:t>They need </a:t>
            </a:r>
            <a:r>
              <a:rPr lang="en-US" b="1" dirty="0" err="1"/>
              <a:t>proxmox</a:t>
            </a:r>
            <a:r>
              <a:rPr lang="en-US" b="1" dirty="0"/>
              <a:t> because they will need console access when they reset IPs, so if they tried to WSSH it would kick them out and we don't want to deal with that</a:t>
            </a:r>
            <a:endParaRPr lang="en-US" dirty="0">
              <a:solidFill>
                <a:srgbClr val="444444"/>
              </a:solidFill>
            </a:endParaRPr>
          </a:p>
          <a:p>
            <a:r>
              <a:rPr lang="en-US" dirty="0">
                <a:ea typeface="Calibri"/>
                <a:cs typeface="Calibri"/>
              </a:rPr>
              <a:t>SO to reduce the amount of logins I am having them just start module 1 with </a:t>
            </a:r>
            <a:r>
              <a:rPr lang="en-US" dirty="0" err="1">
                <a:ea typeface="Calibri"/>
                <a:cs typeface="Calibri"/>
              </a:rPr>
              <a:t>proxmox</a:t>
            </a:r>
            <a:r>
              <a:rPr lang="en-US" dirty="0">
                <a:ea typeface="Calibri"/>
                <a:cs typeface="Calibri"/>
              </a:rPr>
              <a:t>, then do </a:t>
            </a:r>
            <a:r>
              <a:rPr lang="en-US" dirty="0" err="1">
                <a:ea typeface="Calibri"/>
                <a:cs typeface="Calibri"/>
              </a:rPr>
              <a:t>wssh</a:t>
            </a:r>
            <a:r>
              <a:rPr lang="en-US" dirty="0">
                <a:ea typeface="Calibri"/>
                <a:cs typeface="Calibri"/>
              </a:rPr>
              <a:t> with module 2</a:t>
            </a:r>
          </a:p>
        </p:txBody>
      </p:sp>
      <p:sp>
        <p:nvSpPr>
          <p:cNvPr id="4" name="Slide Number Placeholder 3"/>
          <p:cNvSpPr>
            <a:spLocks noGrp="1"/>
          </p:cNvSpPr>
          <p:nvPr>
            <p:ph type="sldNum" sz="quarter" idx="5"/>
          </p:nvPr>
        </p:nvSpPr>
        <p:spPr/>
        <p:txBody>
          <a:bodyPr/>
          <a:lstStyle/>
          <a:p>
            <a:fld id="{66D43FE9-3319-4372-821B-E64A154AF2BC}" type="slidenum">
              <a:rPr lang="en-US"/>
              <a:t>10</a:t>
            </a:fld>
            <a:endParaRPr lang="en-US"/>
          </a:p>
        </p:txBody>
      </p:sp>
    </p:spTree>
    <p:extLst>
      <p:ext uri="{BB962C8B-B14F-4D97-AF65-F5344CB8AC3E}">
        <p14:creationId xmlns:p14="http://schemas.microsoft.com/office/powerpoint/2010/main" val="33542365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They'll click on tg-pve-0 and this should come up. They will be on the VMs names ptg-V20-M1</a:t>
            </a:r>
          </a:p>
        </p:txBody>
      </p:sp>
      <p:sp>
        <p:nvSpPr>
          <p:cNvPr id="4" name="Slide Number Placeholder 3"/>
          <p:cNvSpPr>
            <a:spLocks noGrp="1"/>
          </p:cNvSpPr>
          <p:nvPr>
            <p:ph type="sldNum" sz="quarter" idx="5"/>
          </p:nvPr>
        </p:nvSpPr>
        <p:spPr/>
        <p:txBody>
          <a:bodyPr/>
          <a:lstStyle/>
          <a:p>
            <a:fld id="{66D43FE9-3319-4372-821B-E64A154AF2BC}" type="slidenum">
              <a:rPr lang="en-US"/>
              <a:t>13</a:t>
            </a:fld>
            <a:endParaRPr lang="en-US"/>
          </a:p>
        </p:txBody>
      </p:sp>
    </p:spTree>
    <p:extLst>
      <p:ext uri="{BB962C8B-B14F-4D97-AF65-F5344CB8AC3E}">
        <p14:creationId xmlns:p14="http://schemas.microsoft.com/office/powerpoint/2010/main" val="4286891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This image is a table made by AI.</a:t>
            </a:r>
          </a:p>
        </p:txBody>
      </p:sp>
      <p:sp>
        <p:nvSpPr>
          <p:cNvPr id="4" name="Slide Number Placeholder 3"/>
          <p:cNvSpPr>
            <a:spLocks noGrp="1"/>
          </p:cNvSpPr>
          <p:nvPr>
            <p:ph type="sldNum" sz="quarter" idx="5"/>
          </p:nvPr>
        </p:nvSpPr>
        <p:spPr/>
        <p:txBody>
          <a:bodyPr/>
          <a:lstStyle/>
          <a:p>
            <a:fld id="{66D43FE9-3319-4372-821B-E64A154AF2BC}" type="slidenum">
              <a:rPr lang="en-US"/>
              <a:t>16</a:t>
            </a:fld>
            <a:endParaRPr lang="en-US"/>
          </a:p>
        </p:txBody>
      </p:sp>
    </p:spTree>
    <p:extLst>
      <p:ext uri="{BB962C8B-B14F-4D97-AF65-F5344CB8AC3E}">
        <p14:creationId xmlns:p14="http://schemas.microsoft.com/office/powerpoint/2010/main" val="362494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mn-lt"/>
              </a:rPr>
              <a:t>echo, </a:t>
            </a:r>
            <a:r>
              <a:rPr lang="en-US" dirty="0" err="1">
                <a:ea typeface="Calibri"/>
                <a:cs typeface="+mn-lt"/>
              </a:rPr>
              <a:t>pwd</a:t>
            </a:r>
            <a:r>
              <a:rPr lang="en-US" dirty="0">
                <a:ea typeface="Calibri"/>
                <a:cs typeface="+mn-lt"/>
              </a:rPr>
              <a:t>, everything in the test sheet, ipv4 </a:t>
            </a:r>
            <a:r>
              <a:rPr lang="en-US" dirty="0" err="1">
                <a:ea typeface="Calibri"/>
                <a:cs typeface="+mn-lt"/>
              </a:rPr>
              <a:t>insstead</a:t>
            </a:r>
            <a:r>
              <a:rPr lang="en-US" dirty="0">
                <a:ea typeface="Calibri"/>
                <a:cs typeface="+mn-lt"/>
              </a:rPr>
              <a:t> of ipv6 after going over the device </a:t>
            </a:r>
            <a:r>
              <a:rPr lang="en-US" dirty="0" err="1">
                <a:ea typeface="Calibri"/>
                <a:cs typeface="+mn-lt"/>
              </a:rPr>
              <a:t>ames</a:t>
            </a:r>
            <a:r>
              <a:rPr lang="en-US" dirty="0">
                <a:ea typeface="Calibri"/>
                <a:cs typeface="+mn-lt"/>
              </a:rPr>
              <a:t> and localhost and making a directory, touch file then catting it after and before a nano edit, echoing it, pipe and grep, then </a:t>
            </a:r>
            <a:r>
              <a:rPr lang="en-US" dirty="0" err="1">
                <a:ea typeface="Calibri"/>
                <a:cs typeface="+mn-lt"/>
              </a:rPr>
              <a:t>ip</a:t>
            </a:r>
            <a:r>
              <a:rPr lang="en-US" dirty="0">
                <a:ea typeface="Calibri"/>
                <a:cs typeface="+mn-lt"/>
              </a:rPr>
              <a:t> a last!!!</a:t>
            </a:r>
            <a:br>
              <a:rPr lang="en-US" dirty="0">
                <a:ea typeface="Calibri"/>
                <a:cs typeface="+mn-lt"/>
              </a:rPr>
            </a:br>
            <a:r>
              <a:rPr lang="en-US" dirty="0">
                <a:ea typeface="Calibri"/>
                <a:cs typeface="+mn-lt"/>
              </a:rPr>
              <a:t>-a is all, -l is long</a:t>
            </a:r>
          </a:p>
          <a:p>
            <a:r>
              <a:rPr lang="en-US" dirty="0">
                <a:ea typeface="Calibri"/>
                <a:cs typeface="+mn-lt"/>
              </a:rPr>
              <a:t>Sudo apt update: </a:t>
            </a:r>
            <a:r>
              <a:rPr lang="en-US" dirty="0" err="1">
                <a:ea typeface="Calibri"/>
                <a:cs typeface="+mn-lt"/>
              </a:rPr>
              <a:t>sudo</a:t>
            </a:r>
            <a:r>
              <a:rPr lang="en-US" dirty="0">
                <a:ea typeface="Calibri"/>
                <a:cs typeface="+mn-lt"/>
              </a:rPr>
              <a:t> is superuser do, apt is advanced package tool; update and upgrade </a:t>
            </a:r>
            <a:r>
              <a:rPr lang="en-US" dirty="0" err="1">
                <a:ea typeface="Calibri"/>
                <a:cs typeface="+mn-lt"/>
              </a:rPr>
              <a:t>theiur</a:t>
            </a:r>
            <a:r>
              <a:rPr lang="en-US" dirty="0">
                <a:ea typeface="Calibri"/>
                <a:cs typeface="+mn-lt"/>
              </a:rPr>
              <a:t> </a:t>
            </a:r>
            <a:r>
              <a:rPr lang="en-US" dirty="0" err="1">
                <a:ea typeface="Calibri"/>
                <a:cs typeface="+mn-lt"/>
              </a:rPr>
              <a:t>coputers</a:t>
            </a:r>
            <a:r>
              <a:rPr lang="en-US" dirty="0">
                <a:ea typeface="Calibri"/>
                <a:cs typeface="+mn-lt"/>
              </a:rPr>
              <a:t> as second to last thing. Then show </a:t>
            </a:r>
            <a:r>
              <a:rPr lang="en-US" dirty="0" err="1">
                <a:ea typeface="Calibri"/>
                <a:cs typeface="+mn-lt"/>
              </a:rPr>
              <a:t>sudo</a:t>
            </a:r>
            <a:r>
              <a:rPr lang="en-US" dirty="0">
                <a:ea typeface="Calibri"/>
                <a:cs typeface="+mn-lt"/>
              </a:rPr>
              <a:t> </a:t>
            </a:r>
            <a:r>
              <a:rPr lang="en-US" dirty="0" err="1">
                <a:ea typeface="Calibri"/>
                <a:cs typeface="+mn-lt"/>
              </a:rPr>
              <a:t>systemctl</a:t>
            </a:r>
            <a:r>
              <a:rPr lang="en-US" dirty="0">
                <a:ea typeface="Calibri"/>
                <a:cs typeface="+mn-lt"/>
              </a:rPr>
              <a:t> restart networking</a:t>
            </a:r>
          </a:p>
          <a:p>
            <a:r>
              <a:rPr lang="en-US" dirty="0">
                <a:ea typeface="Calibri"/>
                <a:cs typeface="+mn-lt"/>
              </a:rPr>
              <a:t>Last: </a:t>
            </a:r>
            <a:r>
              <a:rPr lang="en-US" dirty="0" err="1">
                <a:ea typeface="Calibri"/>
                <a:cs typeface="+mn-lt"/>
              </a:rPr>
              <a:t>ip</a:t>
            </a:r>
            <a:r>
              <a:rPr lang="en-US" dirty="0">
                <a:ea typeface="Calibri"/>
                <a:cs typeface="+mn-lt"/>
              </a:rPr>
              <a:t> a</a:t>
            </a:r>
            <a:br>
              <a:rPr lang="en-US" dirty="0">
                <a:ea typeface="Calibri"/>
                <a:cs typeface="+mn-lt"/>
              </a:rPr>
            </a:br>
            <a:br>
              <a:rPr lang="en-US" dirty="0">
                <a:ea typeface="Calibri"/>
                <a:cs typeface="+mn-lt"/>
              </a:rPr>
            </a:br>
            <a:br>
              <a:rPr lang="en-US" dirty="0">
                <a:ea typeface="Calibri"/>
                <a:cs typeface="+mn-lt"/>
              </a:rPr>
            </a:br>
            <a:br>
              <a:rPr lang="en-US" dirty="0">
                <a:ea typeface="Calibri"/>
                <a:cs typeface="+mn-lt"/>
              </a:rPr>
            </a:br>
            <a:endParaRPr lang="en-US">
              <a:ea typeface="Calibri"/>
              <a:cs typeface="Calibri"/>
            </a:endParaRPr>
          </a:p>
          <a:p>
            <a:r>
              <a:rPr lang="en-US" b="1">
                <a:ea typeface="Calibri" panose="020F0502020204030204"/>
                <a:cs typeface="Calibri" panose="020F0502020204030204"/>
              </a:rPr>
              <a:t>Show me logging into their computers with SSH and downloading a file from mine to theirs</a:t>
            </a:r>
          </a:p>
          <a:p>
            <a:r>
              <a:rPr lang="en-US" b="1" dirty="0">
                <a:ea typeface="Calibri" panose="020F0502020204030204"/>
                <a:cs typeface="Calibri" panose="020F0502020204030204"/>
              </a:rPr>
              <a:t>The / in CD means starting from root </a:t>
            </a:r>
            <a:r>
              <a:rPr lang="en-US" b="1" dirty="0" err="1">
                <a:ea typeface="Calibri" panose="020F0502020204030204"/>
                <a:cs typeface="Calibri" panose="020F0502020204030204"/>
              </a:rPr>
              <a:t>dir</a:t>
            </a:r>
            <a:endParaRPr lang="en-US" b="1">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66D43FE9-3319-4372-821B-E64A154AF2BC}" type="slidenum">
              <a:t>17</a:t>
            </a:fld>
            <a:endParaRPr lang="en-US"/>
          </a:p>
        </p:txBody>
      </p:sp>
    </p:spTree>
    <p:extLst>
      <p:ext uri="{BB962C8B-B14F-4D97-AF65-F5344CB8AC3E}">
        <p14:creationId xmlns:p14="http://schemas.microsoft.com/office/powerpoint/2010/main" val="1828738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21</a:t>
            </a:r>
          </a:p>
        </p:txBody>
      </p:sp>
      <p:sp>
        <p:nvSpPr>
          <p:cNvPr id="4" name="Slide Number Placeholder 3"/>
          <p:cNvSpPr>
            <a:spLocks noGrp="1"/>
          </p:cNvSpPr>
          <p:nvPr>
            <p:ph type="sldNum" sz="quarter" idx="5"/>
          </p:nvPr>
        </p:nvSpPr>
        <p:spPr/>
        <p:txBody>
          <a:bodyPr/>
          <a:lstStyle/>
          <a:p>
            <a:fld id="{66D43FE9-3319-4372-821B-E64A154AF2BC}" type="slidenum">
              <a:rPr lang="en-US"/>
              <a:t>21</a:t>
            </a:fld>
            <a:endParaRPr lang="en-US"/>
          </a:p>
        </p:txBody>
      </p:sp>
    </p:spTree>
    <p:extLst>
      <p:ext uri="{BB962C8B-B14F-4D97-AF65-F5344CB8AC3E}">
        <p14:creationId xmlns:p14="http://schemas.microsoft.com/office/powerpoint/2010/main" val="14104658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a:buChar char="•"/>
            </a:pPr>
            <a:r>
              <a:rPr lang="en-US">
                <a:ea typeface="Calibri"/>
                <a:cs typeface="Calibri"/>
              </a:rPr>
              <a:t>Subnets, broadcast domains, and LANs are all referring to the same thing; same range</a:t>
            </a:r>
          </a:p>
          <a:p>
            <a:pPr marL="285750" indent="-285750">
              <a:buFont typeface="Arial"/>
              <a:buChar char="•"/>
            </a:pPr>
            <a:r>
              <a:rPr lang="en-US">
                <a:ea typeface="Calibri"/>
                <a:cs typeface="Calibri"/>
              </a:rPr>
              <a:t>Mention the max range is 255</a:t>
            </a:r>
          </a:p>
          <a:p>
            <a:pPr marL="285750" indent="-285750">
              <a:buFont typeface="Arial"/>
              <a:buChar char="•"/>
            </a:pPr>
            <a:r>
              <a:rPr lang="en-US">
                <a:ea typeface="Calibri"/>
                <a:cs typeface="Calibri"/>
              </a:rPr>
              <a:t>Talk about the structure of subnet vs host device</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23</a:t>
            </a:fld>
            <a:endParaRPr lang="en-US"/>
          </a:p>
        </p:txBody>
      </p:sp>
    </p:spTree>
    <p:extLst>
      <p:ext uri="{BB962C8B-B14F-4D97-AF65-F5344CB8AC3E}">
        <p14:creationId xmlns:p14="http://schemas.microsoft.com/office/powerpoint/2010/main" val="22557790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24</a:t>
            </a:fld>
            <a:endParaRPr lang="en-US"/>
          </a:p>
        </p:txBody>
      </p:sp>
    </p:spTree>
    <p:extLst>
      <p:ext uri="{BB962C8B-B14F-4D97-AF65-F5344CB8AC3E}">
        <p14:creationId xmlns:p14="http://schemas.microsoft.com/office/powerpoint/2010/main" val="2796193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-Issues: needing entry for each device is unscalable, security concerns of </a:t>
            </a:r>
            <a:r>
              <a:rPr lang="en-US" dirty="0" err="1">
                <a:ea typeface="Calibri"/>
                <a:cs typeface="Calibri"/>
              </a:rPr>
              <a:t>kowing</a:t>
            </a:r>
            <a:r>
              <a:rPr lang="en-US" dirty="0">
                <a:ea typeface="Calibri"/>
                <a:cs typeface="Calibri"/>
              </a:rPr>
              <a:t> IPs, etc.</a:t>
            </a:r>
          </a:p>
        </p:txBody>
      </p:sp>
      <p:sp>
        <p:nvSpPr>
          <p:cNvPr id="4" name="Slide Number Placeholder 3"/>
          <p:cNvSpPr>
            <a:spLocks noGrp="1"/>
          </p:cNvSpPr>
          <p:nvPr>
            <p:ph type="sldNum" sz="quarter" idx="5"/>
          </p:nvPr>
        </p:nvSpPr>
        <p:spPr/>
        <p:txBody>
          <a:bodyPr/>
          <a:lstStyle/>
          <a:p>
            <a:fld id="{66D43FE9-3319-4372-821B-E64A154AF2BC}" type="slidenum">
              <a:rPr lang="en-US"/>
              <a:t>25</a:t>
            </a:fld>
            <a:endParaRPr lang="en-US"/>
          </a:p>
        </p:txBody>
      </p:sp>
    </p:spTree>
    <p:extLst>
      <p:ext uri="{BB962C8B-B14F-4D97-AF65-F5344CB8AC3E}">
        <p14:creationId xmlns:p14="http://schemas.microsoft.com/office/powerpoint/2010/main" val="29259154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Same range as subnet, lan. Router is like a door</a:t>
            </a:r>
          </a:p>
        </p:txBody>
      </p:sp>
      <p:sp>
        <p:nvSpPr>
          <p:cNvPr id="4" name="Slide Number Placeholder 3"/>
          <p:cNvSpPr>
            <a:spLocks noGrp="1"/>
          </p:cNvSpPr>
          <p:nvPr>
            <p:ph type="sldNum" sz="quarter" idx="5"/>
          </p:nvPr>
        </p:nvSpPr>
        <p:spPr/>
        <p:txBody>
          <a:bodyPr/>
          <a:lstStyle/>
          <a:p>
            <a:fld id="{66D43FE9-3319-4372-821B-E64A154AF2BC}" type="slidenum">
              <a:rPr lang="en-US"/>
              <a:t>28</a:t>
            </a:fld>
            <a:endParaRPr lang="en-US"/>
          </a:p>
        </p:txBody>
      </p:sp>
    </p:spTree>
    <p:extLst>
      <p:ext uri="{BB962C8B-B14F-4D97-AF65-F5344CB8AC3E}">
        <p14:creationId xmlns:p14="http://schemas.microsoft.com/office/powerpoint/2010/main" val="13610475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Often the router, and as a DHCP service often. </a:t>
            </a:r>
          </a:p>
          <a:p>
            <a:r>
              <a:rPr lang="en-US">
                <a:ea typeface="Calibri"/>
                <a:cs typeface="Calibri"/>
              </a:rPr>
              <a:t>Use door analogy</a:t>
            </a:r>
            <a:endParaRPr lang="en-US" dirty="0">
              <a:ea typeface="Calibri"/>
              <a:cs typeface="Calibri"/>
            </a:endParaRPr>
          </a:p>
          <a:p>
            <a:r>
              <a:rPr lang="en-US">
                <a:ea typeface="Calibri"/>
                <a:cs typeface="Calibri"/>
              </a:rPr>
              <a:t>Image is from AI</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29</a:t>
            </a:fld>
            <a:endParaRPr lang="en-US"/>
          </a:p>
        </p:txBody>
      </p:sp>
    </p:spTree>
    <p:extLst>
      <p:ext uri="{BB962C8B-B14F-4D97-AF65-F5344CB8AC3E}">
        <p14:creationId xmlns:p14="http://schemas.microsoft.com/office/powerpoint/2010/main" val="9925692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90000"/>
              </a:lnSpc>
              <a:spcBef>
                <a:spcPts val="1000"/>
              </a:spcBef>
              <a:buFont typeface="Arial"/>
              <a:buChar char="•"/>
            </a:pPr>
            <a:r>
              <a:rPr lang="en-US"/>
              <a:t>Discuss static vs dynamic IPs briefly but we will get more into that with DHCP section</a:t>
            </a:r>
          </a:p>
          <a:p>
            <a:pPr marL="285750" indent="-285750">
              <a:lnSpc>
                <a:spcPct val="90000"/>
              </a:lnSpc>
              <a:spcBef>
                <a:spcPts val="1000"/>
              </a:spcBef>
              <a:buFont typeface="Arial"/>
              <a:buChar char="•"/>
            </a:pPr>
            <a:r>
              <a:rPr lang="en-US" b="1" dirty="0">
                <a:ea typeface="Calibri"/>
                <a:cs typeface="Calibri"/>
              </a:rPr>
              <a:t>They need </a:t>
            </a:r>
            <a:r>
              <a:rPr lang="en-US" b="1" dirty="0" err="1">
                <a:ea typeface="Calibri"/>
                <a:cs typeface="Calibri"/>
              </a:rPr>
              <a:t>proxmox</a:t>
            </a:r>
            <a:r>
              <a:rPr lang="en-US" b="1" dirty="0">
                <a:ea typeface="Calibri"/>
                <a:cs typeface="Calibri"/>
              </a:rPr>
              <a:t> because they will need console access when they reset IPs, so if they tried to WSSH it would kick them out and we don't want to deal with that</a:t>
            </a:r>
          </a:p>
        </p:txBody>
      </p:sp>
      <p:sp>
        <p:nvSpPr>
          <p:cNvPr id="4" name="Slide Number Placeholder 3"/>
          <p:cNvSpPr>
            <a:spLocks noGrp="1"/>
          </p:cNvSpPr>
          <p:nvPr>
            <p:ph type="sldNum" sz="quarter" idx="5"/>
          </p:nvPr>
        </p:nvSpPr>
        <p:spPr/>
        <p:txBody>
          <a:bodyPr/>
          <a:lstStyle/>
          <a:p>
            <a:fld id="{66D43FE9-3319-4372-821B-E64A154AF2BC}" type="slidenum">
              <a:rPr lang="en-US"/>
              <a:t>30</a:t>
            </a:fld>
            <a:endParaRPr lang="en-US"/>
          </a:p>
        </p:txBody>
      </p:sp>
    </p:spTree>
    <p:extLst>
      <p:ext uri="{BB962C8B-B14F-4D97-AF65-F5344CB8AC3E}">
        <p14:creationId xmlns:p14="http://schemas.microsoft.com/office/powerpoint/2010/main" val="35705675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spcBef>
                <a:spcPts val="1000"/>
              </a:spcBef>
            </a:pPr>
            <a:r>
              <a:rPr lang="en-US" dirty="0">
                <a:ea typeface="Calibri"/>
                <a:cs typeface="Calibri"/>
              </a:rPr>
              <a:t>Have someone raise their </a:t>
            </a:r>
            <a:r>
              <a:rPr lang="en-US" dirty="0" err="1">
                <a:ea typeface="Calibri"/>
                <a:cs typeface="Calibri"/>
              </a:rPr>
              <a:t>handa</a:t>
            </a:r>
            <a:r>
              <a:rPr lang="en-US" dirty="0">
                <a:ea typeface="Calibri"/>
                <a:cs typeface="Calibri"/>
              </a:rPr>
              <a:t> </a:t>
            </a:r>
            <a:r>
              <a:rPr lang="en-US" dirty="0" err="1">
                <a:ea typeface="Calibri"/>
                <a:cs typeface="Calibri"/>
              </a:rPr>
              <a:t>nd</a:t>
            </a:r>
            <a:r>
              <a:rPr lang="en-US" dirty="0">
                <a:ea typeface="Calibri"/>
                <a:cs typeface="Calibri"/>
              </a:rPr>
              <a:t> tell me their </a:t>
            </a:r>
            <a:r>
              <a:rPr lang="en-US" dirty="0" err="1">
                <a:ea typeface="Calibri"/>
                <a:cs typeface="Calibri"/>
              </a:rPr>
              <a:t>ip</a:t>
            </a:r>
            <a:r>
              <a:rPr lang="en-US" dirty="0">
                <a:ea typeface="Calibri"/>
                <a:cs typeface="Calibri"/>
              </a:rPr>
              <a:t> address</a:t>
            </a:r>
            <a:endParaRPr lang="en-US" dirty="0"/>
          </a:p>
          <a:p>
            <a:pPr>
              <a:lnSpc>
                <a:spcPct val="90000"/>
              </a:lnSpc>
              <a:spcBef>
                <a:spcPts val="1000"/>
              </a:spcBef>
            </a:pPr>
            <a:r>
              <a:rPr lang="en-US" dirty="0">
                <a:ea typeface="Calibri"/>
                <a:cs typeface="Calibri"/>
              </a:rPr>
              <a:t>Need to do </a:t>
            </a:r>
            <a:r>
              <a:rPr lang="en-US" dirty="0" err="1">
                <a:ea typeface="Calibri"/>
                <a:cs typeface="Calibri"/>
              </a:rPr>
              <a:t>sudo</a:t>
            </a:r>
            <a:r>
              <a:rPr lang="en-US" dirty="0">
                <a:ea typeface="Calibri"/>
                <a:cs typeface="Calibri"/>
              </a:rPr>
              <a:t> because the file path is within our root user, not other one</a:t>
            </a:r>
            <a:endParaRPr lang="en-US" dirty="0"/>
          </a:p>
          <a:p>
            <a:pPr>
              <a:lnSpc>
                <a:spcPct val="90000"/>
              </a:lnSpc>
              <a:spcBef>
                <a:spcPts val="1000"/>
              </a:spcBef>
            </a:pPr>
            <a:r>
              <a:rPr lang="en-US" dirty="0"/>
              <a:t>1. Use the "</a:t>
            </a:r>
            <a:r>
              <a:rPr lang="en-US" dirty="0" err="1"/>
              <a:t>ip</a:t>
            </a:r>
            <a:r>
              <a:rPr lang="en-US" dirty="0"/>
              <a:t> a" command we went </a:t>
            </a:r>
            <a:r>
              <a:rPr lang="en-US" dirty="0" err="1"/>
              <a:t>overearlier</a:t>
            </a:r>
            <a:r>
              <a:rPr lang="en-US" dirty="0"/>
              <a:t>. Notice that you already have an </a:t>
            </a:r>
            <a:r>
              <a:rPr lang="en-US" dirty="0" err="1"/>
              <a:t>IP.But</a:t>
            </a:r>
            <a:r>
              <a:rPr lang="en-US" dirty="0"/>
              <a:t>, nobody set it, so we must be getting </a:t>
            </a:r>
            <a:r>
              <a:rPr lang="en-US" dirty="0" err="1"/>
              <a:t>itautomatically</a:t>
            </a:r>
            <a:r>
              <a:rPr lang="en-US" dirty="0"/>
              <a:t> (a process called DHCP </a:t>
            </a:r>
            <a:r>
              <a:rPr lang="en-US" dirty="0" err="1"/>
              <a:t>wewill</a:t>
            </a:r>
            <a:r>
              <a:rPr lang="en-US" dirty="0"/>
              <a:t> go over next section)</a:t>
            </a:r>
            <a:endParaRPr lang="en-US"/>
          </a:p>
          <a:p>
            <a:pPr>
              <a:lnSpc>
                <a:spcPct val="90000"/>
              </a:lnSpc>
              <a:spcBef>
                <a:spcPts val="1000"/>
              </a:spcBef>
            </a:pPr>
            <a:r>
              <a:rPr lang="en-US" dirty="0"/>
              <a:t>2. We are going to change it so that it </a:t>
            </a:r>
            <a:r>
              <a:rPr lang="en-US" dirty="0" err="1"/>
              <a:t>isn'tautomatically</a:t>
            </a:r>
            <a:r>
              <a:rPr lang="en-US" dirty="0"/>
              <a:t> set to some </a:t>
            </a:r>
            <a:r>
              <a:rPr lang="en-US" dirty="0" err="1"/>
              <a:t>randomnumber</a:t>
            </a:r>
            <a:r>
              <a:rPr lang="en-US" dirty="0"/>
              <a:t>, but to a specific one we want. </a:t>
            </a:r>
          </a:p>
          <a:p>
            <a:pPr>
              <a:lnSpc>
                <a:spcPct val="90000"/>
              </a:lnSpc>
              <a:spcBef>
                <a:spcPts val="1000"/>
              </a:spcBef>
            </a:pPr>
            <a:r>
              <a:rPr lang="en-US" dirty="0"/>
              <a:t>3. We will now use the command "</a:t>
            </a:r>
            <a:r>
              <a:rPr lang="en-US" dirty="0" err="1"/>
              <a:t>sudonano</a:t>
            </a:r>
            <a:r>
              <a:rPr lang="en-US" dirty="0"/>
              <a:t> /</a:t>
            </a:r>
            <a:r>
              <a:rPr lang="en-US" dirty="0" err="1"/>
              <a:t>etc</a:t>
            </a:r>
            <a:r>
              <a:rPr lang="en-US" dirty="0"/>
              <a:t>/network/interfaces. This is </a:t>
            </a:r>
            <a:r>
              <a:rPr lang="en-US" dirty="0" err="1"/>
              <a:t>toedit</a:t>
            </a:r>
            <a:r>
              <a:rPr lang="en-US" dirty="0"/>
              <a:t> how our network gets our IP address. </a:t>
            </a:r>
          </a:p>
        </p:txBody>
      </p:sp>
      <p:sp>
        <p:nvSpPr>
          <p:cNvPr id="4" name="Slide Number Placeholder 3"/>
          <p:cNvSpPr>
            <a:spLocks noGrp="1"/>
          </p:cNvSpPr>
          <p:nvPr>
            <p:ph type="sldNum" sz="quarter" idx="5"/>
          </p:nvPr>
        </p:nvSpPr>
        <p:spPr/>
        <p:txBody>
          <a:bodyPr/>
          <a:lstStyle/>
          <a:p>
            <a:fld id="{66D43FE9-3319-4372-821B-E64A154AF2BC}" type="slidenum">
              <a:rPr lang="en-US"/>
              <a:t>31</a:t>
            </a:fld>
            <a:endParaRPr lang="en-US"/>
          </a:p>
        </p:txBody>
      </p:sp>
    </p:spTree>
    <p:extLst>
      <p:ext uri="{BB962C8B-B14F-4D97-AF65-F5344CB8AC3E}">
        <p14:creationId xmlns:p14="http://schemas.microsoft.com/office/powerpoint/2010/main" val="15855435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solidFill>
                  <a:srgbClr val="000000"/>
                </a:solidFill>
              </a:rPr>
              <a:t>WSSH issue if we change the </a:t>
            </a:r>
            <a:r>
              <a:rPr lang="en-US" b="1" dirty="0" err="1">
                <a:solidFill>
                  <a:srgbClr val="000000"/>
                </a:solidFill>
              </a:rPr>
              <a:t>ip</a:t>
            </a:r>
            <a:br>
              <a:rPr lang="en-US" b="1" dirty="0">
                <a:ea typeface="Calibri"/>
                <a:cs typeface="+mn-lt"/>
              </a:rPr>
            </a:br>
            <a:r>
              <a:rPr lang="en-US" b="1" dirty="0">
                <a:solidFill>
                  <a:schemeClr val="accent6"/>
                </a:solidFill>
              </a:rPr>
              <a:t>1. We have two different images below. What're the differences between what they are saying?</a:t>
            </a:r>
            <a:endParaRPr lang="en-US" dirty="0">
              <a:ea typeface="Calibri"/>
              <a:cs typeface="Calibri"/>
            </a:endParaRPr>
          </a:p>
          <a:p>
            <a:pPr algn="ctr">
              <a:lnSpc>
                <a:spcPct val="90000"/>
              </a:lnSpc>
              <a:spcBef>
                <a:spcPts val="1000"/>
              </a:spcBef>
            </a:pPr>
            <a:r>
              <a:rPr lang="en-US" b="1">
                <a:solidFill>
                  <a:schemeClr val="accent6"/>
                </a:solidFill>
              </a:rPr>
              <a:t>2. Find your IP you will statically set in the table above.</a:t>
            </a:r>
            <a:endParaRPr lang="en-US"/>
          </a:p>
          <a:p>
            <a:pPr algn="ctr">
              <a:lnSpc>
                <a:spcPct val="90000"/>
              </a:lnSpc>
              <a:spcBef>
                <a:spcPts val="1000"/>
              </a:spcBef>
            </a:pPr>
            <a:r>
              <a:rPr lang="en-US" b="1">
                <a:solidFill>
                  <a:schemeClr val="accent6"/>
                </a:solidFill>
              </a:rPr>
              <a:t>3. Edit the text in the file to be like the second image, but where it says "address" fill in your IP from the table instead. ANYWHERE ITSAYS ENS## DO NOT CHANGE IT.</a:t>
            </a:r>
            <a:endParaRPr lang="en-US"/>
          </a:p>
          <a:p>
            <a:pPr algn="ctr">
              <a:lnSpc>
                <a:spcPct val="90000"/>
              </a:lnSpc>
              <a:spcBef>
                <a:spcPts val="1000"/>
              </a:spcBef>
            </a:pPr>
            <a:r>
              <a:rPr lang="en-US" b="1" dirty="0">
                <a:solidFill>
                  <a:schemeClr val="accent6"/>
                </a:solidFill>
              </a:rPr>
              <a:t>4. After you edit the file, check it with a partner. Then, press "</a:t>
            </a:r>
            <a:r>
              <a:rPr lang="en-US" b="1" dirty="0" err="1">
                <a:solidFill>
                  <a:schemeClr val="accent6"/>
                </a:solidFill>
              </a:rPr>
              <a:t>Ctrl+X</a:t>
            </a:r>
            <a:r>
              <a:rPr lang="en-US" b="1" dirty="0">
                <a:solidFill>
                  <a:schemeClr val="accent6"/>
                </a:solidFill>
              </a:rPr>
              <a:t>"-&gt;"y"-&gt; "enter"</a:t>
            </a:r>
            <a:endParaRPr lang="en-US" dirty="0"/>
          </a:p>
          <a:p>
            <a:pPr algn="ctr">
              <a:lnSpc>
                <a:spcPct val="90000"/>
              </a:lnSpc>
              <a:spcBef>
                <a:spcPts val="1000"/>
              </a:spcBef>
            </a:pPr>
            <a:r>
              <a:rPr lang="en-US" b="1" dirty="0">
                <a:solidFill>
                  <a:schemeClr val="accent6"/>
                </a:solidFill>
              </a:rPr>
              <a:t>5. Type "</a:t>
            </a:r>
            <a:r>
              <a:rPr lang="en-US" b="1" dirty="0" err="1">
                <a:solidFill>
                  <a:schemeClr val="accent6"/>
                </a:solidFill>
              </a:rPr>
              <a:t>systemctl</a:t>
            </a:r>
            <a:r>
              <a:rPr lang="en-US" b="1" dirty="0">
                <a:solidFill>
                  <a:schemeClr val="accent6"/>
                </a:solidFill>
              </a:rPr>
              <a:t> restart networking"</a:t>
            </a:r>
            <a:endParaRPr lang="en-US" dirty="0"/>
          </a:p>
          <a:p>
            <a:pPr algn="ctr">
              <a:lnSpc>
                <a:spcPct val="90000"/>
              </a:lnSpc>
              <a:spcBef>
                <a:spcPts val="1000"/>
              </a:spcBef>
            </a:pPr>
            <a:r>
              <a:rPr lang="en-US" b="1" dirty="0">
                <a:solidFill>
                  <a:schemeClr val="accent6"/>
                </a:solidFill>
              </a:rPr>
              <a:t>6. Try the "</a:t>
            </a:r>
            <a:r>
              <a:rPr lang="en-US" b="1" dirty="0" err="1">
                <a:solidFill>
                  <a:schemeClr val="accent6"/>
                </a:solidFill>
              </a:rPr>
              <a:t>ip</a:t>
            </a:r>
            <a:r>
              <a:rPr lang="en-US" b="1" dirty="0">
                <a:solidFill>
                  <a:schemeClr val="accent6"/>
                </a:solidFill>
              </a:rPr>
              <a:t> a" command again. What is your </a:t>
            </a:r>
            <a:r>
              <a:rPr lang="en-US" b="1" dirty="0" err="1">
                <a:solidFill>
                  <a:schemeClr val="accent6"/>
                </a:solidFill>
              </a:rPr>
              <a:t>ip</a:t>
            </a:r>
            <a:r>
              <a:rPr lang="en-US" b="1" dirty="0">
                <a:solidFill>
                  <a:schemeClr val="accent6"/>
                </a:solidFill>
              </a:rPr>
              <a:t>? What is your neighbor's?</a:t>
            </a:r>
            <a:endParaRPr lang="en-US" dirty="0"/>
          </a:p>
        </p:txBody>
      </p:sp>
      <p:sp>
        <p:nvSpPr>
          <p:cNvPr id="4" name="Slide Number Placeholder 3"/>
          <p:cNvSpPr>
            <a:spLocks noGrp="1"/>
          </p:cNvSpPr>
          <p:nvPr>
            <p:ph type="sldNum" sz="quarter" idx="5"/>
          </p:nvPr>
        </p:nvSpPr>
        <p:spPr/>
        <p:txBody>
          <a:bodyPr/>
          <a:lstStyle/>
          <a:p>
            <a:fld id="{66D43FE9-3319-4372-821B-E64A154AF2BC}" type="slidenum">
              <a:rPr lang="en-US"/>
              <a:t>32</a:t>
            </a:fld>
            <a:endParaRPr lang="en-US"/>
          </a:p>
        </p:txBody>
      </p:sp>
    </p:spTree>
    <p:extLst>
      <p:ext uri="{BB962C8B-B14F-4D97-AF65-F5344CB8AC3E}">
        <p14:creationId xmlns:p14="http://schemas.microsoft.com/office/powerpoint/2010/main" val="20145149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Address collision: </a:t>
            </a:r>
            <a:r>
              <a:rPr lang="en-US" dirty="0"/>
              <a:t>can happen if </a:t>
            </a:r>
            <a:r>
              <a:rPr lang="en-US" dirty="0" err="1"/>
              <a:t>youstatically</a:t>
            </a:r>
            <a:r>
              <a:rPr lang="en-US"/>
              <a:t> assign an IP in the DHCP range, or if 2+servers try to give the same address to a device</a:t>
            </a:r>
          </a:p>
          <a:p>
            <a:r>
              <a:rPr lang="en-US" dirty="0">
                <a:cs typeface="+mn-lt"/>
              </a:rPr>
              <a:t>Range: Talk about waiter analogy more and also the usual </a:t>
            </a:r>
            <a:r>
              <a:rPr lang="en-US" dirty="0" err="1">
                <a:cs typeface="+mn-lt"/>
              </a:rPr>
              <a:t>range,lease</a:t>
            </a:r>
            <a:r>
              <a:rPr lang="en-US" dirty="0">
                <a:cs typeface="+mn-lt"/>
              </a:rPr>
              <a:t> talk about it running out, and how the device will keep that lease for 12 </a:t>
            </a:r>
            <a:r>
              <a:rPr lang="en-US" dirty="0" err="1">
                <a:cs typeface="+mn-lt"/>
              </a:rPr>
              <a:t>hr</a:t>
            </a:r>
            <a:br>
              <a:rPr lang="en-US" dirty="0">
                <a:cs typeface="+mn-lt"/>
              </a:rPr>
            </a:br>
            <a:r>
              <a:rPr lang="en-US" dirty="0">
                <a:ea typeface="Calibri"/>
                <a:cs typeface="Calibri"/>
              </a:rPr>
              <a:t>:</a:t>
            </a:r>
            <a:r>
              <a:rPr lang="en-US" dirty="0" err="1">
                <a:ea typeface="Calibri"/>
                <a:cs typeface="Calibri"/>
              </a:rPr>
              <a:t>ibrary</a:t>
            </a:r>
            <a:r>
              <a:rPr lang="en-US" dirty="0">
                <a:ea typeface="Calibri"/>
                <a:cs typeface="Calibri"/>
              </a:rPr>
              <a:t> book analogy works well too</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33</a:t>
            </a:fld>
            <a:endParaRPr lang="en-US"/>
          </a:p>
        </p:txBody>
      </p:sp>
    </p:spTree>
    <p:extLst>
      <p:ext uri="{BB962C8B-B14F-4D97-AF65-F5344CB8AC3E}">
        <p14:creationId xmlns:p14="http://schemas.microsoft.com/office/powerpoint/2010/main" val="9795443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72F55-315F-9CB4-AA5D-2313BC71B7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E9C97E-E224-C241-058C-54517B3DE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7C255-5D12-AA17-7738-E24E6DFF3DD2}"/>
              </a:ext>
            </a:extLst>
          </p:cNvPr>
          <p:cNvSpPr>
            <a:spLocks noGrp="1"/>
          </p:cNvSpPr>
          <p:nvPr>
            <p:ph type="body" idx="1"/>
          </p:nvPr>
        </p:nvSpPr>
        <p:spPr/>
        <p:txBody>
          <a:bodyPr/>
          <a:lstStyle/>
          <a:p>
            <a:pPr marL="285750" indent="-285750">
              <a:lnSpc>
                <a:spcPct val="90000"/>
              </a:lnSpc>
              <a:spcBef>
                <a:spcPts val="1000"/>
              </a:spcBef>
              <a:buFont typeface="Arial"/>
              <a:buChar char="•"/>
            </a:pPr>
            <a:endParaRPr lang="en-US" dirty="0">
              <a:ea typeface="Calibri"/>
              <a:cs typeface="Calibri"/>
            </a:endParaRPr>
          </a:p>
        </p:txBody>
      </p:sp>
      <p:sp>
        <p:nvSpPr>
          <p:cNvPr id="4" name="Slide Number Placeholder 3">
            <a:extLst>
              <a:ext uri="{FF2B5EF4-FFF2-40B4-BE49-F238E27FC236}">
                <a16:creationId xmlns:a16="http://schemas.microsoft.com/office/drawing/2014/main" id="{6991A10B-2C5D-C57D-CC0B-944A4C7F0B4C}"/>
              </a:ext>
            </a:extLst>
          </p:cNvPr>
          <p:cNvSpPr>
            <a:spLocks noGrp="1"/>
          </p:cNvSpPr>
          <p:nvPr>
            <p:ph type="sldNum" sz="quarter" idx="5"/>
          </p:nvPr>
        </p:nvSpPr>
        <p:spPr/>
        <p:txBody>
          <a:bodyPr/>
          <a:lstStyle/>
          <a:p>
            <a:fld id="{66D43FE9-3319-4372-821B-E64A154AF2BC}" type="slidenum">
              <a:rPr lang="en-US"/>
              <a:t>35</a:t>
            </a:fld>
            <a:endParaRPr lang="en-US"/>
          </a:p>
        </p:txBody>
      </p:sp>
    </p:spTree>
    <p:extLst>
      <p:ext uri="{BB962C8B-B14F-4D97-AF65-F5344CB8AC3E}">
        <p14:creationId xmlns:p14="http://schemas.microsoft.com/office/powerpoint/2010/main" val="2141468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098AC-A5F2-0D7E-9CDA-A102B35AD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72805F-D52F-7252-F40D-5DBA9FDD3F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1CCB1-296C-9E62-425E-D07500BD12DA}"/>
              </a:ext>
            </a:extLst>
          </p:cNvPr>
          <p:cNvSpPr>
            <a:spLocks noGrp="1"/>
          </p:cNvSpPr>
          <p:nvPr>
            <p:ph type="body" idx="1"/>
          </p:nvPr>
        </p:nvSpPr>
        <p:spPr/>
        <p:txBody>
          <a:bodyPr/>
          <a:lstStyle/>
          <a:p>
            <a:pPr marL="285750" indent="-285750">
              <a:lnSpc>
                <a:spcPct val="90000"/>
              </a:lnSpc>
              <a:spcBef>
                <a:spcPts val="1000"/>
              </a:spcBef>
              <a:buFont typeface="Arial"/>
              <a:buChar char="•"/>
            </a:pPr>
            <a:endParaRPr lang="en-US" dirty="0">
              <a:ea typeface="Calibri"/>
              <a:cs typeface="Calibri"/>
            </a:endParaRPr>
          </a:p>
        </p:txBody>
      </p:sp>
      <p:sp>
        <p:nvSpPr>
          <p:cNvPr id="4" name="Slide Number Placeholder 3">
            <a:extLst>
              <a:ext uri="{FF2B5EF4-FFF2-40B4-BE49-F238E27FC236}">
                <a16:creationId xmlns:a16="http://schemas.microsoft.com/office/drawing/2014/main" id="{54DC9E5B-2FA6-87EF-8226-0014D9B2EC55}"/>
              </a:ext>
            </a:extLst>
          </p:cNvPr>
          <p:cNvSpPr>
            <a:spLocks noGrp="1"/>
          </p:cNvSpPr>
          <p:nvPr>
            <p:ph type="sldNum" sz="quarter" idx="5"/>
          </p:nvPr>
        </p:nvSpPr>
        <p:spPr/>
        <p:txBody>
          <a:bodyPr/>
          <a:lstStyle/>
          <a:p>
            <a:fld id="{66D43FE9-3319-4372-821B-E64A154AF2BC}" type="slidenum">
              <a:rPr lang="en-US"/>
              <a:t>36</a:t>
            </a:fld>
            <a:endParaRPr lang="en-US"/>
          </a:p>
        </p:txBody>
      </p:sp>
    </p:spTree>
    <p:extLst>
      <p:ext uri="{BB962C8B-B14F-4D97-AF65-F5344CB8AC3E}">
        <p14:creationId xmlns:p14="http://schemas.microsoft.com/office/powerpoint/2010/main" val="26502844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92F77-3EB7-E77B-3631-1D7A584A59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6C2EEE-C68C-EAB4-8881-9F38A8813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71532-7C6C-A591-C41A-838D042555AD}"/>
              </a:ext>
            </a:extLst>
          </p:cNvPr>
          <p:cNvSpPr>
            <a:spLocks noGrp="1"/>
          </p:cNvSpPr>
          <p:nvPr>
            <p:ph type="body" idx="1"/>
          </p:nvPr>
        </p:nvSpPr>
        <p:spPr/>
        <p:txBody>
          <a:bodyPr/>
          <a:lstStyle/>
          <a:p>
            <a:pPr algn="ctr">
              <a:lnSpc>
                <a:spcPct val="90000"/>
              </a:lnSpc>
              <a:spcBef>
                <a:spcPts val="1000"/>
              </a:spcBef>
            </a:pPr>
            <a:r>
              <a:rPr lang="en-US" b="1">
                <a:solidFill>
                  <a:schemeClr val="accent6"/>
                </a:solidFill>
              </a:rPr>
              <a:t>1. We have two different images below. What're the differences between what they are saying?</a:t>
            </a:r>
            <a:endParaRPr lang="en-US"/>
          </a:p>
          <a:p>
            <a:pPr algn="ctr">
              <a:lnSpc>
                <a:spcPct val="90000"/>
              </a:lnSpc>
              <a:spcBef>
                <a:spcPts val="1000"/>
              </a:spcBef>
            </a:pPr>
            <a:r>
              <a:rPr lang="en-US" b="1">
                <a:solidFill>
                  <a:schemeClr val="accent6"/>
                </a:solidFill>
              </a:rPr>
              <a:t>2. Find your IP you will statically set in the table above.</a:t>
            </a:r>
            <a:endParaRPr lang="en-US"/>
          </a:p>
          <a:p>
            <a:pPr algn="ctr">
              <a:lnSpc>
                <a:spcPct val="90000"/>
              </a:lnSpc>
              <a:spcBef>
                <a:spcPts val="1000"/>
              </a:spcBef>
            </a:pPr>
            <a:r>
              <a:rPr lang="en-US" b="1">
                <a:solidFill>
                  <a:schemeClr val="accent6"/>
                </a:solidFill>
              </a:rPr>
              <a:t>3. Edit the text in the file to be like the second image, but where it says "address" fill in your IP from the table instead. ANYWHERE ITSAYS ENS## DO NOT CHANGE IT.</a:t>
            </a:r>
            <a:endParaRPr lang="en-US"/>
          </a:p>
          <a:p>
            <a:pPr algn="ctr">
              <a:lnSpc>
                <a:spcPct val="90000"/>
              </a:lnSpc>
              <a:spcBef>
                <a:spcPts val="1000"/>
              </a:spcBef>
            </a:pPr>
            <a:r>
              <a:rPr lang="en-US" b="1" dirty="0">
                <a:solidFill>
                  <a:schemeClr val="accent6"/>
                </a:solidFill>
              </a:rPr>
              <a:t>4. After you edit the file, check it with a partner. Then, press "</a:t>
            </a:r>
            <a:r>
              <a:rPr lang="en-US" b="1" dirty="0" err="1">
                <a:solidFill>
                  <a:schemeClr val="accent6"/>
                </a:solidFill>
              </a:rPr>
              <a:t>Ctrl+X</a:t>
            </a:r>
            <a:r>
              <a:rPr lang="en-US" b="1" dirty="0">
                <a:solidFill>
                  <a:schemeClr val="accent6"/>
                </a:solidFill>
              </a:rPr>
              <a:t>"-&gt;"y"-&gt; "enter"</a:t>
            </a:r>
            <a:endParaRPr lang="en-US" dirty="0"/>
          </a:p>
          <a:p>
            <a:pPr algn="ctr">
              <a:lnSpc>
                <a:spcPct val="90000"/>
              </a:lnSpc>
              <a:spcBef>
                <a:spcPts val="1000"/>
              </a:spcBef>
            </a:pPr>
            <a:r>
              <a:rPr lang="en-US" b="1" dirty="0">
                <a:solidFill>
                  <a:schemeClr val="accent6"/>
                </a:solidFill>
              </a:rPr>
              <a:t>5. Type "</a:t>
            </a:r>
            <a:r>
              <a:rPr lang="en-US" b="1" dirty="0" err="1">
                <a:solidFill>
                  <a:schemeClr val="accent6"/>
                </a:solidFill>
              </a:rPr>
              <a:t>systemctl</a:t>
            </a:r>
            <a:r>
              <a:rPr lang="en-US" b="1" dirty="0">
                <a:solidFill>
                  <a:schemeClr val="accent6"/>
                </a:solidFill>
              </a:rPr>
              <a:t> restart networking"</a:t>
            </a:r>
            <a:endParaRPr lang="en-US" dirty="0"/>
          </a:p>
          <a:p>
            <a:pPr algn="ctr">
              <a:lnSpc>
                <a:spcPct val="90000"/>
              </a:lnSpc>
              <a:spcBef>
                <a:spcPts val="1000"/>
              </a:spcBef>
            </a:pPr>
            <a:r>
              <a:rPr lang="en-US" b="1" dirty="0">
                <a:solidFill>
                  <a:schemeClr val="accent6"/>
                </a:solidFill>
              </a:rPr>
              <a:t>6. Try the "</a:t>
            </a:r>
            <a:r>
              <a:rPr lang="en-US" b="1" dirty="0" err="1">
                <a:solidFill>
                  <a:schemeClr val="accent6"/>
                </a:solidFill>
              </a:rPr>
              <a:t>ip</a:t>
            </a:r>
            <a:r>
              <a:rPr lang="en-US" b="1" dirty="0">
                <a:solidFill>
                  <a:schemeClr val="accent6"/>
                </a:solidFill>
              </a:rPr>
              <a:t> a" command again. What is your </a:t>
            </a:r>
            <a:r>
              <a:rPr lang="en-US" b="1" dirty="0" err="1">
                <a:solidFill>
                  <a:schemeClr val="accent6"/>
                </a:solidFill>
              </a:rPr>
              <a:t>ip</a:t>
            </a:r>
            <a:r>
              <a:rPr lang="en-US" b="1" dirty="0">
                <a:solidFill>
                  <a:schemeClr val="accent6"/>
                </a:solidFill>
              </a:rPr>
              <a:t>? What is your neighbor's?</a:t>
            </a:r>
            <a:endParaRPr lang="en-US" dirty="0"/>
          </a:p>
        </p:txBody>
      </p:sp>
      <p:sp>
        <p:nvSpPr>
          <p:cNvPr id="4" name="Slide Number Placeholder 3">
            <a:extLst>
              <a:ext uri="{FF2B5EF4-FFF2-40B4-BE49-F238E27FC236}">
                <a16:creationId xmlns:a16="http://schemas.microsoft.com/office/drawing/2014/main" id="{464AA467-6540-1063-4647-D3EA69EDC9D3}"/>
              </a:ext>
            </a:extLst>
          </p:cNvPr>
          <p:cNvSpPr>
            <a:spLocks noGrp="1"/>
          </p:cNvSpPr>
          <p:nvPr>
            <p:ph type="sldNum" sz="quarter" idx="5"/>
          </p:nvPr>
        </p:nvSpPr>
        <p:spPr/>
        <p:txBody>
          <a:bodyPr/>
          <a:lstStyle/>
          <a:p>
            <a:fld id="{66D43FE9-3319-4372-821B-E64A154AF2BC}" type="slidenum">
              <a:rPr lang="en-US"/>
              <a:t>37</a:t>
            </a:fld>
            <a:endParaRPr lang="en-US"/>
          </a:p>
        </p:txBody>
      </p:sp>
    </p:spTree>
    <p:extLst>
      <p:ext uri="{BB962C8B-B14F-4D97-AF65-F5344CB8AC3E}">
        <p14:creationId xmlns:p14="http://schemas.microsoft.com/office/powerpoint/2010/main" val="35609169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Let them guess then go to next slide</a:t>
            </a:r>
            <a:endParaRPr lang="en-US"/>
          </a:p>
          <a:p>
            <a:r>
              <a:rPr lang="en-US">
                <a:solidFill>
                  <a:srgbClr val="464649"/>
                </a:solidFill>
                <a:highlight>
                  <a:srgbClr val="FFFFFF"/>
                </a:highlight>
              </a:rPr>
              <a:t>The term </a:t>
            </a:r>
            <a:r>
              <a:rPr lang="en-US" b="1">
                <a:solidFill>
                  <a:srgbClr val="464649"/>
                </a:solidFill>
                <a:highlight>
                  <a:srgbClr val="FFFFFF"/>
                </a:highlight>
              </a:rPr>
              <a:t>Media Access Control (MAC)</a:t>
            </a:r>
            <a:r>
              <a:rPr lang="en-US">
                <a:solidFill>
                  <a:srgbClr val="464649"/>
                </a:solidFill>
                <a:highlight>
                  <a:srgbClr val="FFFFFF"/>
                </a:highlight>
              </a:rPr>
              <a:t> originates from the historical split of the Data Link Layer into two sublayers: the </a:t>
            </a:r>
            <a:r>
              <a:rPr lang="en-US" b="1">
                <a:solidFill>
                  <a:srgbClr val="464649"/>
                </a:solidFill>
                <a:highlight>
                  <a:srgbClr val="FFFFFF"/>
                </a:highlight>
              </a:rPr>
              <a:t>Logical Link Control (LLC)</a:t>
            </a:r>
            <a:r>
              <a:rPr lang="en-US">
                <a:solidFill>
                  <a:srgbClr val="464649"/>
                </a:solidFill>
                <a:highlight>
                  <a:srgbClr val="FFFFFF"/>
                </a:highlight>
              </a:rPr>
              <a:t> and the </a:t>
            </a:r>
            <a:r>
              <a:rPr lang="en-US" b="1">
                <a:solidFill>
                  <a:srgbClr val="464649"/>
                </a:solidFill>
                <a:highlight>
                  <a:srgbClr val="FFFFFF"/>
                </a:highlight>
              </a:rPr>
              <a:t>Media Access Control (MAC)</a:t>
            </a:r>
            <a:r>
              <a:rPr lang="en-US">
                <a:solidFill>
                  <a:srgbClr val="464649"/>
                </a:solidFill>
                <a:highlight>
                  <a:srgbClr val="FFFFFF"/>
                </a:highlight>
              </a:rPr>
              <a:t> sublayer.  The name was chosen to distinguish the bottom sublayer’s specific function—controlling access to the physical transmission medium—from the top sublayer’s role in forming logical links</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38</a:t>
            </a:fld>
            <a:endParaRPr lang="en-US"/>
          </a:p>
        </p:txBody>
      </p:sp>
    </p:spTree>
    <p:extLst>
      <p:ext uri="{BB962C8B-B14F-4D97-AF65-F5344CB8AC3E}">
        <p14:creationId xmlns:p14="http://schemas.microsoft.com/office/powerpoint/2010/main" val="24851552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If trying to get same book after returning, it may be back, or they may have a different copy </a:t>
            </a:r>
            <a:r>
              <a:rPr lang="en-US" dirty="0" err="1">
                <a:ea typeface="Calibri"/>
                <a:cs typeface="Calibri"/>
              </a:rPr>
              <a:t>ecause</a:t>
            </a:r>
            <a:r>
              <a:rPr lang="en-US" dirty="0">
                <a:ea typeface="Calibri"/>
                <a:cs typeface="Calibri"/>
              </a:rPr>
              <a:t> </a:t>
            </a:r>
            <a:r>
              <a:rPr lang="en-US" dirty="0" err="1">
                <a:ea typeface="Calibri"/>
                <a:cs typeface="Calibri"/>
              </a:rPr>
              <a:t>soeone</a:t>
            </a:r>
            <a:r>
              <a:rPr lang="en-US" dirty="0">
                <a:ea typeface="Calibri"/>
                <a:cs typeface="Calibri"/>
              </a:rPr>
              <a:t> else got the book</a:t>
            </a:r>
          </a:p>
          <a:p>
            <a:r>
              <a:rPr lang="en-US" dirty="0">
                <a:ea typeface="Calibri"/>
                <a:cs typeface="Calibri"/>
              </a:rPr>
              <a:t>Stabilizes: Not always </a:t>
            </a:r>
            <a:r>
              <a:rPr lang="en-US" dirty="0" err="1">
                <a:ea typeface="Calibri"/>
                <a:cs typeface="Calibri"/>
              </a:rPr>
              <a:t>chaning</a:t>
            </a:r>
            <a:r>
              <a:rPr lang="en-US" dirty="0">
                <a:ea typeface="Calibri"/>
                <a:cs typeface="Calibri"/>
              </a:rPr>
              <a:t> identities/IPs for devices</a:t>
            </a:r>
          </a:p>
        </p:txBody>
      </p:sp>
      <p:sp>
        <p:nvSpPr>
          <p:cNvPr id="4" name="Slide Number Placeholder 3"/>
          <p:cNvSpPr>
            <a:spLocks noGrp="1"/>
          </p:cNvSpPr>
          <p:nvPr>
            <p:ph type="sldNum" sz="quarter" idx="5"/>
          </p:nvPr>
        </p:nvSpPr>
        <p:spPr/>
        <p:txBody>
          <a:bodyPr/>
          <a:lstStyle/>
          <a:p>
            <a:fld id="{66D43FE9-3319-4372-821B-E64A154AF2BC}" type="slidenum">
              <a:rPr lang="en-US"/>
              <a:t>39</a:t>
            </a:fld>
            <a:endParaRPr lang="en-US"/>
          </a:p>
        </p:txBody>
      </p:sp>
    </p:spTree>
    <p:extLst>
      <p:ext uri="{BB962C8B-B14F-4D97-AF65-F5344CB8AC3E}">
        <p14:creationId xmlns:p14="http://schemas.microsoft.com/office/powerpoint/2010/main" val="38508161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74; 64 + 10</a:t>
            </a:r>
          </a:p>
        </p:txBody>
      </p:sp>
      <p:sp>
        <p:nvSpPr>
          <p:cNvPr id="4" name="Slide Number Placeholder 3"/>
          <p:cNvSpPr>
            <a:spLocks noGrp="1"/>
          </p:cNvSpPr>
          <p:nvPr>
            <p:ph type="sldNum" sz="quarter" idx="5"/>
          </p:nvPr>
        </p:nvSpPr>
        <p:spPr/>
        <p:txBody>
          <a:bodyPr/>
          <a:lstStyle/>
          <a:p>
            <a:fld id="{66D43FE9-3319-4372-821B-E64A154AF2BC}" type="slidenum">
              <a:rPr lang="en-US"/>
              <a:t>43</a:t>
            </a:fld>
            <a:endParaRPr lang="en-US"/>
          </a:p>
        </p:txBody>
      </p:sp>
    </p:spTree>
    <p:extLst>
      <p:ext uri="{BB962C8B-B14F-4D97-AF65-F5344CB8AC3E}">
        <p14:creationId xmlns:p14="http://schemas.microsoft.com/office/powerpoint/2010/main" val="9130044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5C11F-DD52-7A84-969D-DDBC3C889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D89D5-2848-9F88-83D2-8DB24E671A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74E151-E824-E279-A690-0D020348AE94}"/>
              </a:ext>
            </a:extLst>
          </p:cNvPr>
          <p:cNvSpPr>
            <a:spLocks noGrp="1"/>
          </p:cNvSpPr>
          <p:nvPr>
            <p:ph type="body" idx="1"/>
          </p:nvPr>
        </p:nvSpPr>
        <p:spPr/>
        <p:txBody>
          <a:bodyPr/>
          <a:lstStyle/>
          <a:p>
            <a:pPr>
              <a:lnSpc>
                <a:spcPct val="90000"/>
              </a:lnSpc>
              <a:spcBef>
                <a:spcPts val="1000"/>
              </a:spcBef>
            </a:pPr>
            <a:r>
              <a:rPr lang="en-US" dirty="0">
                <a:ea typeface="Calibri"/>
                <a:cs typeface="Calibri"/>
              </a:rPr>
              <a:t>Ip a</a:t>
            </a:r>
          </a:p>
        </p:txBody>
      </p:sp>
      <p:sp>
        <p:nvSpPr>
          <p:cNvPr id="4" name="Slide Number Placeholder 3">
            <a:extLst>
              <a:ext uri="{FF2B5EF4-FFF2-40B4-BE49-F238E27FC236}">
                <a16:creationId xmlns:a16="http://schemas.microsoft.com/office/drawing/2014/main" id="{F117131A-C6CB-DCF7-86CB-ADC5AA0B5E1C}"/>
              </a:ext>
            </a:extLst>
          </p:cNvPr>
          <p:cNvSpPr>
            <a:spLocks noGrp="1"/>
          </p:cNvSpPr>
          <p:nvPr>
            <p:ph type="sldNum" sz="quarter" idx="5"/>
          </p:nvPr>
        </p:nvSpPr>
        <p:spPr/>
        <p:txBody>
          <a:bodyPr/>
          <a:lstStyle/>
          <a:p>
            <a:fld id="{66D43FE9-3319-4372-821B-E64A154AF2BC}" type="slidenum">
              <a:rPr lang="en-US"/>
              <a:t>44</a:t>
            </a:fld>
            <a:endParaRPr lang="en-US"/>
          </a:p>
        </p:txBody>
      </p:sp>
    </p:spTree>
    <p:extLst>
      <p:ext uri="{BB962C8B-B14F-4D97-AF65-F5344CB8AC3E}">
        <p14:creationId xmlns:p14="http://schemas.microsoft.com/office/powerpoint/2010/main" val="38073825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If they know phonebooks use that analogy. Also, Google maps analogy: you put in the name, computer returns address</a:t>
            </a:r>
            <a:endParaRPr lang="en-US" b="1">
              <a:ea typeface="Calibri"/>
              <a:cs typeface="Calibri"/>
            </a:endParaRPr>
          </a:p>
          <a:p>
            <a:r>
              <a:rPr lang="en-US" b="1">
                <a:ea typeface="Calibri"/>
                <a:cs typeface="Calibri"/>
              </a:rPr>
              <a:t>Public resolver is 8.8.8.8</a:t>
            </a:r>
            <a:endParaRPr lang="en-US" b="1" dirty="0">
              <a:ea typeface="Calibri"/>
              <a:cs typeface="Calibri"/>
            </a:endParaRPr>
          </a:p>
          <a:p>
            <a:endParaRPr lang="en-US" dirty="0"/>
          </a:p>
          <a:p>
            <a:r>
              <a:rPr lang="en-US"/>
              <a:t>Picture source: </a:t>
            </a:r>
            <a:r>
              <a:rPr lang="en-US" dirty="0">
                <a:hlinkClick r:id="rId3"/>
              </a:rPr>
              <a:t>https://www.itjones.com/blogs/understanding-dns-basics-of-computer-networking</a:t>
            </a:r>
            <a:endParaRPr lang="en-US" dirty="0">
              <a:ea typeface="Calibri"/>
              <a:cs typeface="Calibri"/>
              <a:hlinkClick r:id="rId3"/>
            </a:endParaRPr>
          </a:p>
          <a:p>
            <a:endParaRPr lang="en-US" dirty="0">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66D43FE9-3319-4372-821B-E64A154AF2BC}" type="slidenum">
              <a:rPr lang="en-US"/>
              <a:t>45</a:t>
            </a:fld>
            <a:endParaRPr lang="en-US"/>
          </a:p>
        </p:txBody>
      </p:sp>
    </p:spTree>
    <p:extLst>
      <p:ext uri="{BB962C8B-B14F-4D97-AF65-F5344CB8AC3E}">
        <p14:creationId xmlns:p14="http://schemas.microsoft.com/office/powerpoint/2010/main" val="9210600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Can use the </a:t>
            </a:r>
            <a:r>
              <a:rPr lang="en-US">
                <a:ea typeface="Calibri"/>
                <a:cs typeface="Calibri"/>
              </a:rPr>
              <a:t>uaf.acep.edu address too </a:t>
            </a:r>
            <a:endParaRPr lang="en-US"/>
          </a:p>
          <a:p>
            <a:r>
              <a:rPr lang="en-US">
                <a:ea typeface="Calibri"/>
                <a:cs typeface="Calibri"/>
              </a:rPr>
              <a:t>The gateway is not the DNS server in this case. If they know phonebooks use that analogy. Also, Google maps analogy: until you put in the name, you don't get the address from your phone. </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46</a:t>
            </a:fld>
            <a:endParaRPr lang="en-US"/>
          </a:p>
        </p:txBody>
      </p:sp>
    </p:spTree>
    <p:extLst>
      <p:ext uri="{BB962C8B-B14F-4D97-AF65-F5344CB8AC3E}">
        <p14:creationId xmlns:p14="http://schemas.microsoft.com/office/powerpoint/2010/main" val="15883312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Can do </a:t>
            </a:r>
            <a:r>
              <a:rPr lang="en-US">
                <a:ea typeface="Calibri"/>
                <a:cs typeface="Calibri"/>
              </a:rPr>
              <a:t>with uaf.acep.edu too</a:t>
            </a:r>
          </a:p>
          <a:p>
            <a:r>
              <a:rPr lang="en-US" b="1">
                <a:ea typeface="Calibri"/>
                <a:cs typeface="Calibri"/>
              </a:rPr>
              <a:t>This is translation portion</a:t>
            </a:r>
          </a:p>
          <a:p>
            <a:r>
              <a:rPr lang="en-US" dirty="0">
                <a:ea typeface="Calibri"/>
                <a:cs typeface="Calibri"/>
              </a:rPr>
              <a:t>Phonebook/google maps name to address </a:t>
            </a:r>
            <a:r>
              <a:rPr lang="en-US" dirty="0" err="1">
                <a:ea typeface="Calibri"/>
                <a:cs typeface="Calibri"/>
              </a:rPr>
              <a:t>transaltor</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47</a:t>
            </a:fld>
            <a:endParaRPr lang="en-US"/>
          </a:p>
        </p:txBody>
      </p:sp>
    </p:spTree>
    <p:extLst>
      <p:ext uri="{BB962C8B-B14F-4D97-AF65-F5344CB8AC3E}">
        <p14:creationId xmlns:p14="http://schemas.microsoft.com/office/powerpoint/2010/main" val="272352810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Sans-Serif"/>
              <a:buChar char="•"/>
            </a:pPr>
            <a:r>
              <a:rPr lang="en-US" b="1">
                <a:cs typeface="+mn-lt"/>
              </a:rPr>
              <a:t>Router is teacher going to </a:t>
            </a:r>
            <a:r>
              <a:rPr lang="en-US" b="1" dirty="0" err="1">
                <a:cs typeface="+mn-lt"/>
              </a:rPr>
              <a:t>dif</a:t>
            </a:r>
            <a:r>
              <a:rPr lang="en-US" b="1" dirty="0">
                <a:cs typeface="+mn-lt"/>
              </a:rPr>
              <a:t> rooms</a:t>
            </a:r>
            <a:br>
              <a:rPr lang="en-US" b="1" dirty="0">
                <a:cs typeface="+mn-lt"/>
              </a:rPr>
            </a:br>
            <a:r>
              <a:rPr lang="en-US" b="1" dirty="0">
                <a:cs typeface="+mn-lt"/>
              </a:rPr>
              <a:t>Show internal to external is 172 to 137</a:t>
            </a:r>
            <a:br>
              <a:rPr lang="en-US" b="1" dirty="0">
                <a:cs typeface="+mn-lt"/>
              </a:rPr>
            </a:br>
            <a:r>
              <a:rPr lang="en-US" b="1" dirty="0"/>
              <a:t>Shows the route</a:t>
            </a:r>
            <a:r>
              <a:rPr lang="en-US" dirty="0"/>
              <a:t> your data takes </a:t>
            </a:r>
            <a:r>
              <a:rPr lang="en-US" dirty="0" err="1"/>
              <a:t>toreach</a:t>
            </a:r>
            <a:r>
              <a:rPr lang="en-US" dirty="0"/>
              <a:t> a website by listing </a:t>
            </a:r>
            <a:r>
              <a:rPr lang="en-US" dirty="0" err="1"/>
              <a:t>eachnetwork</a:t>
            </a:r>
            <a:r>
              <a:rPr lang="en-US" dirty="0"/>
              <a:t> </a:t>
            </a:r>
            <a:r>
              <a:rPr lang="en-US" b="1" dirty="0"/>
              <a:t>hop (router)</a:t>
            </a:r>
            <a:r>
              <a:rPr lang="en-US" dirty="0"/>
              <a:t> along the way. </a:t>
            </a:r>
          </a:p>
          <a:p>
            <a:pPr marL="285750" indent="-285750">
              <a:buFont typeface="Arial,Sans-Serif"/>
              <a:buChar char="•"/>
            </a:pPr>
            <a:r>
              <a:rPr lang="en-US" b="1" dirty="0"/>
              <a:t>Measures response time</a:t>
            </a:r>
            <a:r>
              <a:rPr lang="en-US" dirty="0"/>
              <a:t> to </a:t>
            </a:r>
            <a:r>
              <a:rPr lang="en-US" dirty="0" err="1"/>
              <a:t>eachhop</a:t>
            </a:r>
            <a:r>
              <a:rPr lang="en-US" dirty="0"/>
              <a:t>, helping identify where </a:t>
            </a:r>
            <a:r>
              <a:rPr lang="en-US" dirty="0" err="1"/>
              <a:t>delaysoccur</a:t>
            </a:r>
            <a:r>
              <a:rPr lang="en-US" dirty="0"/>
              <a:t>. </a:t>
            </a:r>
          </a:p>
          <a:p>
            <a:pPr marL="285750" indent="-285750">
              <a:buFont typeface="Arial,Sans-Serif"/>
              <a:buChar char="•"/>
            </a:pPr>
            <a:r>
              <a:rPr lang="en-US" b="1" dirty="0"/>
              <a:t>Uses increasing values</a:t>
            </a:r>
            <a:r>
              <a:rPr lang="en-US" dirty="0"/>
              <a:t> so </a:t>
            </a:r>
            <a:r>
              <a:rPr lang="en-US" dirty="0" err="1"/>
              <a:t>eachrouter</a:t>
            </a:r>
            <a:r>
              <a:rPr lang="en-US" dirty="0"/>
              <a:t> reveals itself one at a time. </a:t>
            </a:r>
          </a:p>
          <a:p>
            <a:pPr marL="285750" indent="-285750">
              <a:buFont typeface="Arial,Sans-Serif"/>
              <a:buChar char="•"/>
            </a:pPr>
            <a:r>
              <a:rPr lang="en-US" b="1" dirty="0"/>
              <a:t>May show * * * or fail</a:t>
            </a:r>
            <a:r>
              <a:rPr lang="en-US" dirty="0"/>
              <a:t> if a router </a:t>
            </a:r>
            <a:r>
              <a:rPr lang="en-US" dirty="0" err="1"/>
              <a:t>orfirewall</a:t>
            </a:r>
            <a:r>
              <a:rPr lang="en-US" dirty="0"/>
              <a:t> blocks or ignores </a:t>
            </a:r>
            <a:r>
              <a:rPr lang="en-US" dirty="0" err="1"/>
              <a:t>tracerouterequests</a:t>
            </a:r>
            <a:r>
              <a:rPr lang="en-US" dirty="0"/>
              <a:t>, even if the destination is </a:t>
            </a:r>
            <a:r>
              <a:rPr lang="en-US" dirty="0" err="1"/>
              <a:t>stillreachable</a:t>
            </a:r>
            <a:r>
              <a:rPr lang="en-US" dirty="0"/>
              <a:t>.</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48</a:t>
            </a:fld>
            <a:endParaRPr lang="en-US"/>
          </a:p>
        </p:txBody>
      </p:sp>
    </p:spTree>
    <p:extLst>
      <p:ext uri="{BB962C8B-B14F-4D97-AF65-F5344CB8AC3E}">
        <p14:creationId xmlns:p14="http://schemas.microsoft.com/office/powerpoint/2010/main" val="19478635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4E118-8C31-D7EE-2EA7-A93C9CE7D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8255C-6466-8C35-87F1-8728C86B0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3573F-BEDE-6E5F-2299-92499505A16E}"/>
              </a:ext>
            </a:extLst>
          </p:cNvPr>
          <p:cNvSpPr>
            <a:spLocks noGrp="1"/>
          </p:cNvSpPr>
          <p:nvPr>
            <p:ph type="body" idx="1"/>
          </p:nvPr>
        </p:nvSpPr>
        <p:spPr/>
        <p:txBody>
          <a:bodyPr/>
          <a:lstStyle/>
          <a:p>
            <a:pPr marL="285750" indent="-285750">
              <a:buFont typeface="Arial,Sans-Serif"/>
              <a:buChar char="•"/>
            </a:pPr>
            <a:r>
              <a:rPr lang="en-US" b="1" dirty="0"/>
              <a:t>Shows the route</a:t>
            </a:r>
            <a:r>
              <a:rPr lang="en-US" dirty="0"/>
              <a:t> your data takes </a:t>
            </a:r>
            <a:r>
              <a:rPr lang="en-US" dirty="0" err="1"/>
              <a:t>toreach</a:t>
            </a:r>
            <a:r>
              <a:rPr lang="en-US" dirty="0"/>
              <a:t> a website by listing </a:t>
            </a:r>
            <a:r>
              <a:rPr lang="en-US" dirty="0" err="1"/>
              <a:t>eachnetwork</a:t>
            </a:r>
            <a:r>
              <a:rPr lang="en-US" dirty="0"/>
              <a:t> </a:t>
            </a:r>
            <a:r>
              <a:rPr lang="en-US" b="1" dirty="0"/>
              <a:t>hop (router)</a:t>
            </a:r>
            <a:r>
              <a:rPr lang="en-US" dirty="0"/>
              <a:t> along the way. </a:t>
            </a:r>
          </a:p>
          <a:p>
            <a:pPr marL="285750" indent="-285750">
              <a:buFont typeface="Arial,Sans-Serif"/>
              <a:buChar char="•"/>
            </a:pPr>
            <a:r>
              <a:rPr lang="en-US" b="1" dirty="0"/>
              <a:t>Measures response time</a:t>
            </a:r>
            <a:r>
              <a:rPr lang="en-US" dirty="0"/>
              <a:t> to </a:t>
            </a:r>
            <a:r>
              <a:rPr lang="en-US" dirty="0" err="1"/>
              <a:t>eachhop</a:t>
            </a:r>
            <a:r>
              <a:rPr lang="en-US" dirty="0"/>
              <a:t>, helping identify where </a:t>
            </a:r>
            <a:r>
              <a:rPr lang="en-US" dirty="0" err="1"/>
              <a:t>delaysoccur</a:t>
            </a:r>
            <a:r>
              <a:rPr lang="en-US" dirty="0"/>
              <a:t>. </a:t>
            </a:r>
          </a:p>
          <a:p>
            <a:pPr marL="285750" indent="-285750">
              <a:buFont typeface="Arial,Sans-Serif"/>
              <a:buChar char="•"/>
            </a:pPr>
            <a:r>
              <a:rPr lang="en-US" b="1" dirty="0"/>
              <a:t>Uses increasing values</a:t>
            </a:r>
            <a:r>
              <a:rPr lang="en-US" dirty="0"/>
              <a:t> so </a:t>
            </a:r>
            <a:r>
              <a:rPr lang="en-US" dirty="0" err="1"/>
              <a:t>eachrouter</a:t>
            </a:r>
            <a:r>
              <a:rPr lang="en-US" dirty="0"/>
              <a:t> reveals itself one at a time. </a:t>
            </a:r>
          </a:p>
          <a:p>
            <a:pPr marL="285750" indent="-285750">
              <a:buFont typeface="Arial,Sans-Serif"/>
              <a:buChar char="•"/>
            </a:pPr>
            <a:r>
              <a:rPr lang="en-US" b="1" dirty="0"/>
              <a:t>May show * * * or fail</a:t>
            </a:r>
            <a:r>
              <a:rPr lang="en-US" dirty="0"/>
              <a:t> if a router </a:t>
            </a:r>
            <a:r>
              <a:rPr lang="en-US" dirty="0" err="1"/>
              <a:t>orfirewall</a:t>
            </a:r>
            <a:r>
              <a:rPr lang="en-US" dirty="0"/>
              <a:t> blocks or ignores </a:t>
            </a:r>
            <a:r>
              <a:rPr lang="en-US" dirty="0" err="1"/>
              <a:t>tracerouterequests</a:t>
            </a:r>
            <a:r>
              <a:rPr lang="en-US" dirty="0"/>
              <a:t>, even if the destination is </a:t>
            </a:r>
            <a:r>
              <a:rPr lang="en-US" dirty="0" err="1"/>
              <a:t>stillreachable</a:t>
            </a:r>
            <a:r>
              <a:rPr lang="en-US" dirty="0"/>
              <a:t>.</a:t>
            </a:r>
          </a:p>
          <a:p>
            <a:endParaRPr lang="en-US" dirty="0">
              <a:ea typeface="Calibri"/>
              <a:cs typeface="Calibri"/>
            </a:endParaRPr>
          </a:p>
        </p:txBody>
      </p:sp>
      <p:sp>
        <p:nvSpPr>
          <p:cNvPr id="4" name="Slide Number Placeholder 3">
            <a:extLst>
              <a:ext uri="{FF2B5EF4-FFF2-40B4-BE49-F238E27FC236}">
                <a16:creationId xmlns:a16="http://schemas.microsoft.com/office/drawing/2014/main" id="{BD80485F-1240-D327-9A62-250F861B73D3}"/>
              </a:ext>
            </a:extLst>
          </p:cNvPr>
          <p:cNvSpPr>
            <a:spLocks noGrp="1"/>
          </p:cNvSpPr>
          <p:nvPr>
            <p:ph type="sldNum" sz="quarter" idx="5"/>
          </p:nvPr>
        </p:nvSpPr>
        <p:spPr/>
        <p:txBody>
          <a:bodyPr/>
          <a:lstStyle/>
          <a:p>
            <a:fld id="{66D43FE9-3319-4372-821B-E64A154AF2BC}" type="slidenum">
              <a:rPr lang="en-US"/>
              <a:t>49</a:t>
            </a:fld>
            <a:endParaRPr lang="en-US"/>
          </a:p>
        </p:txBody>
      </p:sp>
    </p:spTree>
    <p:extLst>
      <p:ext uri="{BB962C8B-B14F-4D97-AF65-F5344CB8AC3E}">
        <p14:creationId xmlns:p14="http://schemas.microsoft.com/office/powerpoint/2010/main" val="29276375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nSpc>
                <a:spcPct val="90000"/>
              </a:lnSpc>
              <a:spcBef>
                <a:spcPts val="1000"/>
              </a:spcBef>
              <a:buFont typeface="Arial"/>
              <a:buChar char="•"/>
            </a:pPr>
            <a:r>
              <a:rPr lang="en-US" dirty="0"/>
              <a:t>There is more but that is all they should know for now. It's like a game of telephone with time getting less accurate between servers from </a:t>
            </a:r>
            <a:r>
              <a:rPr lang="en-US" dirty="0" err="1"/>
              <a:t>og</a:t>
            </a:r>
            <a:r>
              <a:rPr lang="en-US"/>
              <a:t> source.</a:t>
            </a:r>
          </a:p>
          <a:p>
            <a:pPr marL="285750" indent="-285750">
              <a:lnSpc>
                <a:spcPct val="90000"/>
              </a:lnSpc>
              <a:spcBef>
                <a:spcPts val="1000"/>
              </a:spcBef>
              <a:buFont typeface="Arial"/>
              <a:buChar char="•"/>
            </a:pPr>
            <a:r>
              <a:rPr lang="en-US">
                <a:ea typeface="Calibri"/>
                <a:cs typeface="Calibri"/>
              </a:rPr>
              <a:t>Instructed not to discuss stratum much if at all</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51</a:t>
            </a:fld>
            <a:endParaRPr lang="en-US"/>
          </a:p>
        </p:txBody>
      </p:sp>
    </p:spTree>
    <p:extLst>
      <p:ext uri="{BB962C8B-B14F-4D97-AF65-F5344CB8AC3E}">
        <p14:creationId xmlns:p14="http://schemas.microsoft.com/office/powerpoint/2010/main" val="1264990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Show next slide if it is a few minutes off.</a:t>
            </a:r>
          </a:p>
        </p:txBody>
      </p:sp>
      <p:sp>
        <p:nvSpPr>
          <p:cNvPr id="4" name="Slide Number Placeholder 3"/>
          <p:cNvSpPr>
            <a:spLocks noGrp="1"/>
          </p:cNvSpPr>
          <p:nvPr>
            <p:ph type="sldNum" sz="quarter" idx="5"/>
          </p:nvPr>
        </p:nvSpPr>
        <p:spPr/>
        <p:txBody>
          <a:bodyPr/>
          <a:lstStyle/>
          <a:p>
            <a:fld id="{66D43FE9-3319-4372-821B-E64A154AF2BC}" type="slidenum">
              <a:rPr lang="en-US"/>
              <a:t>53</a:t>
            </a:fld>
            <a:endParaRPr lang="en-US"/>
          </a:p>
        </p:txBody>
      </p:sp>
    </p:spTree>
    <p:extLst>
      <p:ext uri="{BB962C8B-B14F-4D97-AF65-F5344CB8AC3E}">
        <p14:creationId xmlns:p14="http://schemas.microsoft.com/office/powerpoint/2010/main" val="20023186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54</a:t>
            </a:fld>
            <a:endParaRPr lang="en-US"/>
          </a:p>
        </p:txBody>
      </p:sp>
    </p:spTree>
    <p:extLst>
      <p:ext uri="{BB962C8B-B14F-4D97-AF65-F5344CB8AC3E}">
        <p14:creationId xmlns:p14="http://schemas.microsoft.com/office/powerpoint/2010/main" val="18801247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Only take analogy as far as it will go. A switch is like a classroom getting more students assigned to your class. Other LANs, router, computer/devices = easy. Wireless vs wired lol don't use analogy. Router talk about WAN/LAN connection and NAT. Show the connections between </a:t>
            </a:r>
            <a:r>
              <a:rPr lang="en-US" dirty="0" err="1">
                <a:ea typeface="Calibri"/>
                <a:cs typeface="Calibri"/>
              </a:rPr>
              <a:t>acces</a:t>
            </a:r>
            <a:r>
              <a:rPr lang="en-US" dirty="0">
                <a:ea typeface="Calibri"/>
                <a:cs typeface="Calibri"/>
              </a:rPr>
              <a:t> point and switch directly</a:t>
            </a:r>
          </a:p>
        </p:txBody>
      </p:sp>
      <p:sp>
        <p:nvSpPr>
          <p:cNvPr id="4" name="Slide Number Placeholder 3"/>
          <p:cNvSpPr>
            <a:spLocks noGrp="1"/>
          </p:cNvSpPr>
          <p:nvPr>
            <p:ph type="sldNum" sz="quarter" idx="5"/>
          </p:nvPr>
        </p:nvSpPr>
        <p:spPr/>
        <p:txBody>
          <a:bodyPr/>
          <a:lstStyle/>
          <a:p>
            <a:fld id="{66D43FE9-3319-4372-821B-E64A154AF2BC}" type="slidenum">
              <a:rPr lang="en-US"/>
              <a:t>55</a:t>
            </a:fld>
            <a:endParaRPr lang="en-US"/>
          </a:p>
        </p:txBody>
      </p:sp>
    </p:spTree>
    <p:extLst>
      <p:ext uri="{BB962C8B-B14F-4D97-AF65-F5344CB8AC3E}">
        <p14:creationId xmlns:p14="http://schemas.microsoft.com/office/powerpoint/2010/main" val="2656711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dirty="0">
                <a:ea typeface="Calibri"/>
                <a:cs typeface="Calibri"/>
              </a:rPr>
              <a:t>Tell them to bring their diagrams we passed out up too. </a:t>
            </a:r>
            <a:r>
              <a:rPr lang="en-US" dirty="0" err="1">
                <a:solidFill>
                  <a:srgbClr val="444444"/>
                </a:solidFill>
              </a:rPr>
              <a:t>nmanaged</a:t>
            </a:r>
            <a:r>
              <a:rPr lang="en-US" dirty="0">
                <a:solidFill>
                  <a:srgbClr val="444444"/>
                </a:solidFill>
              </a:rPr>
              <a:t> switches just expand ports for a LAN </a:t>
            </a:r>
          </a:p>
          <a:p>
            <a:pPr marL="171450" indent="-171450">
              <a:buFont typeface="Arial"/>
              <a:buChar char="•"/>
            </a:pPr>
            <a:r>
              <a:rPr lang="en-US">
                <a:solidFill>
                  <a:srgbClr val="444444"/>
                </a:solidFill>
              </a:rPr>
              <a:t>Managed switches let you configure, monitor, + secure the LAN. Can have different VLANs on different ports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58</a:t>
            </a:fld>
            <a:endParaRPr lang="en-US"/>
          </a:p>
        </p:txBody>
      </p:sp>
    </p:spTree>
    <p:extLst>
      <p:ext uri="{BB962C8B-B14F-4D97-AF65-F5344CB8AC3E}">
        <p14:creationId xmlns:p14="http://schemas.microsoft.com/office/powerpoint/2010/main" val="32511115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a:solidFill>
                  <a:srgbClr val="444444"/>
                </a:solidFill>
              </a:rPr>
              <a:t>Better security (a compromised device can't roam the whole network), </a:t>
            </a:r>
          </a:p>
          <a:p>
            <a:pPr marL="171450" indent="-171450">
              <a:buFont typeface="Arial"/>
              <a:buChar char="•"/>
            </a:pPr>
            <a:r>
              <a:rPr lang="en-US">
                <a:solidFill>
                  <a:srgbClr val="444444"/>
                </a:solidFill>
              </a:rPr>
              <a:t>Better performance (smaller broadcast domains) with less traffic to wade through </a:t>
            </a:r>
          </a:p>
          <a:p>
            <a:pPr marL="171450" indent="-171450">
              <a:buFont typeface="Arial"/>
              <a:buChar char="•"/>
            </a:pPr>
            <a:r>
              <a:rPr lang="en-US">
                <a:solidFill>
                  <a:srgbClr val="444444"/>
                </a:solidFill>
              </a:rPr>
              <a:t>Easier troubleshooting since you know what smaller subnet the issue comes from</a:t>
            </a:r>
          </a:p>
          <a:p>
            <a:pPr marL="171450" indent="-171450">
              <a:buFont typeface="Arial"/>
              <a:buChar char="•"/>
            </a:pPr>
            <a:r>
              <a:rPr lang="en-US" dirty="0">
                <a:solidFill>
                  <a:srgbClr val="444444"/>
                </a:solidFill>
              </a:rPr>
              <a:t>More organized i.e. why have cameras on the same </a:t>
            </a:r>
            <a:r>
              <a:rPr lang="en-US" dirty="0" err="1">
                <a:solidFill>
                  <a:srgbClr val="444444"/>
                </a:solidFill>
              </a:rPr>
              <a:t>wifi</a:t>
            </a:r>
            <a:r>
              <a:rPr lang="en-US" dirty="0">
                <a:solidFill>
                  <a:srgbClr val="444444"/>
                </a:solidFill>
              </a:rPr>
              <a:t> as guests</a:t>
            </a:r>
          </a:p>
          <a:p>
            <a:pPr marL="171450" indent="-171450">
              <a:buFont typeface="Arial"/>
              <a:buChar char="•"/>
            </a:pPr>
            <a:r>
              <a:rPr lang="en-US">
                <a:solidFill>
                  <a:srgbClr val="444444"/>
                </a:solidFill>
              </a:rPr>
              <a:t>We will see more of this in our second module - firewalls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60</a:t>
            </a:fld>
            <a:endParaRPr lang="en-US"/>
          </a:p>
        </p:txBody>
      </p:sp>
    </p:spTree>
    <p:extLst>
      <p:ext uri="{BB962C8B-B14F-4D97-AF65-F5344CB8AC3E}">
        <p14:creationId xmlns:p14="http://schemas.microsoft.com/office/powerpoint/2010/main" val="20725963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Geeksforgeeks.org is image source</a:t>
            </a:r>
          </a:p>
          <a:p>
            <a:pPr marL="171450" indent="-171450">
              <a:buFont typeface="Arial"/>
              <a:buChar char="•"/>
            </a:pPr>
            <a:r>
              <a:rPr lang="en-US">
                <a:solidFill>
                  <a:srgbClr val="444444"/>
                </a:solidFill>
              </a:rPr>
              <a:t>Better security (a compromised device can't roam the whole network), </a:t>
            </a:r>
          </a:p>
          <a:p>
            <a:pPr marL="171450" indent="-171450">
              <a:buFont typeface="Arial"/>
              <a:buChar char="•"/>
            </a:pPr>
            <a:r>
              <a:rPr lang="en-US">
                <a:solidFill>
                  <a:srgbClr val="444444"/>
                </a:solidFill>
              </a:rPr>
              <a:t>Better performance (smaller broadcast domains) with less traffic to wade through </a:t>
            </a:r>
          </a:p>
          <a:p>
            <a:pPr marL="171450" indent="-171450">
              <a:buFont typeface="Arial"/>
              <a:buChar char="•"/>
            </a:pPr>
            <a:r>
              <a:rPr lang="en-US">
                <a:solidFill>
                  <a:srgbClr val="444444"/>
                </a:solidFill>
              </a:rPr>
              <a:t>Easier troubleshooting since you know what smaller subnet the issue comes from</a:t>
            </a:r>
          </a:p>
          <a:p>
            <a:pPr marL="171450" indent="-171450">
              <a:buFont typeface="Arial"/>
              <a:buChar char="•"/>
            </a:pPr>
            <a:r>
              <a:rPr lang="en-US" dirty="0">
                <a:solidFill>
                  <a:srgbClr val="444444"/>
                </a:solidFill>
              </a:rPr>
              <a:t>More organized i.e. why have cameras on the same </a:t>
            </a:r>
            <a:r>
              <a:rPr lang="en-US" dirty="0" err="1">
                <a:solidFill>
                  <a:srgbClr val="444444"/>
                </a:solidFill>
              </a:rPr>
              <a:t>wifi</a:t>
            </a:r>
            <a:r>
              <a:rPr lang="en-US" dirty="0">
                <a:solidFill>
                  <a:srgbClr val="444444"/>
                </a:solidFill>
              </a:rPr>
              <a:t> as guests</a:t>
            </a:r>
            <a:endParaRPr lang="en-US" dirty="0">
              <a:solidFill>
                <a:srgbClr val="444444"/>
              </a:solidFill>
              <a:ea typeface="Calibri"/>
              <a:cs typeface="Calibri"/>
            </a:endParaRPr>
          </a:p>
          <a:p>
            <a:pPr marL="171450" indent="-171450">
              <a:buFont typeface="Arial"/>
              <a:buChar char="•"/>
            </a:pPr>
            <a:r>
              <a:rPr lang="en-US">
                <a:solidFill>
                  <a:srgbClr val="444444"/>
                </a:solidFill>
              </a:rPr>
              <a:t>We will see more of this in our second module - firewalls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61</a:t>
            </a:fld>
            <a:endParaRPr lang="en-US"/>
          </a:p>
        </p:txBody>
      </p:sp>
    </p:spTree>
    <p:extLst>
      <p:ext uri="{BB962C8B-B14F-4D97-AF65-F5344CB8AC3E}">
        <p14:creationId xmlns:p14="http://schemas.microsoft.com/office/powerpoint/2010/main" val="41138738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Good: Own computer </a:t>
            </a:r>
            <a:r>
              <a:rPr lang="en-US" dirty="0" err="1">
                <a:ea typeface="Calibri"/>
                <a:cs typeface="Calibri"/>
              </a:rPr>
              <a:t>managament</a:t>
            </a:r>
            <a:r>
              <a:rPr lang="en-US" dirty="0">
                <a:ea typeface="Calibri"/>
                <a:cs typeface="Calibri"/>
              </a:rPr>
              <a:t> from far away if network is running. Bad: Downloading files with malware onto another person's computer. They need to have SSH enabled on their computer, and you </a:t>
            </a:r>
            <a:r>
              <a:rPr lang="en-US" dirty="0" err="1">
                <a:ea typeface="Calibri"/>
                <a:cs typeface="Calibri"/>
              </a:rPr>
              <a:t>ened</a:t>
            </a:r>
            <a:r>
              <a:rPr lang="en-US" dirty="0">
                <a:ea typeface="Calibri"/>
                <a:cs typeface="Calibri"/>
              </a:rPr>
              <a:t> to know the login/password of an account on the computer for it to work; most have a root account with a dedicated password</a:t>
            </a:r>
          </a:p>
        </p:txBody>
      </p:sp>
      <p:sp>
        <p:nvSpPr>
          <p:cNvPr id="4" name="Slide Number Placeholder 3"/>
          <p:cNvSpPr>
            <a:spLocks noGrp="1"/>
          </p:cNvSpPr>
          <p:nvPr>
            <p:ph type="sldNum" sz="quarter" idx="5"/>
          </p:nvPr>
        </p:nvSpPr>
        <p:spPr/>
        <p:txBody>
          <a:bodyPr/>
          <a:lstStyle/>
          <a:p>
            <a:fld id="{66D43FE9-3319-4372-821B-E64A154AF2BC}" type="slidenum">
              <a:t>64</a:t>
            </a:fld>
            <a:endParaRPr lang="en-US"/>
          </a:p>
        </p:txBody>
      </p:sp>
    </p:spTree>
    <p:extLst>
      <p:ext uri="{BB962C8B-B14F-4D97-AF65-F5344CB8AC3E}">
        <p14:creationId xmlns:p14="http://schemas.microsoft.com/office/powerpoint/2010/main" val="18648673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Use for end of M1 network segmentation into a different virtual machine if doing WSSH</a:t>
            </a:r>
          </a:p>
        </p:txBody>
      </p:sp>
      <p:sp>
        <p:nvSpPr>
          <p:cNvPr id="4" name="Slide Number Placeholder 3"/>
          <p:cNvSpPr>
            <a:spLocks noGrp="1"/>
          </p:cNvSpPr>
          <p:nvPr>
            <p:ph type="sldNum" sz="quarter" idx="5"/>
          </p:nvPr>
        </p:nvSpPr>
        <p:spPr/>
        <p:txBody>
          <a:bodyPr/>
          <a:lstStyle/>
          <a:p>
            <a:fld id="{66D43FE9-3319-4372-821B-E64A154AF2BC}" type="slidenum">
              <a:rPr lang="en-US"/>
              <a:t>66</a:t>
            </a:fld>
            <a:endParaRPr lang="en-US"/>
          </a:p>
        </p:txBody>
      </p:sp>
    </p:spTree>
    <p:extLst>
      <p:ext uri="{BB962C8B-B14F-4D97-AF65-F5344CB8AC3E}">
        <p14:creationId xmlns:p14="http://schemas.microsoft.com/office/powerpoint/2010/main" val="40776892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Start &gt; Console</a:t>
            </a:r>
            <a:endParaRPr lang="en-US" dirty="0">
              <a:ea typeface="Calibri"/>
              <a:cs typeface="Calibri"/>
            </a:endParaRPr>
          </a:p>
          <a:p>
            <a:r>
              <a:rPr lang="en-US" b="1" dirty="0">
                <a:ea typeface="Calibri"/>
                <a:cs typeface="Calibri"/>
              </a:rPr>
              <a:t>TO WORK: Turn off </a:t>
            </a:r>
            <a:r>
              <a:rPr lang="en-US" b="1" dirty="0" err="1">
                <a:ea typeface="Calibri"/>
                <a:cs typeface="Calibri"/>
              </a:rPr>
              <a:t>dhcp</a:t>
            </a:r>
            <a:r>
              <a:rPr lang="en-US" b="1" dirty="0">
                <a:ea typeface="Calibri"/>
                <a:cs typeface="Calibri"/>
              </a:rPr>
              <a:t> </a:t>
            </a:r>
            <a:r>
              <a:rPr lang="en-US" b="1" dirty="0" err="1">
                <a:ea typeface="Calibri"/>
                <a:cs typeface="Calibri"/>
              </a:rPr>
              <a:t>vm</a:t>
            </a:r>
            <a:r>
              <a:rPr lang="en-US" b="1" dirty="0">
                <a:ea typeface="Calibri"/>
                <a:cs typeface="Calibri"/>
              </a:rPr>
              <a:t>, then turn on </a:t>
            </a:r>
            <a:r>
              <a:rPr lang="en-US" b="1" dirty="0" err="1">
                <a:ea typeface="Calibri"/>
                <a:cs typeface="Calibri"/>
              </a:rPr>
              <a:t>opnsense</a:t>
            </a:r>
            <a:r>
              <a:rPr lang="en-US" b="1" dirty="0">
                <a:ea typeface="Calibri"/>
                <a:cs typeface="Calibri"/>
              </a:rPr>
              <a:t> firewall </a:t>
            </a:r>
            <a:r>
              <a:rPr lang="en-US" b="1" dirty="0" err="1">
                <a:ea typeface="Calibri"/>
                <a:cs typeface="Calibri"/>
              </a:rPr>
              <a:t>vm</a:t>
            </a:r>
            <a:r>
              <a:rPr lang="en-US" b="1" dirty="0">
                <a:ea typeface="Calibri"/>
                <a:cs typeface="Calibri"/>
              </a:rPr>
              <a:t>. Have them all do </a:t>
            </a:r>
            <a:r>
              <a:rPr lang="en-US" b="1" dirty="0" err="1">
                <a:ea typeface="Calibri"/>
                <a:cs typeface="Calibri"/>
              </a:rPr>
              <a:t>systemctl</a:t>
            </a:r>
            <a:r>
              <a:rPr lang="en-US" b="1" dirty="0">
                <a:ea typeface="Calibri"/>
                <a:cs typeface="Calibri"/>
              </a:rPr>
              <a:t> restart networking</a:t>
            </a:r>
            <a:endParaRPr lang="en-US" b="1"/>
          </a:p>
          <a:p>
            <a:r>
              <a:rPr lang="en-US" dirty="0">
                <a:ea typeface="Calibri"/>
                <a:cs typeface="Calibri"/>
              </a:rPr>
              <a:t>May need to change the </a:t>
            </a:r>
            <a:r>
              <a:rPr lang="en-US" dirty="0" err="1">
                <a:ea typeface="Calibri"/>
                <a:cs typeface="Calibri"/>
              </a:rPr>
              <a:t>ip</a:t>
            </a:r>
            <a:r>
              <a:rPr lang="en-US" dirty="0">
                <a:ea typeface="Calibri"/>
                <a:cs typeface="Calibri"/>
              </a:rPr>
              <a:t> values to the appropriate ones shown by jump </a:t>
            </a:r>
            <a:r>
              <a:rPr lang="en-US" dirty="0" err="1">
                <a:ea typeface="Calibri"/>
                <a:cs typeface="Calibri"/>
              </a:rPr>
              <a:t>vm</a:t>
            </a:r>
            <a:r>
              <a:rPr lang="en-US" dirty="0">
                <a:ea typeface="Calibri"/>
                <a:cs typeface="Calibri"/>
              </a:rPr>
              <a:t>/their </a:t>
            </a:r>
            <a:r>
              <a:rPr lang="en-US" dirty="0" err="1">
                <a:ea typeface="Calibri"/>
                <a:cs typeface="Calibri"/>
              </a:rPr>
              <a:t>ip</a:t>
            </a:r>
            <a:r>
              <a:rPr lang="en-US" dirty="0">
                <a:ea typeface="Calibri"/>
                <a:cs typeface="Calibri"/>
              </a:rPr>
              <a:t> a in the moment; not bad, just you may need to check each</a:t>
            </a:r>
          </a:p>
        </p:txBody>
      </p:sp>
      <p:sp>
        <p:nvSpPr>
          <p:cNvPr id="4" name="Slide Number Placeholder 3"/>
          <p:cNvSpPr>
            <a:spLocks noGrp="1"/>
          </p:cNvSpPr>
          <p:nvPr>
            <p:ph type="sldNum" sz="quarter" idx="5"/>
          </p:nvPr>
        </p:nvSpPr>
        <p:spPr/>
        <p:txBody>
          <a:bodyPr/>
          <a:lstStyle/>
          <a:p>
            <a:fld id="{66D43FE9-3319-4372-821B-E64A154AF2BC}" type="slidenum">
              <a:rPr lang="en-US"/>
              <a:t>67</a:t>
            </a:fld>
            <a:endParaRPr lang="en-US"/>
          </a:p>
        </p:txBody>
      </p:sp>
    </p:spTree>
    <p:extLst>
      <p:ext uri="{BB962C8B-B14F-4D97-AF65-F5344CB8AC3E}">
        <p14:creationId xmlns:p14="http://schemas.microsoft.com/office/powerpoint/2010/main" val="1057920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28650" lvl="1" indent="-171450">
              <a:buFont typeface="Arial"/>
              <a:buChar char="•"/>
            </a:pPr>
            <a:r>
              <a:rPr lang="en-US" dirty="0" err="1">
                <a:ea typeface="Calibri"/>
                <a:cs typeface="Calibri"/>
              </a:rPr>
              <a:t>Firsst</a:t>
            </a:r>
            <a:r>
              <a:rPr lang="en-US" dirty="0">
                <a:ea typeface="Calibri"/>
                <a:cs typeface="Calibri"/>
              </a:rPr>
              <a:t> notice: Can't ping on different subnets now:</a:t>
            </a:r>
            <a:endParaRPr lang="en-US" dirty="0"/>
          </a:p>
          <a:p>
            <a:pPr marL="628650" lvl="1" indent="-171450">
              <a:buFont typeface="Arial"/>
              <a:buChar char="•"/>
            </a:pPr>
            <a:r>
              <a:rPr lang="en-US" dirty="0">
                <a:ea typeface="Calibri"/>
                <a:cs typeface="Calibri"/>
              </a:rPr>
              <a:t>Second notice: </a:t>
            </a:r>
            <a:r>
              <a:rPr lang="en-US" dirty="0">
                <a:solidFill>
                  <a:srgbClr val="444444"/>
                </a:solidFill>
              </a:rPr>
              <a:t>A single router hop away because you're on different VLAN subnets </a:t>
            </a:r>
            <a:r>
              <a:rPr lang="en-US" dirty="0" err="1">
                <a:solidFill>
                  <a:srgbClr val="444444"/>
                </a:solidFill>
              </a:rPr>
              <a:t>ofthe</a:t>
            </a:r>
            <a:r>
              <a:rPr lang="en-US" dirty="0">
                <a:solidFill>
                  <a:srgbClr val="444444"/>
                </a:solidFill>
              </a:rPr>
              <a:t> same router</a:t>
            </a:r>
            <a:endParaRPr lang="en-US"/>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68</a:t>
            </a:fld>
            <a:endParaRPr lang="en-US"/>
          </a:p>
        </p:txBody>
      </p:sp>
    </p:spTree>
    <p:extLst>
      <p:ext uri="{BB962C8B-B14F-4D97-AF65-F5344CB8AC3E}">
        <p14:creationId xmlns:p14="http://schemas.microsoft.com/office/powerpoint/2010/main" val="28199662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DHCP VM off</a:t>
            </a:r>
          </a:p>
        </p:txBody>
      </p:sp>
      <p:sp>
        <p:nvSpPr>
          <p:cNvPr id="4" name="Slide Number Placeholder 3"/>
          <p:cNvSpPr>
            <a:spLocks noGrp="1"/>
          </p:cNvSpPr>
          <p:nvPr>
            <p:ph type="sldNum" sz="quarter" idx="5"/>
          </p:nvPr>
        </p:nvSpPr>
        <p:spPr/>
        <p:txBody>
          <a:bodyPr/>
          <a:lstStyle/>
          <a:p>
            <a:fld id="{66D43FE9-3319-4372-821B-E64A154AF2BC}" type="slidenum">
              <a:rPr lang="en-US"/>
              <a:t>72</a:t>
            </a:fld>
            <a:endParaRPr lang="en-US"/>
          </a:p>
        </p:txBody>
      </p:sp>
    </p:spTree>
    <p:extLst>
      <p:ext uri="{BB962C8B-B14F-4D97-AF65-F5344CB8AC3E}">
        <p14:creationId xmlns:p14="http://schemas.microsoft.com/office/powerpoint/2010/main" val="41192530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nSpc>
                <a:spcPct val="90000"/>
              </a:lnSpc>
              <a:spcBef>
                <a:spcPts val="1000"/>
              </a:spcBef>
              <a:buFont typeface="Arial"/>
              <a:buChar char="•"/>
            </a:pPr>
            <a:r>
              <a:rPr lang="en-US" dirty="0"/>
              <a:t>The bouncer at a party's front door, checking a list of people and rules they've </a:t>
            </a:r>
            <a:r>
              <a:rPr lang="en-US" dirty="0" err="1"/>
              <a:t>beengiven</a:t>
            </a:r>
            <a:r>
              <a:rPr lang="en-US" dirty="0"/>
              <a:t> before letting anyone in or out.</a:t>
            </a:r>
          </a:p>
          <a:p>
            <a:pPr marL="171450" indent="-171450">
              <a:lnSpc>
                <a:spcPct val="90000"/>
              </a:lnSpc>
              <a:spcBef>
                <a:spcPts val="1000"/>
              </a:spcBef>
              <a:buFont typeface="Arial"/>
              <a:buChar char="•"/>
            </a:pPr>
            <a:r>
              <a:rPr lang="en-US"/>
              <a:t>Checkpoint that decides what network traffic is allowed through</a:t>
            </a:r>
            <a:endParaRPr lang="en-US" dirty="0"/>
          </a:p>
          <a:p>
            <a:pPr marL="171450" indent="-171450">
              <a:lnSpc>
                <a:spcPct val="90000"/>
              </a:lnSpc>
              <a:spcBef>
                <a:spcPts val="1000"/>
              </a:spcBef>
              <a:buFont typeface="Arial"/>
              <a:buChar char="•"/>
            </a:pPr>
            <a:r>
              <a:rPr lang="en-US" dirty="0"/>
              <a:t>Boundary of two networks – most commonly between your LAN, other LANs, and </a:t>
            </a:r>
            <a:r>
              <a:rPr lang="en-US" dirty="0" err="1"/>
              <a:t>theInternet</a:t>
            </a:r>
          </a:p>
          <a:p>
            <a:pPr marL="171450" indent="-171450">
              <a:lnSpc>
                <a:spcPct val="90000"/>
              </a:lnSpc>
              <a:spcBef>
                <a:spcPts val="1000"/>
              </a:spcBef>
              <a:buFont typeface="Arial"/>
              <a:buChar char="•"/>
            </a:pPr>
            <a:r>
              <a:rPr lang="en-US" dirty="0"/>
              <a:t>Rules guide the decisions: types of services allowed, IP/subnets </a:t>
            </a:r>
            <a:r>
              <a:rPr lang="en-US" dirty="0" err="1"/>
              <a:t>allowed,source</a:t>
            </a:r>
            <a:r>
              <a:rPr lang="en-US" dirty="0"/>
              <a:t>/destination, etc.</a:t>
            </a:r>
          </a:p>
          <a:p>
            <a:pPr marL="171450" indent="-171450">
              <a:lnSpc>
                <a:spcPct val="90000"/>
              </a:lnSpc>
              <a:spcBef>
                <a:spcPts val="1000"/>
              </a:spcBef>
              <a:buFont typeface="Arial"/>
              <a:buChar char="•"/>
            </a:pPr>
            <a:r>
              <a:rPr lang="en-US" dirty="0"/>
              <a:t>Can be dedicated with hardware, or software like </a:t>
            </a:r>
            <a:r>
              <a:rPr lang="en-US" dirty="0" err="1"/>
              <a:t>OPNsense</a:t>
            </a:r>
          </a:p>
          <a:p>
            <a:pPr marL="171450" indent="-171450">
              <a:lnSpc>
                <a:spcPct val="90000"/>
              </a:lnSpc>
              <a:spcBef>
                <a:spcPts val="1000"/>
              </a:spcBef>
              <a:buFont typeface="Arial"/>
              <a:buChar char="•"/>
            </a:pPr>
            <a:r>
              <a:rPr lang="en-US"/>
              <a:t>Without one, every device on your network is directly exposed to</a:t>
            </a:r>
            <a:endParaRPr lang="en-US" dirty="0"/>
          </a:p>
          <a:p>
            <a:pPr>
              <a:lnSpc>
                <a:spcPct val="90000"/>
              </a:lnSpc>
              <a:spcBef>
                <a:spcPts val="1000"/>
              </a:spcBef>
            </a:pPr>
            <a:r>
              <a:rPr lang="en-US"/>
              <a:t>     anything on the internet trying to reach it</a:t>
            </a:r>
            <a:endParaRPr lang="en-US" dirty="0"/>
          </a:p>
          <a:p>
            <a:pPr marL="171450" indent="-171450">
              <a:lnSpc>
                <a:spcPct val="90000"/>
              </a:lnSpc>
              <a:spcBef>
                <a:spcPts val="1000"/>
              </a:spcBef>
              <a:buFont typeface="Arial"/>
              <a:buChar char="•"/>
            </a:pPr>
            <a:endParaRPr lang="en-US" dirty="0"/>
          </a:p>
          <a:p>
            <a:r>
              <a:rPr lang="en-US" b="1" dirty="0">
                <a:ea typeface="Calibri"/>
                <a:cs typeface="Calibri"/>
              </a:rPr>
              <a:t>Go through a configured </a:t>
            </a:r>
            <a:r>
              <a:rPr lang="en-US" b="1" dirty="0" err="1">
                <a:ea typeface="Calibri"/>
                <a:cs typeface="Calibri"/>
              </a:rPr>
              <a:t>opnsense</a:t>
            </a:r>
            <a:r>
              <a:rPr lang="en-US" b="1" dirty="0">
                <a:ea typeface="Calibri"/>
                <a:cs typeface="Calibri"/>
              </a:rPr>
              <a:t>, and show me changing the rules and then being able to ping vs not</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73</a:t>
            </a:fld>
            <a:endParaRPr lang="en-US"/>
          </a:p>
        </p:txBody>
      </p:sp>
    </p:spTree>
    <p:extLst>
      <p:ext uri="{BB962C8B-B14F-4D97-AF65-F5344CB8AC3E}">
        <p14:creationId xmlns:p14="http://schemas.microsoft.com/office/powerpoint/2010/main" val="295506217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Show them how I can't </a:t>
            </a:r>
            <a:r>
              <a:rPr lang="en-US">
                <a:ea typeface="Calibri"/>
                <a:cs typeface="Calibri"/>
              </a:rPr>
              <a:t>currently</a:t>
            </a:r>
            <a:r>
              <a:rPr lang="en-US" dirty="0">
                <a:ea typeface="Calibri"/>
                <a:cs typeface="Calibri"/>
              </a:rPr>
              <a:t> talk to one on another subnet, but then change rules so that I can</a:t>
            </a:r>
          </a:p>
          <a:p>
            <a:r>
              <a:rPr lang="en-US" dirty="0">
                <a:ea typeface="Calibri"/>
                <a:cs typeface="Calibri"/>
              </a:rPr>
              <a:t>VLAN 20 is pinging 21; change 21's </a:t>
            </a:r>
            <a:r>
              <a:rPr lang="en-US" dirty="0" err="1">
                <a:ea typeface="Calibri"/>
                <a:cs typeface="Calibri"/>
              </a:rPr>
              <a:t>opnsense</a:t>
            </a:r>
            <a:r>
              <a:rPr lang="en-US" dirty="0">
                <a:ea typeface="Calibri"/>
                <a:cs typeface="Calibri"/>
              </a:rPr>
              <a:t> rules to allow all communication from 21, right after the only other allow command</a:t>
            </a:r>
          </a:p>
        </p:txBody>
      </p:sp>
      <p:sp>
        <p:nvSpPr>
          <p:cNvPr id="4" name="Slide Number Placeholder 3"/>
          <p:cNvSpPr>
            <a:spLocks noGrp="1"/>
          </p:cNvSpPr>
          <p:nvPr>
            <p:ph type="sldNum" sz="quarter" idx="5"/>
          </p:nvPr>
        </p:nvSpPr>
        <p:spPr/>
        <p:txBody>
          <a:bodyPr/>
          <a:lstStyle/>
          <a:p>
            <a:fld id="{66D43FE9-3319-4372-821B-E64A154AF2BC}" type="slidenum">
              <a:rPr lang="en-US"/>
              <a:t>74</a:t>
            </a:fld>
            <a:endParaRPr lang="en-US"/>
          </a:p>
        </p:txBody>
      </p:sp>
    </p:spTree>
    <p:extLst>
      <p:ext uri="{BB962C8B-B14F-4D97-AF65-F5344CB8AC3E}">
        <p14:creationId xmlns:p14="http://schemas.microsoft.com/office/powerpoint/2010/main" val="1426212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FC453-F7B1-DF5C-DEF5-8B26654C29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7D978-73EA-7B09-DF93-94AEA10F1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0D0D5-793B-E209-88AD-8D4D7E7FDA10}"/>
              </a:ext>
            </a:extLst>
          </p:cNvPr>
          <p:cNvSpPr>
            <a:spLocks noGrp="1"/>
          </p:cNvSpPr>
          <p:nvPr>
            <p:ph type="body" idx="1"/>
          </p:nvPr>
        </p:nvSpPr>
        <p:spPr/>
        <p:txBody>
          <a:bodyPr/>
          <a:lstStyle/>
          <a:p>
            <a:r>
              <a:rPr lang="en-US" dirty="0">
                <a:ea typeface="Calibri"/>
                <a:cs typeface="Calibri"/>
              </a:rPr>
              <a:t>Show them how I can't </a:t>
            </a:r>
            <a:r>
              <a:rPr lang="en-US">
                <a:ea typeface="Calibri"/>
                <a:cs typeface="Calibri"/>
              </a:rPr>
              <a:t>currently</a:t>
            </a:r>
            <a:r>
              <a:rPr lang="en-US" dirty="0">
                <a:ea typeface="Calibri"/>
                <a:cs typeface="Calibri"/>
              </a:rPr>
              <a:t> talk to one on another subnet, but then change rules so that I can</a:t>
            </a:r>
          </a:p>
          <a:p>
            <a:r>
              <a:rPr lang="en-US" dirty="0">
                <a:ea typeface="Calibri"/>
                <a:cs typeface="Calibri"/>
              </a:rPr>
              <a:t>VLAN 20 is pinging 21; change 21's </a:t>
            </a:r>
            <a:r>
              <a:rPr lang="en-US" dirty="0" err="1">
                <a:ea typeface="Calibri"/>
                <a:cs typeface="Calibri"/>
              </a:rPr>
              <a:t>opnsense</a:t>
            </a:r>
            <a:r>
              <a:rPr lang="en-US" dirty="0">
                <a:ea typeface="Calibri"/>
                <a:cs typeface="Calibri"/>
              </a:rPr>
              <a:t> rules to allow all communication from 21, right after the only other allow command</a:t>
            </a:r>
          </a:p>
        </p:txBody>
      </p:sp>
      <p:sp>
        <p:nvSpPr>
          <p:cNvPr id="4" name="Slide Number Placeholder 3">
            <a:extLst>
              <a:ext uri="{FF2B5EF4-FFF2-40B4-BE49-F238E27FC236}">
                <a16:creationId xmlns:a16="http://schemas.microsoft.com/office/drawing/2014/main" id="{9F2EAC6E-BD62-86E8-F0E0-E6AA19601348}"/>
              </a:ext>
            </a:extLst>
          </p:cNvPr>
          <p:cNvSpPr>
            <a:spLocks noGrp="1"/>
          </p:cNvSpPr>
          <p:nvPr>
            <p:ph type="sldNum" sz="quarter" idx="5"/>
          </p:nvPr>
        </p:nvSpPr>
        <p:spPr/>
        <p:txBody>
          <a:bodyPr/>
          <a:lstStyle/>
          <a:p>
            <a:fld id="{66D43FE9-3319-4372-821B-E64A154AF2BC}" type="slidenum">
              <a:rPr lang="en-US"/>
              <a:t>75</a:t>
            </a:fld>
            <a:endParaRPr lang="en-US"/>
          </a:p>
        </p:txBody>
      </p:sp>
    </p:spTree>
    <p:extLst>
      <p:ext uri="{BB962C8B-B14F-4D97-AF65-F5344CB8AC3E}">
        <p14:creationId xmlns:p14="http://schemas.microsoft.com/office/powerpoint/2010/main" val="36061655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Make sure diagram is the firewall with ports coming </a:t>
            </a:r>
            <a:r>
              <a:rPr lang="en-US">
                <a:ea typeface="Calibri"/>
                <a:cs typeface="Calibri"/>
              </a:rPr>
              <a:t>out. And it should be talking to other LANs in our case. </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81</a:t>
            </a:fld>
            <a:endParaRPr lang="en-US"/>
          </a:p>
        </p:txBody>
      </p:sp>
    </p:spTree>
    <p:extLst>
      <p:ext uri="{BB962C8B-B14F-4D97-AF65-F5344CB8AC3E}">
        <p14:creationId xmlns:p14="http://schemas.microsoft.com/office/powerpoint/2010/main" val="29707904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Third bullet is call back to slide 18 and some reserved stuff like gateways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84</a:t>
            </a:fld>
            <a:endParaRPr lang="en-US"/>
          </a:p>
        </p:txBody>
      </p:sp>
    </p:spTree>
    <p:extLst>
      <p:ext uri="{BB962C8B-B14F-4D97-AF65-F5344CB8AC3E}">
        <p14:creationId xmlns:p14="http://schemas.microsoft.com/office/powerpoint/2010/main" val="20933977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They will need to do this for each VLAN</a:t>
            </a:r>
            <a:endParaRPr lang="en-US"/>
          </a:p>
        </p:txBody>
      </p:sp>
      <p:sp>
        <p:nvSpPr>
          <p:cNvPr id="4" name="Slide Number Placeholder 3"/>
          <p:cNvSpPr>
            <a:spLocks noGrp="1"/>
          </p:cNvSpPr>
          <p:nvPr>
            <p:ph type="sldNum" sz="quarter" idx="5"/>
          </p:nvPr>
        </p:nvSpPr>
        <p:spPr/>
        <p:txBody>
          <a:bodyPr/>
          <a:lstStyle/>
          <a:p>
            <a:fld id="{66D43FE9-3319-4372-821B-E64A154AF2BC}" type="slidenum">
              <a:rPr lang="en-US"/>
              <a:t>89</a:t>
            </a:fld>
            <a:endParaRPr lang="en-US"/>
          </a:p>
        </p:txBody>
      </p:sp>
    </p:spTree>
    <p:extLst>
      <p:ext uri="{BB962C8B-B14F-4D97-AF65-F5344CB8AC3E}">
        <p14:creationId xmlns:p14="http://schemas.microsoft.com/office/powerpoint/2010/main" val="11653054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333333"/>
                </a:solidFill>
                <a:highlight>
                  <a:srgbClr val="FFFFFF"/>
                </a:highlight>
              </a:rPr>
              <a:t>unbound </a:t>
            </a:r>
            <a:r>
              <a:rPr lang="en-US" dirty="0" err="1">
                <a:solidFill>
                  <a:srgbClr val="333333"/>
                </a:solidFill>
                <a:highlight>
                  <a:srgbClr val="FFFFFF"/>
                </a:highlight>
              </a:rPr>
              <a:t>dns</a:t>
            </a:r>
            <a:r>
              <a:rPr lang="en-US" dirty="0">
                <a:solidFill>
                  <a:srgbClr val="333333"/>
                </a:solidFill>
                <a:highlight>
                  <a:srgbClr val="FFFFFF"/>
                </a:highlight>
              </a:rPr>
              <a:t> server is providing local </a:t>
            </a:r>
            <a:r>
              <a:rPr lang="en-US" dirty="0" err="1">
                <a:solidFill>
                  <a:srgbClr val="333333"/>
                </a:solidFill>
                <a:highlight>
                  <a:srgbClr val="FFFFFF"/>
                </a:highlight>
              </a:rPr>
              <a:t>dns</a:t>
            </a:r>
            <a:r>
              <a:rPr lang="en-US" dirty="0">
                <a:solidFill>
                  <a:srgbClr val="333333"/>
                </a:solidFill>
                <a:highlight>
                  <a:srgbClr val="FFFFFF"/>
                </a:highlight>
              </a:rPr>
              <a:t> for local area networks. Authoritative source for local </a:t>
            </a:r>
            <a:r>
              <a:rPr lang="en-US" dirty="0" err="1">
                <a:solidFill>
                  <a:srgbClr val="333333"/>
                </a:solidFill>
                <a:highlight>
                  <a:srgbClr val="FFFFFF"/>
                </a:highlight>
              </a:rPr>
              <a:t>dns</a:t>
            </a:r>
            <a:r>
              <a:rPr lang="en-US" dirty="0">
                <a:solidFill>
                  <a:srgbClr val="333333"/>
                </a:solidFill>
                <a:highlight>
                  <a:srgbClr val="FFFFFF"/>
                </a:highlight>
              </a:rPr>
              <a:t>. Everything inside networks on LAN sides, all of them, Name mapping correct is decided by </a:t>
            </a:r>
            <a:r>
              <a:rPr lang="en-US" dirty="0" err="1">
                <a:solidFill>
                  <a:srgbClr val="333333"/>
                </a:solidFill>
                <a:highlight>
                  <a:srgbClr val="FFFFFF"/>
                </a:highlight>
              </a:rPr>
              <a:t>opnsense</a:t>
            </a:r>
            <a:r>
              <a:rPr lang="en-US" dirty="0">
                <a:solidFill>
                  <a:srgbClr val="333333"/>
                </a:solidFill>
                <a:highlight>
                  <a:srgbClr val="FFFFFF"/>
                </a:highlight>
              </a:rPr>
              <a:t> server, but for looking up non-lan </a:t>
            </a:r>
            <a:r>
              <a:rPr lang="en-US" dirty="0" err="1">
                <a:solidFill>
                  <a:srgbClr val="333333"/>
                </a:solidFill>
                <a:highlight>
                  <a:srgbClr val="FFFFFF"/>
                </a:highlight>
              </a:rPr>
              <a:t>serviceds</a:t>
            </a:r>
            <a:r>
              <a:rPr lang="en-US" dirty="0">
                <a:solidFill>
                  <a:srgbClr val="333333"/>
                </a:solidFill>
                <a:highlight>
                  <a:srgbClr val="FFFFFF"/>
                </a:highlight>
              </a:rPr>
              <a:t> </a:t>
            </a:r>
            <a:r>
              <a:rPr lang="en-US" dirty="0" err="1">
                <a:solidFill>
                  <a:srgbClr val="333333"/>
                </a:solidFill>
                <a:highlight>
                  <a:srgbClr val="FFFFFF"/>
                </a:highlight>
              </a:rPr>
              <a:t>specififed</a:t>
            </a:r>
            <a:r>
              <a:rPr lang="en-US" dirty="0">
                <a:solidFill>
                  <a:srgbClr val="333333"/>
                </a:solidFill>
                <a:highlight>
                  <a:srgbClr val="FFFFFF"/>
                </a:highlight>
              </a:rPr>
              <a:t> in </a:t>
            </a:r>
            <a:r>
              <a:rPr lang="en-US" dirty="0" err="1">
                <a:solidFill>
                  <a:srgbClr val="333333"/>
                </a:solidFill>
                <a:highlight>
                  <a:srgbClr val="FFFFFF"/>
                </a:highlight>
              </a:rPr>
              <a:t>opnsense</a:t>
            </a:r>
            <a:r>
              <a:rPr lang="en-US" dirty="0">
                <a:solidFill>
                  <a:srgbClr val="333333"/>
                </a:solidFill>
                <a:highlight>
                  <a:srgbClr val="FFFFFF"/>
                </a:highlight>
              </a:rPr>
              <a:t> it will upstream it to get the name mapping for hosts try google</a:t>
            </a:r>
            <a:endParaRPr lang="en-US" dirty="0"/>
          </a:p>
        </p:txBody>
      </p:sp>
      <p:sp>
        <p:nvSpPr>
          <p:cNvPr id="4" name="Slide Number Placeholder 3"/>
          <p:cNvSpPr>
            <a:spLocks noGrp="1"/>
          </p:cNvSpPr>
          <p:nvPr>
            <p:ph type="sldNum" sz="quarter" idx="5"/>
          </p:nvPr>
        </p:nvSpPr>
        <p:spPr/>
        <p:txBody>
          <a:bodyPr/>
          <a:lstStyle/>
          <a:p>
            <a:fld id="{66D43FE9-3319-4372-821B-E64A154AF2BC}" type="slidenum">
              <a:rPr lang="en-US"/>
              <a:t>92</a:t>
            </a:fld>
            <a:endParaRPr lang="en-US"/>
          </a:p>
        </p:txBody>
      </p:sp>
    </p:spTree>
    <p:extLst>
      <p:ext uri="{BB962C8B-B14F-4D97-AF65-F5344CB8AC3E}">
        <p14:creationId xmlns:p14="http://schemas.microsoft.com/office/powerpoint/2010/main" val="123899649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333333"/>
                </a:solidFill>
                <a:highlight>
                  <a:srgbClr val="FFFFFF"/>
                </a:highlight>
              </a:rPr>
              <a:t>don't need to sync within lan for </a:t>
            </a:r>
            <a:r>
              <a:rPr lang="en-US" dirty="0" err="1">
                <a:solidFill>
                  <a:srgbClr val="333333"/>
                </a:solidFill>
                <a:highlight>
                  <a:srgbClr val="FFFFFF"/>
                </a:highlight>
              </a:rPr>
              <a:t>ntp</a:t>
            </a:r>
            <a:r>
              <a:rPr lang="en-US" dirty="0">
                <a:solidFill>
                  <a:srgbClr val="333333"/>
                </a:solidFill>
                <a:highlight>
                  <a:srgbClr val="FFFFFF"/>
                </a:highlight>
              </a:rPr>
              <a:t>, can use wider </a:t>
            </a:r>
            <a:r>
              <a:rPr lang="en-US" dirty="0" err="1">
                <a:solidFill>
                  <a:srgbClr val="333333"/>
                </a:solidFill>
                <a:highlight>
                  <a:srgbClr val="FFFFFF"/>
                </a:highlight>
              </a:rPr>
              <a:t>netwrok</a:t>
            </a:r>
            <a:r>
              <a:rPr lang="en-US" dirty="0">
                <a:solidFill>
                  <a:srgbClr val="333333"/>
                </a:solidFill>
                <a:highlight>
                  <a:srgbClr val="FFFFFF"/>
                </a:highlight>
              </a:rPr>
              <a:t> because </a:t>
            </a:r>
            <a:r>
              <a:rPr lang="en-US" dirty="0" err="1">
                <a:solidFill>
                  <a:srgbClr val="333333"/>
                </a:solidFill>
                <a:highlight>
                  <a:srgbClr val="FFFFFF"/>
                </a:highlight>
              </a:rPr>
              <a:t>peolpe</a:t>
            </a:r>
            <a:r>
              <a:rPr lang="en-US" dirty="0">
                <a:solidFill>
                  <a:srgbClr val="333333"/>
                </a:solidFill>
                <a:highlight>
                  <a:srgbClr val="FFFFFF"/>
                </a:highlight>
              </a:rPr>
              <a:t> don't run own </a:t>
            </a:r>
            <a:r>
              <a:rPr lang="en-US" dirty="0" err="1">
                <a:solidFill>
                  <a:srgbClr val="333333"/>
                </a:solidFill>
                <a:highlight>
                  <a:srgbClr val="FFFFFF"/>
                </a:highlight>
              </a:rPr>
              <a:t>ntp</a:t>
            </a:r>
            <a:r>
              <a:rPr lang="en-US" dirty="0">
                <a:solidFill>
                  <a:srgbClr val="333333"/>
                </a:solidFill>
                <a:highlight>
                  <a:srgbClr val="FFFFFF"/>
                </a:highlight>
              </a:rPr>
              <a:t> servers. Matters in like a utility </a:t>
            </a:r>
            <a:r>
              <a:rPr lang="en-US" dirty="0" err="1">
                <a:solidFill>
                  <a:srgbClr val="333333"/>
                </a:solidFill>
                <a:highlight>
                  <a:srgbClr val="FFFFFF"/>
                </a:highlight>
              </a:rPr>
              <a:t>entwork</a:t>
            </a:r>
            <a:r>
              <a:rPr lang="en-US" dirty="0">
                <a:solidFill>
                  <a:srgbClr val="333333"/>
                </a:solidFill>
                <a:highlight>
                  <a:srgbClr val="FFFFFF"/>
                </a:highlight>
              </a:rPr>
              <a:t> because if internet goes </a:t>
            </a:r>
            <a:r>
              <a:rPr lang="en-US" dirty="0" err="1">
                <a:solidFill>
                  <a:srgbClr val="333333"/>
                </a:solidFill>
                <a:highlight>
                  <a:srgbClr val="FFFFFF"/>
                </a:highlight>
              </a:rPr>
              <a:t>dw</a:t>
            </a:r>
            <a:r>
              <a:rPr lang="en-US" dirty="0">
                <a:solidFill>
                  <a:srgbClr val="333333"/>
                </a:solidFill>
                <a:highlight>
                  <a:srgbClr val="FFFFFF"/>
                </a:highlight>
              </a:rPr>
              <a:t> n it will need a local one</a:t>
            </a:r>
            <a:endParaRPr lang="en-US" dirty="0"/>
          </a:p>
        </p:txBody>
      </p:sp>
      <p:sp>
        <p:nvSpPr>
          <p:cNvPr id="4" name="Slide Number Placeholder 3"/>
          <p:cNvSpPr>
            <a:spLocks noGrp="1"/>
          </p:cNvSpPr>
          <p:nvPr>
            <p:ph type="sldNum" sz="quarter" idx="5"/>
          </p:nvPr>
        </p:nvSpPr>
        <p:spPr/>
        <p:txBody>
          <a:bodyPr/>
          <a:lstStyle/>
          <a:p>
            <a:fld id="{66D43FE9-3319-4372-821B-E64A154AF2BC}" type="slidenum">
              <a:rPr lang="en-US"/>
              <a:t>94</a:t>
            </a:fld>
            <a:endParaRPr lang="en-US"/>
          </a:p>
        </p:txBody>
      </p:sp>
    </p:spTree>
    <p:extLst>
      <p:ext uri="{BB962C8B-B14F-4D97-AF65-F5344CB8AC3E}">
        <p14:creationId xmlns:p14="http://schemas.microsoft.com/office/powerpoint/2010/main" val="169306080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ea typeface="Calibri"/>
                <a:cs typeface="Calibri"/>
              </a:rPr>
              <a:t>Specifc</a:t>
            </a:r>
            <a:r>
              <a:rPr lang="en-US" dirty="0">
                <a:ea typeface="Calibri"/>
                <a:cs typeface="Calibri"/>
              </a:rPr>
              <a:t> rule example: </a:t>
            </a:r>
            <a:r>
              <a:rPr lang="en-US" dirty="0"/>
              <a:t> "Allow </a:t>
            </a:r>
            <a:r>
              <a:rPr lang="en-US" dirty="0" err="1"/>
              <a:t>LANdevices</a:t>
            </a:r>
            <a:r>
              <a:rPr lang="en-US" dirty="0"/>
              <a:t> to reach port 443 on the internet"&gt; "Allow all LAN traffic"</a:t>
            </a:r>
          </a:p>
          <a:p>
            <a:r>
              <a:rPr lang="en-US">
                <a:ea typeface="Calibri"/>
                <a:cs typeface="+mn-lt"/>
              </a:rPr>
              <a:t>Ask why we would want a block vs a reject</a:t>
            </a:r>
            <a:endParaRPr lang="en-US" dirty="0">
              <a:ea typeface="Calibri"/>
              <a:cs typeface="+mn-lt"/>
            </a:endParaRPr>
          </a:p>
          <a:p>
            <a:br>
              <a:rPr lang="en-US" dirty="0">
                <a:ea typeface="Calibri"/>
                <a:cs typeface="+mn-lt"/>
              </a:rPr>
            </a:br>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100</a:t>
            </a:fld>
            <a:endParaRPr lang="en-US"/>
          </a:p>
        </p:txBody>
      </p:sp>
    </p:spTree>
    <p:extLst>
      <p:ext uri="{BB962C8B-B14F-4D97-AF65-F5344CB8AC3E}">
        <p14:creationId xmlns:p14="http://schemas.microsoft.com/office/powerpoint/2010/main" val="1831225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0EA97-BDBB-AD5E-3B42-279523512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83E21-C607-4915-9F9C-8F63F6E1B3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6A4ED9-AB96-3073-B9B6-EB131157AF05}"/>
              </a:ext>
            </a:extLst>
          </p:cNvPr>
          <p:cNvSpPr>
            <a:spLocks noGrp="1"/>
          </p:cNvSpPr>
          <p:nvPr>
            <p:ph type="body" idx="1"/>
          </p:nvPr>
        </p:nvSpPr>
        <p:spPr/>
        <p:txBody>
          <a:bodyPr/>
          <a:lstStyle/>
          <a:p>
            <a:r>
              <a:rPr lang="en-US" dirty="0">
                <a:ea typeface="Calibri"/>
                <a:cs typeface="Calibri"/>
              </a:rPr>
              <a:t>They wil</a:t>
            </a:r>
            <a:r>
              <a:rPr lang="en-US">
                <a:ea typeface="Calibri"/>
                <a:cs typeface="Calibri"/>
              </a:rPr>
              <a:t>l type the address into their search bar to reach the interface</a:t>
            </a:r>
            <a:endParaRPr lang="en-US" dirty="0">
              <a:ea typeface="Calibri"/>
              <a:cs typeface="Calibri"/>
            </a:endParaRPr>
          </a:p>
          <a:p>
            <a:pPr marL="285750" indent="-285750">
              <a:lnSpc>
                <a:spcPct val="90000"/>
              </a:lnSpc>
              <a:spcBef>
                <a:spcPts val="1000"/>
              </a:spcBef>
              <a:buFont typeface="Arial,Sans-Serif"/>
              <a:buChar char="•"/>
            </a:pPr>
            <a:r>
              <a:rPr lang="en-US" b="1" dirty="0"/>
              <a:t>They need </a:t>
            </a:r>
            <a:r>
              <a:rPr lang="en-US" b="1" dirty="0" err="1"/>
              <a:t>proxmox</a:t>
            </a:r>
            <a:r>
              <a:rPr lang="en-US" b="1" dirty="0"/>
              <a:t> because they will need console access when they reset IPs, so if they tried to WSSH it would kick them out and we don't want to deal with that</a:t>
            </a:r>
            <a:endParaRPr lang="en-US" dirty="0">
              <a:solidFill>
                <a:srgbClr val="444444"/>
              </a:solidFill>
            </a:endParaRPr>
          </a:p>
          <a:p>
            <a:r>
              <a:rPr lang="en-US" dirty="0">
                <a:ea typeface="Calibri"/>
                <a:cs typeface="Calibri"/>
              </a:rPr>
              <a:t>SO to reduce the amount of logins I am having them just start module 1 with </a:t>
            </a:r>
            <a:r>
              <a:rPr lang="en-US" dirty="0" err="1">
                <a:ea typeface="Calibri"/>
                <a:cs typeface="Calibri"/>
              </a:rPr>
              <a:t>proxmox</a:t>
            </a:r>
            <a:r>
              <a:rPr lang="en-US" dirty="0">
                <a:ea typeface="Calibri"/>
                <a:cs typeface="Calibri"/>
              </a:rPr>
              <a:t>, then do </a:t>
            </a:r>
            <a:r>
              <a:rPr lang="en-US" dirty="0" err="1">
                <a:ea typeface="Calibri"/>
                <a:cs typeface="Calibri"/>
              </a:rPr>
              <a:t>wssh</a:t>
            </a:r>
            <a:r>
              <a:rPr lang="en-US" dirty="0">
                <a:ea typeface="Calibri"/>
                <a:cs typeface="Calibri"/>
              </a:rPr>
              <a:t> with module 2</a:t>
            </a:r>
          </a:p>
        </p:txBody>
      </p:sp>
      <p:sp>
        <p:nvSpPr>
          <p:cNvPr id="4" name="Slide Number Placeholder 3">
            <a:extLst>
              <a:ext uri="{FF2B5EF4-FFF2-40B4-BE49-F238E27FC236}">
                <a16:creationId xmlns:a16="http://schemas.microsoft.com/office/drawing/2014/main" id="{5141BEA8-B4E9-BBAF-5956-B80279FC672D}"/>
              </a:ext>
            </a:extLst>
          </p:cNvPr>
          <p:cNvSpPr>
            <a:spLocks noGrp="1"/>
          </p:cNvSpPr>
          <p:nvPr>
            <p:ph type="sldNum" sz="quarter" idx="5"/>
          </p:nvPr>
        </p:nvSpPr>
        <p:spPr/>
        <p:txBody>
          <a:bodyPr/>
          <a:lstStyle/>
          <a:p>
            <a:fld id="{66D43FE9-3319-4372-821B-E64A154AF2BC}" type="slidenum">
              <a:rPr lang="en-US"/>
              <a:t>117</a:t>
            </a:fld>
            <a:endParaRPr lang="en-US"/>
          </a:p>
        </p:txBody>
      </p:sp>
    </p:spTree>
    <p:extLst>
      <p:ext uri="{BB962C8B-B14F-4D97-AF65-F5344CB8AC3E}">
        <p14:creationId xmlns:p14="http://schemas.microsoft.com/office/powerpoint/2010/main" val="252733557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23C74-CFAF-C69F-89C2-31883131F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E2DB1-9304-39E4-77DD-43264DD6D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D9D3E3-6618-4212-BC9C-D285500A4E7A}"/>
              </a:ext>
            </a:extLst>
          </p:cNvPr>
          <p:cNvSpPr>
            <a:spLocks noGrp="1"/>
          </p:cNvSpPr>
          <p:nvPr>
            <p:ph type="body" idx="1"/>
          </p:nvPr>
        </p:nvSpPr>
        <p:spPr/>
        <p:txBody>
          <a:bodyPr/>
          <a:lstStyle/>
          <a:p>
            <a:r>
              <a:rPr lang="en-US" dirty="0">
                <a:ea typeface="Calibri"/>
                <a:cs typeface="Calibri"/>
              </a:rPr>
              <a:t>They'll click on tg-pve-0 and this should come up. They will be on the VMs names ptg-V20-M1</a:t>
            </a:r>
          </a:p>
        </p:txBody>
      </p:sp>
      <p:sp>
        <p:nvSpPr>
          <p:cNvPr id="4" name="Slide Number Placeholder 3">
            <a:extLst>
              <a:ext uri="{FF2B5EF4-FFF2-40B4-BE49-F238E27FC236}">
                <a16:creationId xmlns:a16="http://schemas.microsoft.com/office/drawing/2014/main" id="{63026B88-63E5-EEB8-E1E0-95789D27D9CC}"/>
              </a:ext>
            </a:extLst>
          </p:cNvPr>
          <p:cNvSpPr>
            <a:spLocks noGrp="1"/>
          </p:cNvSpPr>
          <p:nvPr>
            <p:ph type="sldNum" sz="quarter" idx="5"/>
          </p:nvPr>
        </p:nvSpPr>
        <p:spPr/>
        <p:txBody>
          <a:bodyPr/>
          <a:lstStyle/>
          <a:p>
            <a:fld id="{66D43FE9-3319-4372-821B-E64A154AF2BC}" type="slidenum">
              <a:rPr lang="en-US"/>
              <a:t>119</a:t>
            </a:fld>
            <a:endParaRPr lang="en-US"/>
          </a:p>
        </p:txBody>
      </p:sp>
    </p:spTree>
    <p:extLst>
      <p:ext uri="{BB962C8B-B14F-4D97-AF65-F5344CB8AC3E}">
        <p14:creationId xmlns:p14="http://schemas.microsoft.com/office/powerpoint/2010/main" val="179007454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Only one rule needed now, and it lives on A's interface tab only:</a:t>
            </a:r>
            <a:br>
              <a:rPr lang="en-US" dirty="0">
                <a:cs typeface="+mn-lt"/>
              </a:rPr>
            </a:br>
            <a:r>
              <a:rPr lang="en-US"/>
              <a:t> Pass, Interface = [A's VLAN], Protocol = ICMP, Source = [A's VLAN] net, Destination = [B's VLAN subnet]</a:t>
            </a:r>
            <a:endParaRPr lang="en-US" dirty="0">
              <a:ea typeface="Calibri"/>
              <a:cs typeface="Calibri"/>
            </a:endParaRPr>
          </a:p>
          <a:p>
            <a:r>
              <a:rPr lang="en-US"/>
              <a:t>Nothing changes on B's tab. B still can't reach A because B's tab still only has the baseline (no rule permitting B to A), and A's own tab was never touched to allow anything in from B.</a:t>
            </a:r>
            <a:endParaRPr lang="en-US" dirty="0">
              <a:ea typeface="Calibri"/>
              <a:cs typeface="Calibri"/>
            </a:endParaRPr>
          </a:p>
          <a:p>
            <a:r>
              <a:rPr lang="en-US" dirty="0"/>
              <a:t>If a group asks "don't we need to also touch B's interface?" And  that's the exact misconception to correct: the destination side doesn't need to agree for a ping to arrive, only for it to be </a:t>
            </a:r>
            <a:r>
              <a:rPr lang="en-US" i="1" dirty="0"/>
              <a:t>initiated</a:t>
            </a:r>
            <a:r>
              <a:rPr lang="en-US" dirty="0"/>
              <a:t>. Good moment to ask them to explain, in their own words, why that's true.</a:t>
            </a: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121</a:t>
            </a:fld>
            <a:endParaRPr lang="en-US"/>
          </a:p>
        </p:txBody>
      </p:sp>
    </p:spTree>
    <p:extLst>
      <p:ext uri="{BB962C8B-B14F-4D97-AF65-F5344CB8AC3E}">
        <p14:creationId xmlns:p14="http://schemas.microsoft.com/office/powerpoint/2010/main" val="347580731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but now both live on the </a:t>
            </a:r>
            <a:r>
              <a:rPr lang="en-US" b="1"/>
              <a:t>same box, </a:t>
            </a:r>
            <a:r>
              <a:rPr lang="en-US"/>
              <a:t>that's the contrast with Challenge 1 worth calling out:</a:t>
            </a:r>
          </a:p>
          <a:p>
            <a:pPr marL="171450" indent="-171450">
              <a:buFont typeface="Arial"/>
              <a:buChar char="•"/>
            </a:pPr>
            <a:r>
              <a:rPr lang="en-US"/>
              <a:t>On </a:t>
            </a:r>
            <a:r>
              <a:rPr lang="en-US" b="1"/>
              <a:t>B's tab:</a:t>
            </a:r>
            <a:r>
              <a:rPr lang="en-US"/>
              <a:t> Pass, ICMP, Source = B's VLAN net, Destination = C's VLAN subnet</a:t>
            </a:r>
          </a:p>
          <a:p>
            <a:pPr marL="171450" indent="-171450">
              <a:buFont typeface="Arial"/>
              <a:buChar char="•"/>
            </a:pPr>
            <a:r>
              <a:rPr lang="en-US"/>
              <a:t>On </a:t>
            </a:r>
            <a:r>
              <a:rPr lang="en-US" b="1"/>
              <a:t>C's tab:</a:t>
            </a:r>
            <a:r>
              <a:rPr lang="en-US"/>
              <a:t> Pass, ICMP, Source = C's VLAN net, Destination = B's VLAN subnet</a:t>
            </a:r>
          </a:p>
          <a:p>
            <a:r>
              <a:rPr lang="en-US" dirty="0"/>
              <a:t>Leave A's tab untouched as the baseline already keeps A isolated in both directions.</a:t>
            </a:r>
            <a:endParaRPr lang="en-US" dirty="0">
              <a:ea typeface="Calibri"/>
              <a:cs typeface="Calibri"/>
            </a:endParaRPr>
          </a:p>
          <a:p>
            <a:r>
              <a:rPr lang="en-US"/>
              <a:t>Ask groups directly: "why didn't you need to touch A's tab to keep A blocked?", which reinforces that isolation is the </a:t>
            </a:r>
            <a:r>
              <a:rPr lang="en-US" i="1" dirty="0"/>
              <a:t>default</a:t>
            </a:r>
            <a:r>
              <a:rPr lang="en-US" dirty="0"/>
              <a:t>, not something they have to actively maintain per challenge.</a:t>
            </a: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122</a:t>
            </a:fld>
            <a:endParaRPr lang="en-US"/>
          </a:p>
        </p:txBody>
      </p:sp>
    </p:spTree>
    <p:extLst>
      <p:ext uri="{BB962C8B-B14F-4D97-AF65-F5344CB8AC3E}">
        <p14:creationId xmlns:p14="http://schemas.microsoft.com/office/powerpoint/2010/main" val="12767889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add an overly broad rule on A's tab before this challenge, like initial accept </a:t>
            </a:r>
            <a:r>
              <a:rPr lang="en-US" dirty="0" err="1"/>
              <a:t>everythign</a:t>
            </a:r>
            <a:r>
              <a:rPr lang="en-US" dirty="0"/>
              <a:t>.</a:t>
            </a:r>
            <a:br>
              <a:rPr lang="en-US" dirty="0">
                <a:cs typeface="+mn-lt"/>
              </a:rPr>
            </a:br>
            <a:r>
              <a:rPr lang="en-US" dirty="0"/>
              <a:t> Pass, ICMP, Source = A's VLAN net, Destination = any (or both B's and C's subnets)</a:t>
            </a:r>
          </a:p>
          <a:p>
            <a:r>
              <a:rPr lang="en-US" b="1"/>
              <a:t>Fix:</a:t>
            </a:r>
            <a:r>
              <a:rPr lang="en-US"/>
              <a:t> narrow the </a:t>
            </a:r>
            <a:r>
              <a:rPr lang="en-US" b="1"/>
              <a:t>Destination</a:t>
            </a:r>
            <a:r>
              <a:rPr lang="en-US"/>
              <a:t> field down to just B's subnet, rather than deleting and rebuilding.</a:t>
            </a:r>
          </a:p>
          <a:p>
            <a:r>
              <a:rPr lang="en-US" dirty="0">
                <a:ea typeface="Calibri"/>
                <a:cs typeface="Calibri"/>
              </a:rPr>
              <a:t>Note the shift from Challenge 3's old version: before, the fix was narrowing </a:t>
            </a:r>
            <a:r>
              <a:rPr lang="en-US" i="1" dirty="0">
                <a:ea typeface="Calibri"/>
                <a:cs typeface="Calibri"/>
              </a:rPr>
              <a:t>source</a:t>
            </a:r>
            <a:r>
              <a:rPr lang="en-US" dirty="0">
                <a:ea typeface="Calibri"/>
                <a:cs typeface="Calibri"/>
              </a:rPr>
              <a:t> (who can reach you). Now it's narrowing </a:t>
            </a:r>
            <a:r>
              <a:rPr lang="en-US" i="1" dirty="0">
                <a:ea typeface="Calibri"/>
                <a:cs typeface="Calibri"/>
              </a:rPr>
              <a:t>destination</a:t>
            </a:r>
            <a:r>
              <a:rPr lang="en-US">
                <a:ea typeface="Calibri"/>
                <a:cs typeface="Calibri"/>
              </a:rPr>
              <a:t> (what you can reach), which is worth naming, since it's easy to assume "specificity" only ever means one thing.</a:t>
            </a:r>
            <a:endParaRPr lang="en-US"/>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6D43FE9-3319-4372-821B-E64A154AF2BC}" type="slidenum">
              <a:rPr lang="en-US"/>
              <a:t>123</a:t>
            </a:fld>
            <a:endParaRPr lang="en-US"/>
          </a:p>
        </p:txBody>
      </p:sp>
    </p:spTree>
    <p:extLst>
      <p:ext uri="{BB962C8B-B14F-4D97-AF65-F5344CB8AC3E}">
        <p14:creationId xmlns:p14="http://schemas.microsoft.com/office/powerpoint/2010/main" val="3176419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7/27/2026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7/27/2026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7/27/2026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0_68C49C6.xml"/><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drive.google.com/file/d/1453nKcI7BZ03UPW69p4fKi_TH23mH3DW/view?usp=sharing"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8_CA6F614C.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1.xml"/><Relationship Id="rId3" Type="http://schemas.microsoft.com/office/2018/10/relationships/comments" Target="../comments/modernComment_10D_6AD608FA.xml"/><Relationship Id="rId7" Type="http://schemas.openxmlformats.org/officeDocument/2006/relationships/diagramQuickStyle" Target="../diagrams/quickStyle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1.png"/><Relationship Id="rId4" Type="http://schemas.openxmlformats.org/officeDocument/2006/relationships/image" Target="../media/image3.jpeg"/><Relationship Id="rId9" Type="http://schemas.microsoft.com/office/2007/relationships/diagramDrawing" Target="../diagrams/drawing1.xml"/></Relationships>
</file>

<file path=ppt/slides/_rels/slide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jpe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microsoft.com/office/2018/10/relationships/comments" Target="../comments/modernComment_103_143D41DC.xm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3B_63E5F794.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41_5477177.xml"/><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4F_A0D5795E.xml"/><Relationship Id="rId2" Type="http://schemas.openxmlformats.org/officeDocument/2006/relationships/notesSlide" Target="../notesSlides/notesSlide8.xml"/><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1.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0_2C75EC6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microsoft.com/office/2018/10/relationships/comments" Target="../comments/modernComment_113_DADF289.xm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microsoft.com/office/2018/10/relationships/comments" Target="../comments/modernComment_133_29C1057A.xml"/><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1.png"/><Relationship Id="rId2" Type="http://schemas.openxmlformats.org/officeDocument/2006/relationships/diagramData" Target="../diagrams/data5.xml"/><Relationship Id="rId1" Type="http://schemas.openxmlformats.org/officeDocument/2006/relationships/slideLayout" Target="../slideLayouts/slideLayout4.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8.xml.rels><?xml version="1.0" encoding="UTF-8" standalone="yes"?>
<Relationships xmlns="http://schemas.openxmlformats.org/package/2006/relationships"><Relationship Id="rId8" Type="http://schemas.openxmlformats.org/officeDocument/2006/relationships/diagramColors" Target="../diagrams/colors6.xml"/><Relationship Id="rId3" Type="http://schemas.microsoft.com/office/2018/10/relationships/comments" Target="../comments/modernComment_11A_913D2D7.xml"/><Relationship Id="rId7" Type="http://schemas.openxmlformats.org/officeDocument/2006/relationships/diagramQuickStyle" Target="../diagrams/quickStyle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Layout" Target="../diagrams/layout6.xml"/><Relationship Id="rId5" Type="http://schemas.openxmlformats.org/officeDocument/2006/relationships/diagramData" Target="../diagrams/data6.xml"/><Relationship Id="rId10" Type="http://schemas.openxmlformats.org/officeDocument/2006/relationships/image" Target="../media/image17.png"/><Relationship Id="rId4" Type="http://schemas.openxmlformats.org/officeDocument/2006/relationships/image" Target="../media/image1.png"/><Relationship Id="rId9" Type="http://schemas.microsoft.com/office/2007/relationships/diagramDrawing" Target="../diagrams/drawing6.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21.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3" Type="http://schemas.microsoft.com/office/2018/10/relationships/comments" Target="../comments/modernComment_13D_FCBC4A8F.xml"/><Relationship Id="rId7"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23.jpeg"/><Relationship Id="rId5" Type="http://schemas.openxmlformats.org/officeDocument/2006/relationships/image" Target="../media/image19.png"/><Relationship Id="rId4" Type="http://schemas.openxmlformats.org/officeDocument/2006/relationships/image" Target="../media/image22.png"/></Relationships>
</file>

<file path=ppt/slides/_rels/slide33.xml.rels><?xml version="1.0" encoding="UTF-8" standalone="yes"?>
<Relationships xmlns="http://schemas.openxmlformats.org/package/2006/relationships"><Relationship Id="rId3" Type="http://schemas.microsoft.com/office/2018/10/relationships/comments" Target="../comments/modernComment_11D_1659F78C.xm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19.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1.png"/><Relationship Id="rId7" Type="http://schemas.openxmlformats.org/officeDocument/2006/relationships/diagramColors" Target="../diagrams/colors7.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4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diagramData" Target="../diagrams/data8.xml"/><Relationship Id="rId7" Type="http://schemas.microsoft.com/office/2007/relationships/diagramDrawing" Target="../diagrams/drawing8.xml"/><Relationship Id="rId2" Type="http://schemas.microsoft.com/office/2018/10/relationships/comments" Target="../comments/modernComment_115_AEB10A8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9.xml"/><Relationship Id="rId7" Type="http://schemas.openxmlformats.org/officeDocument/2006/relationships/image" Target="../media/image1.png"/><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microsoft.com/office/2018/10/relationships/comments" Target="../comments/modernComment_138_5843067.xml"/><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8" Type="http://schemas.microsoft.com/office/2007/relationships/diagramDrawing" Target="../diagrams/drawing10.xml"/><Relationship Id="rId3" Type="http://schemas.microsoft.com/office/2018/10/relationships/comments" Target="../comments/modernComment_11F_4C12A447.xml"/><Relationship Id="rId7" Type="http://schemas.openxmlformats.org/officeDocument/2006/relationships/diagramColors" Target="../diagrams/colors10.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QuickStyle" Target="../diagrams/quickStyle10.xml"/><Relationship Id="rId5" Type="http://schemas.openxmlformats.org/officeDocument/2006/relationships/diagramLayout" Target="../diagrams/layout10.xml"/><Relationship Id="rId10" Type="http://schemas.openxmlformats.org/officeDocument/2006/relationships/image" Target="../media/image1.png"/><Relationship Id="rId4" Type="http://schemas.openxmlformats.org/officeDocument/2006/relationships/diagramData" Target="../diagrams/data10.xml"/><Relationship Id="rId9" Type="http://schemas.openxmlformats.org/officeDocument/2006/relationships/image" Target="../media/image26.png"/></Relationships>
</file>

<file path=ppt/slides/_rels/slide46.xml.rels><?xml version="1.0" encoding="UTF-8" standalone="yes"?>
<Relationships xmlns="http://schemas.openxmlformats.org/package/2006/relationships"><Relationship Id="rId3" Type="http://schemas.microsoft.com/office/2018/10/relationships/comments" Target="../comments/modernComment_149_17B28CE5.xml"/><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7.png"/></Relationships>
</file>

<file path=ppt/slides/_rels/slide47.xml.rels><?xml version="1.0" encoding="UTF-8" standalone="yes"?>
<Relationships xmlns="http://schemas.openxmlformats.org/package/2006/relationships"><Relationship Id="rId8" Type="http://schemas.openxmlformats.org/officeDocument/2006/relationships/diagramColors" Target="../diagrams/colors11.xml"/><Relationship Id="rId13" Type="http://schemas.openxmlformats.org/officeDocument/2006/relationships/diagramColors" Target="../diagrams/colors12.xml"/><Relationship Id="rId3" Type="http://schemas.openxmlformats.org/officeDocument/2006/relationships/image" Target="../media/image27.png"/><Relationship Id="rId7" Type="http://schemas.openxmlformats.org/officeDocument/2006/relationships/diagramQuickStyle" Target="../diagrams/quickStyle11.xml"/><Relationship Id="rId12" Type="http://schemas.openxmlformats.org/officeDocument/2006/relationships/diagramQuickStyle" Target="../diagrams/quickStyle12.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Layout" Target="../diagrams/layout11.xml"/><Relationship Id="rId11" Type="http://schemas.openxmlformats.org/officeDocument/2006/relationships/diagramLayout" Target="../diagrams/layout12.xml"/><Relationship Id="rId5" Type="http://schemas.openxmlformats.org/officeDocument/2006/relationships/diagramData" Target="../diagrams/data11.xml"/><Relationship Id="rId10" Type="http://schemas.openxmlformats.org/officeDocument/2006/relationships/diagramData" Target="../diagrams/data12.xml"/><Relationship Id="rId4" Type="http://schemas.openxmlformats.org/officeDocument/2006/relationships/image" Target="../media/image21.png"/><Relationship Id="rId9" Type="http://schemas.microsoft.com/office/2007/relationships/diagramDrawing" Target="../diagrams/drawing11.xml"/><Relationship Id="rId14" Type="http://schemas.microsoft.com/office/2007/relationships/diagramDrawing" Target="../diagrams/drawing12.xml"/></Relationships>
</file>

<file path=ppt/slides/_rels/slide48.xml.rels><?xml version="1.0" encoding="UTF-8" standalone="yes"?>
<Relationships xmlns="http://schemas.openxmlformats.org/package/2006/relationships"><Relationship Id="rId3" Type="http://schemas.microsoft.com/office/2018/10/relationships/comments" Target="../comments/modernComment_14A_9B6AE226.xm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28.png"/></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microsoft.com/office/2018/10/relationships/comments" Target="../comments/modernComment_121_C391E17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3.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1.png"/><Relationship Id="rId7" Type="http://schemas.openxmlformats.org/officeDocument/2006/relationships/diagramColors" Target="../diagrams/colors13.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microsoft.com/office/2018/10/relationships/comments" Target="../comments/modernComment_125_50735C17.xm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1.png"/></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microsoft.com/office/2018/10/relationships/comments" Target="../comments/modernComment_14E_DE6C9D26.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2.png"/></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microsoft.com/office/2018/10/relationships/comments" Target="../comments/modernComment_123_4F2B5FA7.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8" Type="http://schemas.openxmlformats.org/officeDocument/2006/relationships/image" Target="../media/image35.jpe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 Id="rId9" Type="http://schemas.openxmlformats.org/officeDocument/2006/relationships/image" Target="../media/image1.png"/></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microsoft.com/office/2018/10/relationships/comments" Target="../comments/modernComment_104_4B6A82FD.xml"/><Relationship Id="rId2" Type="http://schemas.openxmlformats.org/officeDocument/2006/relationships/notesSlide" Target="../notesSlides/notesSlide39.xml"/><Relationship Id="rId1" Type="http://schemas.openxmlformats.org/officeDocument/2006/relationships/slideLayout" Target="../slideLayouts/slideLayout8.xml"/><Relationship Id="rId5" Type="http://schemas.openxmlformats.org/officeDocument/2006/relationships/image" Target="../media/image36.png"/><Relationship Id="rId4" Type="http://schemas.openxmlformats.org/officeDocument/2006/relationships/image" Target="../media/image1.png"/></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D_CC7B37B7.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67.xml.rels><?xml version="1.0" encoding="UTF-8" standalone="yes"?>
<Relationships xmlns="http://schemas.openxmlformats.org/package/2006/relationships"><Relationship Id="rId8" Type="http://schemas.microsoft.com/office/2007/relationships/diagramDrawing" Target="../diagrams/drawing17.xml"/><Relationship Id="rId3" Type="http://schemas.microsoft.com/office/2018/10/relationships/comments" Target="../comments/modernComment_13F_533DAB2A.xml"/><Relationship Id="rId7" Type="http://schemas.openxmlformats.org/officeDocument/2006/relationships/diagramColors" Target="../diagrams/colors17.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 Id="rId9" Type="http://schemas.openxmlformats.org/officeDocument/2006/relationships/image" Target="../media/image1.png"/></Relationships>
</file>

<file path=ppt/slides/_rels/slide68.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1.png"/><Relationship Id="rId7" Type="http://schemas.openxmlformats.org/officeDocument/2006/relationships/diagramColors" Target="../diagrams/colors1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B_AF2C9B4C.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microsoft.com/office/2018/10/relationships/comments" Target="../comments/modernComment_156_32D349DE.xml"/><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42.png"/></Relationships>
</file>

<file path=ppt/slides/_rels/slide74.xml.rels><?xml version="1.0" encoding="UTF-8" standalone="yes"?>
<Relationships xmlns="http://schemas.openxmlformats.org/package/2006/relationships"><Relationship Id="rId3" Type="http://schemas.microsoft.com/office/2018/10/relationships/comments" Target="../comments/modernComment_158_8B9892E2.xml"/><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8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 Id="rId9" Type="http://schemas.openxmlformats.org/officeDocument/2006/relationships/image" Target="../media/image48.png"/></Relationships>
</file>

<file path=ppt/slides/_rels/slide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9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9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microsoft.com/office/2018/10/relationships/comments" Target="../comments/modernComment_17F_3741EB1C.xml"/><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1.png"/></Relationships>
</file>

<file path=ppt/slides/_rels/slide9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1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18.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AC_B4BC4688.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3" Type="http://schemas.microsoft.com/office/2018/10/relationships/comments" Target="../comments/modernComment_1AB_2AD2AE9F.xml"/><Relationship Id="rId2" Type="http://schemas.openxmlformats.org/officeDocument/2006/relationships/notesSlide" Target="../notesSlides/notesSlide54.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68.png"/></Relationships>
</file>

<file path=ppt/slides/_rels/slide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69.png"/><Relationship Id="rId2" Type="http://schemas.microsoft.com/office/2018/10/relationships/comments" Target="../comments/modernComment_105_5C24EAE5.xml"/><Relationship Id="rId1" Type="http://schemas.openxmlformats.org/officeDocument/2006/relationships/slideLayout" Target="../slideLayouts/slideLayout2.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3245F62-CCC4-49E4-B95B-EA6C1E7905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F110F9-34D7-E795-FC75-522737276D86}"/>
              </a:ext>
            </a:extLst>
          </p:cNvPr>
          <p:cNvSpPr>
            <a:spLocks noGrp="1"/>
          </p:cNvSpPr>
          <p:nvPr>
            <p:ph type="title"/>
          </p:nvPr>
        </p:nvSpPr>
        <p:spPr>
          <a:xfrm>
            <a:off x="638882" y="3577456"/>
            <a:ext cx="10909640" cy="1687814"/>
          </a:xfrm>
        </p:spPr>
        <p:txBody>
          <a:bodyPr vert="horz" lIns="91440" tIns="45720" rIns="91440" bIns="45720" rtlCol="0" anchor="b">
            <a:normAutofit/>
          </a:bodyPr>
          <a:lstStyle/>
          <a:p>
            <a:pPr algn="ctr"/>
            <a:r>
              <a:rPr lang="en-US" sz="4600" kern="1200">
                <a:solidFill>
                  <a:schemeClr val="tx1"/>
                </a:solidFill>
                <a:latin typeface="+mj-lt"/>
                <a:ea typeface="+mj-ea"/>
                <a:cs typeface="+mj-cs"/>
              </a:rPr>
              <a:t>Question: If your computer had no desktop, no icons, and no mouse, could you still use it?</a:t>
            </a:r>
          </a:p>
        </p:txBody>
      </p:sp>
      <p:pic>
        <p:nvPicPr>
          <p:cNvPr id="7" name="Picture 6" descr="A blue and yellow logo&#10;&#10;AI-generated content may be incorrect.">
            <a:extLst>
              <a:ext uri="{FF2B5EF4-FFF2-40B4-BE49-F238E27FC236}">
                <a16:creationId xmlns:a16="http://schemas.microsoft.com/office/drawing/2014/main" id="{224EF2BE-C5AC-0C46-FF27-508C16455DAE}"/>
              </a:ext>
            </a:extLst>
          </p:cNvPr>
          <p:cNvPicPr>
            <a:picLocks noChangeAspect="1"/>
          </p:cNvPicPr>
          <p:nvPr/>
        </p:nvPicPr>
        <p:blipFill>
          <a:blip r:embed="rId3"/>
          <a:stretch>
            <a:fillRect/>
          </a:stretch>
        </p:blipFill>
        <p:spPr>
          <a:xfrm>
            <a:off x="2873908" y="1020882"/>
            <a:ext cx="6439588" cy="1883579"/>
          </a:xfrm>
          <a:prstGeom prst="rect">
            <a:avLst/>
          </a:prstGeom>
        </p:spPr>
      </p:pic>
      <p:sp>
        <p:nvSpPr>
          <p:cNvPr id="14" name="sketch line">
            <a:extLst>
              <a:ext uri="{FF2B5EF4-FFF2-40B4-BE49-F238E27FC236}">
                <a16:creationId xmlns:a16="http://schemas.microsoft.com/office/drawing/2014/main" id="{E6C0DD6B-6AA3-448F-9B99-8386295BC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550905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5600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5EC2666-4656-C3F9-8874-DBDF2078330E}"/>
              </a:ext>
            </a:extLst>
          </p:cNvPr>
          <p:cNvPicPr>
            <a:picLocks noChangeAspect="1"/>
          </p:cNvPicPr>
          <p:nvPr/>
        </p:nvPicPr>
        <p:blipFill>
          <a:blip r:embed="rId4">
            <a:alphaModFix amt="50000"/>
          </a:blip>
          <a:srcRect r="6250" b="6250"/>
          <a:stretch>
            <a:fillRect/>
          </a:stretch>
        </p:blipFill>
        <p:spPr>
          <a:xfrm>
            <a:off x="20" y="1"/>
            <a:ext cx="12191980" cy="6857999"/>
          </a:xfrm>
          <a:prstGeom prst="rect">
            <a:avLst/>
          </a:prstGeom>
        </p:spPr>
      </p:pic>
      <p:sp>
        <p:nvSpPr>
          <p:cNvPr id="2" name="Title 1"/>
          <p:cNvSpPr>
            <a:spLocks noGrp="1"/>
          </p:cNvSpPr>
          <p:nvPr>
            <p:ph type="ctrTitle"/>
          </p:nvPr>
        </p:nvSpPr>
        <p:spPr>
          <a:xfrm>
            <a:off x="1524000" y="1122362"/>
            <a:ext cx="9144000" cy="2900518"/>
          </a:xfrm>
        </p:spPr>
        <p:txBody>
          <a:bodyPr>
            <a:normAutofit/>
          </a:bodyPr>
          <a:lstStyle/>
          <a:p>
            <a:r>
              <a:rPr lang="en-US">
                <a:solidFill>
                  <a:srgbClr val="FFFFFF"/>
                </a:solidFill>
              </a:rPr>
              <a:t>Networking Training Modules</a:t>
            </a:r>
          </a:p>
        </p:txBody>
      </p:sp>
      <p:sp>
        <p:nvSpPr>
          <p:cNvPr id="3" name="Subtitle 2"/>
          <p:cNvSpPr>
            <a:spLocks noGrp="1"/>
          </p:cNvSpPr>
          <p:nvPr>
            <p:ph type="subTitle" idx="1"/>
          </p:nvPr>
        </p:nvSpPr>
        <p:spPr>
          <a:xfrm>
            <a:off x="1524000" y="4159404"/>
            <a:ext cx="9144000" cy="1098395"/>
          </a:xfrm>
        </p:spPr>
        <p:txBody>
          <a:bodyPr vert="horz" lIns="91440" tIns="45720" rIns="91440" bIns="45720" rtlCol="0">
            <a:normAutofit/>
          </a:bodyPr>
          <a:lstStyle/>
          <a:p>
            <a:r>
              <a:rPr lang="en-US">
                <a:solidFill>
                  <a:srgbClr val="FFFFFF"/>
                </a:solidFill>
              </a:rPr>
              <a:t>Caden Kelly, John Haverlack</a:t>
            </a:r>
          </a:p>
        </p:txBody>
      </p:sp>
      <p:pic>
        <p:nvPicPr>
          <p:cNvPr id="4" name="Picture 3" descr="A blue and yellow logo&#10;&#10;AI-generated content may be incorrect.">
            <a:extLst>
              <a:ext uri="{FF2B5EF4-FFF2-40B4-BE49-F238E27FC236}">
                <a16:creationId xmlns:a16="http://schemas.microsoft.com/office/drawing/2014/main" id="{F2013981-274E-D6DC-1C89-887A8CCF7571}"/>
              </a:ext>
            </a:extLst>
          </p:cNvPr>
          <p:cNvPicPr>
            <a:picLocks noChangeAspect="1"/>
          </p:cNvPicPr>
          <p:nvPr/>
        </p:nvPicPr>
        <p:blipFill>
          <a:blip r:embed="rId5"/>
          <a:stretch>
            <a:fillRect/>
          </a:stretch>
        </p:blipFill>
        <p:spPr>
          <a:xfrm>
            <a:off x="2721" y="6122079"/>
            <a:ext cx="2498272" cy="738869"/>
          </a:xfrm>
          <a:prstGeom prst="rect">
            <a:avLst/>
          </a:prstGeom>
        </p:spPr>
      </p:pic>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19786-D799-88BD-829D-6A636A2A45F7}"/>
              </a:ext>
            </a:extLst>
          </p:cNvPr>
          <p:cNvSpPr>
            <a:spLocks noGrp="1"/>
          </p:cNvSpPr>
          <p:nvPr>
            <p:ph type="title"/>
          </p:nvPr>
        </p:nvSpPr>
        <p:spPr/>
        <p:txBody>
          <a:bodyPr/>
          <a:lstStyle/>
          <a:p>
            <a:r>
              <a:rPr lang="en-US"/>
              <a:t>Note: Have terminology sheets already out</a:t>
            </a:r>
          </a:p>
        </p:txBody>
      </p:sp>
      <p:sp>
        <p:nvSpPr>
          <p:cNvPr id="3" name="Content Placeholder 2">
            <a:extLst>
              <a:ext uri="{FF2B5EF4-FFF2-40B4-BE49-F238E27FC236}">
                <a16:creationId xmlns:a16="http://schemas.microsoft.com/office/drawing/2014/main" id="{E459B860-9320-12A2-3BBB-922729A2784D}"/>
              </a:ext>
            </a:extLst>
          </p:cNvPr>
          <p:cNvSpPr>
            <a:spLocks noGrp="1"/>
          </p:cNvSpPr>
          <p:nvPr>
            <p:ph idx="1"/>
          </p:nvPr>
        </p:nvSpPr>
        <p:spPr/>
        <p:txBody>
          <a:bodyPr vert="horz" lIns="91440" tIns="45720" rIns="91440" bIns="45720" rtlCol="0" anchor="t">
            <a:normAutofit/>
          </a:bodyPr>
          <a:lstStyle/>
          <a:p>
            <a:r>
              <a:rPr lang="en-US" dirty="0">
                <a:ea typeface="+mn-lt"/>
                <a:cs typeface="+mn-lt"/>
                <a:hlinkClick r:id="rId2"/>
              </a:rPr>
              <a:t>https://drive.google.com/file/d/1453nKcI7BZ03UPW69p4fKi_TH23mH3DW/view?usp=sharing</a:t>
            </a:r>
            <a:endParaRPr lang="en-US">
              <a:ea typeface="+mn-lt"/>
              <a:cs typeface="+mn-lt"/>
            </a:endParaRPr>
          </a:p>
          <a:p>
            <a:endParaRPr lang="en-US" dirty="0">
              <a:ea typeface="+mn-lt"/>
              <a:cs typeface="+mn-lt"/>
            </a:endParaRPr>
          </a:p>
          <a:p>
            <a:endParaRPr lang="en-US" dirty="0">
              <a:ea typeface="+mn-lt"/>
              <a:cs typeface="+mn-lt"/>
            </a:endParaRPr>
          </a:p>
          <a:p>
            <a:endParaRPr lang="en-US" dirty="0">
              <a:ea typeface="+mn-lt"/>
              <a:cs typeface="+mn-lt"/>
            </a:endParaRPr>
          </a:p>
        </p:txBody>
      </p:sp>
      <p:pic>
        <p:nvPicPr>
          <p:cNvPr id="5" name="Picture 4" descr="A blue and yellow logo&#10;&#10;AI-generated content may be incorrect.">
            <a:extLst>
              <a:ext uri="{FF2B5EF4-FFF2-40B4-BE49-F238E27FC236}">
                <a16:creationId xmlns:a16="http://schemas.microsoft.com/office/drawing/2014/main" id="{75D3E702-D381-21E7-133E-B6A43E84CA8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3523270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DAEB8B-F085-C5BA-0E93-3F82B20C5212}"/>
              </a:ext>
            </a:extLst>
          </p:cNvPr>
          <p:cNvSpPr>
            <a:spLocks noGrp="1"/>
          </p:cNvSpPr>
          <p:nvPr>
            <p:ph type="title"/>
          </p:nvPr>
        </p:nvSpPr>
        <p:spPr>
          <a:xfrm>
            <a:off x="1137034" y="609597"/>
            <a:ext cx="9392421" cy="1330841"/>
          </a:xfrm>
        </p:spPr>
        <p:txBody>
          <a:bodyPr>
            <a:normAutofit/>
          </a:bodyPr>
          <a:lstStyle/>
          <a:p>
            <a:r>
              <a:rPr lang="en-US"/>
              <a:t>Module 1 Agenda: IPv4 Network Basics</a:t>
            </a:r>
          </a:p>
        </p:txBody>
      </p:sp>
      <p:sp>
        <p:nvSpPr>
          <p:cNvPr id="3" name="Content Placeholder 2">
            <a:extLst>
              <a:ext uri="{FF2B5EF4-FFF2-40B4-BE49-F238E27FC236}">
                <a16:creationId xmlns:a16="http://schemas.microsoft.com/office/drawing/2014/main" id="{3998F537-7BB5-3481-3EBC-D0F6B4BCEBB5}"/>
              </a:ext>
            </a:extLst>
          </p:cNvPr>
          <p:cNvSpPr>
            <a:spLocks noGrp="1"/>
          </p:cNvSpPr>
          <p:nvPr>
            <p:ph idx="1"/>
          </p:nvPr>
        </p:nvSpPr>
        <p:spPr>
          <a:xfrm>
            <a:off x="4920" y="2198362"/>
            <a:ext cx="12187080" cy="3917773"/>
          </a:xfrm>
        </p:spPr>
        <p:txBody>
          <a:bodyPr vert="horz" lIns="91440" tIns="45720" rIns="91440" bIns="45720" rtlCol="0" anchor="t">
            <a:noAutofit/>
          </a:bodyPr>
          <a:lstStyle/>
          <a:p>
            <a:r>
              <a:rPr lang="en-US" sz="3000"/>
              <a:t>M1: </a:t>
            </a:r>
            <a:endParaRPr lang="en-US" sz="3000" dirty="0"/>
          </a:p>
          <a:p>
            <a:pPr marL="914400" lvl="1" indent="-457200">
              <a:buAutoNum type="arabicPeriod"/>
            </a:pPr>
            <a:r>
              <a:rPr lang="en-US" sz="3000" b="1"/>
              <a:t>1:30pm – 1:50p</a:t>
            </a:r>
            <a:r>
              <a:rPr lang="en-US" sz="3000" b="1" dirty="0"/>
              <a:t>m</a:t>
            </a:r>
            <a:r>
              <a:rPr lang="en-US" sz="3000" i="1" dirty="0"/>
              <a:t> </a:t>
            </a:r>
            <a:r>
              <a:rPr lang="en-US" sz="3000"/>
              <a:t>- </a:t>
            </a:r>
            <a:r>
              <a:rPr lang="en-US" sz="3000" i="1"/>
              <a:t>Your terminal, Linu</a:t>
            </a:r>
            <a:r>
              <a:rPr lang="en-US" sz="3000" i="1" dirty="0"/>
              <a:t>x </a:t>
            </a:r>
          </a:p>
          <a:p>
            <a:pPr marL="914400" lvl="1" indent="-457200">
              <a:buAutoNum type="arabicPeriod"/>
            </a:pPr>
            <a:r>
              <a:rPr lang="en-US" sz="3000" b="1"/>
              <a:t>1:50pm – 2:20pm</a:t>
            </a:r>
            <a:r>
              <a:rPr lang="en-US" sz="3000"/>
              <a:t> - </a:t>
            </a:r>
            <a:r>
              <a:rPr lang="en-US" sz="3000" i="1"/>
              <a:t>Binary</a:t>
            </a:r>
            <a:r>
              <a:rPr lang="en-US" sz="3000" i="1" dirty="0"/>
              <a:t>, </a:t>
            </a:r>
            <a:r>
              <a:rPr lang="en-US" sz="3000" i="1"/>
              <a:t>IPv4, (ping, broadcast, subnets and their mask, e</a:t>
            </a:r>
            <a:r>
              <a:rPr lang="en-US" sz="3000" i="1" dirty="0"/>
              <a:t>tc.)</a:t>
            </a:r>
          </a:p>
          <a:p>
            <a:pPr marL="914400" lvl="1" indent="-457200">
              <a:buAutoNum type="arabicPeriod"/>
            </a:pPr>
            <a:r>
              <a:rPr lang="en-US" sz="3000" b="1"/>
              <a:t>2:20pm – 2:50pm </a:t>
            </a:r>
            <a:r>
              <a:rPr lang="en-US" sz="3000" dirty="0"/>
              <a:t>-</a:t>
            </a:r>
            <a:r>
              <a:rPr lang="en-US" sz="3000" i="1" dirty="0"/>
              <a:t> DHCP/MAC/DNS</a:t>
            </a:r>
          </a:p>
          <a:p>
            <a:pPr marL="914400" lvl="1" indent="-457200">
              <a:buAutoNum type="arabicPeriod"/>
            </a:pPr>
            <a:r>
              <a:rPr lang="en-US" sz="3000" b="1" dirty="0"/>
              <a:t>2:50pm – 3:00pm </a:t>
            </a:r>
            <a:r>
              <a:rPr lang="en-US" sz="3000" dirty="0"/>
              <a:t>- </a:t>
            </a:r>
            <a:r>
              <a:rPr lang="en-US" sz="3000" i="1" dirty="0"/>
              <a:t>10 minute break</a:t>
            </a:r>
          </a:p>
          <a:p>
            <a:pPr marL="914400" lvl="1" indent="-457200">
              <a:buAutoNum type="arabicPeriod"/>
            </a:pPr>
            <a:r>
              <a:rPr lang="en-US" sz="3000" b="1"/>
              <a:t> 3:00pm – 3:30pm </a:t>
            </a:r>
            <a:r>
              <a:rPr lang="en-US" sz="3000"/>
              <a:t>- </a:t>
            </a:r>
            <a:r>
              <a:rPr lang="en-US" sz="3000" i="1"/>
              <a:t>NTP, LAN, Network Segmentatio</a:t>
            </a:r>
            <a:r>
              <a:rPr lang="en-US" sz="3000" i="1" dirty="0"/>
              <a:t>n</a:t>
            </a:r>
            <a:r>
              <a:rPr lang="en-US" sz="3000" dirty="0"/>
              <a:t> </a:t>
            </a:r>
            <a:endParaRPr lang="en-US" sz="3000" b="1"/>
          </a:p>
          <a:p>
            <a:pPr marL="914400" lvl="1" indent="-457200">
              <a:buAutoNum type="arabicPeriod"/>
            </a:pPr>
            <a:r>
              <a:rPr lang="en-US" sz="3000" b="1"/>
              <a:t>End of Module 1</a:t>
            </a:r>
            <a:endParaRPr lang="en-US" sz="3000" i="1"/>
          </a:p>
          <a:p>
            <a:pPr marL="457200" lvl="1" indent="0">
              <a:buNone/>
            </a:pPr>
            <a:r>
              <a:rPr lang="en-US" sz="3000" b="1"/>
              <a:t>​</a:t>
            </a:r>
            <a:endParaRPr lang="en-US" sz="3000" i="1"/>
          </a:p>
          <a:p>
            <a:pPr lvl="1">
              <a:buAutoNum type="arabicPeriod"/>
            </a:pPr>
            <a:endParaRPr lang="en-US" sz="3000" dirty="0"/>
          </a:p>
          <a:p>
            <a:pPr lvl="1">
              <a:buAutoNum type="arabicPeriod"/>
            </a:pPr>
            <a:endParaRPr lang="en-US" sz="3000" dirty="0"/>
          </a:p>
          <a:p>
            <a:endParaRPr lang="en-US" sz="3000" dirty="0"/>
          </a:p>
          <a:p>
            <a:pPr lvl="1">
              <a:buAutoNum type="arabicPeriod"/>
            </a:pPr>
            <a:endParaRPr lang="en-US" sz="3000" dirty="0"/>
          </a:p>
        </p:txBody>
      </p:sp>
      <p:pic>
        <p:nvPicPr>
          <p:cNvPr id="5" name="Picture 4" descr="A blue and yellow logo&#10;&#10;AI-generated content may be incorrect.">
            <a:extLst>
              <a:ext uri="{FF2B5EF4-FFF2-40B4-BE49-F238E27FC236}">
                <a16:creationId xmlns:a16="http://schemas.microsoft.com/office/drawing/2014/main" id="{79D5C810-0A0D-F701-A38F-261175831251}"/>
              </a:ext>
            </a:extLst>
          </p:cNvPr>
          <p:cNvPicPr>
            <a:picLocks noChangeAspect="1"/>
          </p:cNvPicPr>
          <p:nvPr/>
        </p:nvPicPr>
        <p:blipFill>
          <a:blip r:embed="rId2"/>
          <a:stretch>
            <a:fillRect/>
          </a:stretch>
        </p:blipFill>
        <p:spPr>
          <a:xfrm>
            <a:off x="-748" y="6236382"/>
            <a:ext cx="1900163" cy="587837"/>
          </a:xfrm>
          <a:prstGeom prst="rect">
            <a:avLst/>
          </a:prstGeom>
        </p:spPr>
      </p:pic>
      <p:sp>
        <p:nvSpPr>
          <p:cNvPr id="48" name="Freeform: Shape 47">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372057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0F0563-4E1F-65DE-D8AC-F38949FEAF73}"/>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a:solidFill>
                  <a:srgbClr val="FFFFFF"/>
                </a:solidFill>
              </a:rPr>
              <a:t>Wi-Fi Login</a:t>
            </a:r>
            <a:endParaRPr lang="en-US" sz="6600" kern="1200">
              <a:solidFill>
                <a:srgbClr val="FFFFFF"/>
              </a:solidFill>
              <a:latin typeface="+mj-lt"/>
              <a:ea typeface="+mj-ea"/>
              <a:cs typeface="+mj-cs"/>
            </a:endParaRPr>
          </a:p>
        </p:txBody>
      </p:sp>
      <p:sp>
        <p:nvSpPr>
          <p:cNvPr id="4" name="Text Placeholder 3">
            <a:extLst>
              <a:ext uri="{FF2B5EF4-FFF2-40B4-BE49-F238E27FC236}">
                <a16:creationId xmlns:a16="http://schemas.microsoft.com/office/drawing/2014/main" id="{957F44FC-04C4-8497-2E9B-96C7097ED185}"/>
              </a:ext>
            </a:extLst>
          </p:cNvPr>
          <p:cNvSpPr>
            <a:spLocks noGrp="1"/>
          </p:cNvSpPr>
          <p:nvPr>
            <p:ph type="body" idx="1"/>
          </p:nvPr>
        </p:nvSpPr>
        <p:spPr>
          <a:xfrm>
            <a:off x="2895601" y="1900826"/>
            <a:ext cx="6396204" cy="662542"/>
          </a:xfrm>
        </p:spPr>
        <p:txBody>
          <a:bodyPr vert="horz" lIns="91440" tIns="45720" rIns="91440" bIns="45720" rtlCol="0" anchor="ctr">
            <a:normAutofit fontScale="85000" lnSpcReduction="20000"/>
          </a:bodyPr>
          <a:lstStyle/>
          <a:p>
            <a:pPr algn="ctr"/>
            <a:r>
              <a:rPr lang="en-US" dirty="0" err="1">
                <a:solidFill>
                  <a:srgbClr val="FFFFFF"/>
                </a:solidFill>
                <a:ea typeface="+mn-lt"/>
                <a:cs typeface="+mn-lt"/>
              </a:rPr>
              <a:t>TrainingGroundWifi</a:t>
            </a:r>
            <a:endParaRPr lang="en-US" dirty="0" err="1">
              <a:solidFill>
                <a:srgbClr val="767676"/>
              </a:solidFill>
              <a:ea typeface="+mn-lt"/>
              <a:cs typeface="+mn-lt"/>
            </a:endParaRPr>
          </a:p>
          <a:p>
            <a:pPr algn="ctr"/>
            <a:r>
              <a:rPr lang="en-US">
                <a:solidFill>
                  <a:srgbClr val="FFFFFF"/>
                </a:solidFill>
              </a:rPr>
              <a:t>Password: ACEP1234!?</a:t>
            </a:r>
            <a:endParaRPr lang="en-US" dirty="0">
              <a:solidFill>
                <a:srgbClr val="FFFFFF"/>
              </a:solidFill>
            </a:endParaRPr>
          </a:p>
        </p:txBody>
      </p:sp>
      <p:sp>
        <p:nvSpPr>
          <p:cNvPr id="15"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64DF119F-118F-1EDD-C32D-258523BA1C8D}"/>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51CCB036-0462-9E23-E1B6-E975935D926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396297036"/>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0F1EC3C0-16BD-7DA3-7269-ECE36B931207}"/>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E2A9802D-C6E1-9E61-FA12-CC41DB7446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4E36C230-70B4-54D6-1BC3-3CBEE2F647A4}"/>
              </a:ext>
            </a:extLst>
          </p:cNvPr>
          <p:cNvSpPr>
            <a:spLocks noGrp="1"/>
          </p:cNvSpPr>
          <p:nvPr>
            <p:ph type="title"/>
          </p:nvPr>
        </p:nvSpPr>
        <p:spPr>
          <a:xfrm>
            <a:off x="76200" y="-280761"/>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F3324C5C-89AE-AA24-CED1-BD9A73814E33}"/>
              </a:ext>
            </a:extLst>
          </p:cNvPr>
          <p:cNvPicPr>
            <a:picLocks noChangeAspect="1"/>
          </p:cNvPicPr>
          <p:nvPr/>
        </p:nvPicPr>
        <p:blipFill>
          <a:blip r:embed="rId4"/>
          <a:srcRect l="33253" r="-2" b="-2"/>
          <a:stretch>
            <a:fillRect/>
          </a:stretch>
        </p:blipFill>
        <p:spPr>
          <a:xfrm>
            <a:off x="7746520" y="2122856"/>
            <a:ext cx="3750638" cy="3757896"/>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5762F75D-A066-74CA-0B2E-66BE3154B8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Oval">
            <a:extLst>
              <a:ext uri="{FF2B5EF4-FFF2-40B4-BE49-F238E27FC236}">
                <a16:creationId xmlns:a16="http://schemas.microsoft.com/office/drawing/2014/main" id="{E7AE5955-6366-1EA2-2AD1-0E1A329516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DEEAE136-A877-DD8D-56ED-08B1C73D5AF6}"/>
              </a:ext>
            </a:extLst>
          </p:cNvPr>
          <p:cNvGraphicFramePr>
            <a:graphicFrameLocks noGrp="1"/>
          </p:cNvGraphicFramePr>
          <p:nvPr>
            <p:ph idx="1"/>
            <p:extLst>
              <p:ext uri="{D42A27DB-BD31-4B8C-83A1-F6EECF244321}">
                <p14:modId xmlns:p14="http://schemas.microsoft.com/office/powerpoint/2010/main" val="3636434845"/>
              </p:ext>
            </p:extLst>
          </p:nvPr>
        </p:nvGraphicFramePr>
        <p:xfrm>
          <a:off x="1781629" y="671739"/>
          <a:ext cx="5879589" cy="545442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4" name="Picture 3" descr="A blue and yellow logo&#10;&#10;AI-generated content may be incorrect.">
            <a:extLst>
              <a:ext uri="{FF2B5EF4-FFF2-40B4-BE49-F238E27FC236}">
                <a16:creationId xmlns:a16="http://schemas.microsoft.com/office/drawing/2014/main" id="{C55A90CF-C9A5-C645-950E-C2C026F7E373}"/>
              </a:ext>
            </a:extLst>
          </p:cNvPr>
          <p:cNvPicPr>
            <a:picLocks noChangeAspect="1"/>
          </p:cNvPicPr>
          <p:nvPr/>
        </p:nvPicPr>
        <p:blipFill>
          <a:blip r:embed="rId10"/>
          <a:stretch>
            <a:fillRect/>
          </a:stretch>
        </p:blipFill>
        <p:spPr>
          <a:xfrm>
            <a:off x="2721" y="6122079"/>
            <a:ext cx="2498272" cy="738869"/>
          </a:xfrm>
          <a:prstGeom prst="rect">
            <a:avLst/>
          </a:prstGeom>
        </p:spPr>
      </p:pic>
    </p:spTree>
    <p:extLst>
      <p:ext uri="{BB962C8B-B14F-4D97-AF65-F5344CB8AC3E}">
        <p14:creationId xmlns:p14="http://schemas.microsoft.com/office/powerpoint/2010/main" val="1792411898"/>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BC4090E5-AA87-F716-21F5-5F4B2DFE1DDC}"/>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B525329-02B0-3E54-6409-7515681A20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53652B2C-D2E6-205F-CD62-7504E10A1C7C}"/>
              </a:ext>
            </a:extLst>
          </p:cNvPr>
          <p:cNvSpPr>
            <a:spLocks noGrp="1"/>
          </p:cNvSpPr>
          <p:nvPr>
            <p:ph type="title"/>
          </p:nvPr>
        </p:nvSpPr>
        <p:spPr>
          <a:xfrm>
            <a:off x="925286" y="-389618"/>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922E08CE-9D5F-D5AE-0955-2385FBE4FB15}"/>
              </a:ext>
            </a:extLst>
          </p:cNvPr>
          <p:cNvPicPr>
            <a:picLocks noChangeAspect="1"/>
          </p:cNvPicPr>
          <p:nvPr/>
        </p:nvPicPr>
        <p:blipFill>
          <a:blip r:embed="rId2"/>
          <a:srcRect l="33253" r="-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7F078CB7-769B-727A-7A9E-9C076A5379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Oval">
            <a:extLst>
              <a:ext uri="{FF2B5EF4-FFF2-40B4-BE49-F238E27FC236}">
                <a16:creationId xmlns:a16="http://schemas.microsoft.com/office/drawing/2014/main" id="{9EE10949-7EC9-F4B0-8D4B-F9FAF91894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86C3CF92-D983-DFFB-DCB2-6E5E23624A5C}"/>
              </a:ext>
            </a:extLst>
          </p:cNvPr>
          <p:cNvGraphicFramePr>
            <a:graphicFrameLocks noGrp="1"/>
          </p:cNvGraphicFramePr>
          <p:nvPr>
            <p:ph idx="1"/>
            <p:extLst>
              <p:ext uri="{D42A27DB-BD31-4B8C-83A1-F6EECF244321}">
                <p14:modId xmlns:p14="http://schemas.microsoft.com/office/powerpoint/2010/main" val="1832883043"/>
              </p:ext>
            </p:extLst>
          </p:nvPr>
        </p:nvGraphicFramePr>
        <p:xfrm>
          <a:off x="460829" y="555625"/>
          <a:ext cx="5879589" cy="54544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descr="A blue and yellow logo&#10;&#10;AI-generated content may be incorrect.">
            <a:extLst>
              <a:ext uri="{FF2B5EF4-FFF2-40B4-BE49-F238E27FC236}">
                <a16:creationId xmlns:a16="http://schemas.microsoft.com/office/drawing/2014/main" id="{E9C06302-FECC-201D-4035-3F5691FF0EFB}"/>
              </a:ext>
            </a:extLst>
          </p:cNvPr>
          <p:cNvPicPr>
            <a:picLocks noChangeAspect="1"/>
          </p:cNvPicPr>
          <p:nvPr/>
        </p:nvPicPr>
        <p:blipFill>
          <a:blip r:embed="rId8"/>
          <a:stretch>
            <a:fillRect/>
          </a:stretch>
        </p:blipFill>
        <p:spPr>
          <a:xfrm>
            <a:off x="2721" y="6122079"/>
            <a:ext cx="2498272" cy="738869"/>
          </a:xfrm>
          <a:prstGeom prst="rect">
            <a:avLst/>
          </a:prstGeom>
        </p:spPr>
      </p:pic>
    </p:spTree>
    <p:extLst>
      <p:ext uri="{BB962C8B-B14F-4D97-AF65-F5344CB8AC3E}">
        <p14:creationId xmlns:p14="http://schemas.microsoft.com/office/powerpoint/2010/main" val="1042283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067EFDE-D05E-A566-4234-4C86EA5EBDCE}"/>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849C3B54-A1AC-5414-C2FB-090E7DF60406}"/>
              </a:ext>
            </a:extLst>
          </p:cNvPr>
          <p:cNvSpPr>
            <a:spLocks noGrp="1"/>
          </p:cNvSpPr>
          <p:nvPr>
            <p:ph type="title"/>
          </p:nvPr>
        </p:nvSpPr>
        <p:spPr>
          <a:xfrm>
            <a:off x="838200" y="365125"/>
            <a:ext cx="5393361" cy="1325563"/>
          </a:xfrm>
        </p:spPr>
        <p:txBody>
          <a:bodyPr>
            <a:normAutofit/>
          </a:bodyPr>
          <a:lstStyle/>
          <a:p>
            <a:r>
              <a:rPr lang="en-US"/>
              <a:t>Continued...</a:t>
            </a:r>
          </a:p>
        </p:txBody>
      </p:sp>
      <p:pic>
        <p:nvPicPr>
          <p:cNvPr id="21" name="Picture 20">
            <a:extLst>
              <a:ext uri="{FF2B5EF4-FFF2-40B4-BE49-F238E27FC236}">
                <a16:creationId xmlns:a16="http://schemas.microsoft.com/office/drawing/2014/main" id="{812F355C-46D9-7A82-9E6B-FA933DF48E10}"/>
              </a:ext>
            </a:extLst>
          </p:cNvPr>
          <p:cNvPicPr>
            <a:picLocks noChangeAspect="1"/>
          </p:cNvPicPr>
          <p:nvPr/>
        </p:nvPicPr>
        <p:blipFill>
          <a:blip r:embed="rId3"/>
          <a:srcRect l="33253" r="-2"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7"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0" name="Content Placeholder 2">
            <a:extLst>
              <a:ext uri="{FF2B5EF4-FFF2-40B4-BE49-F238E27FC236}">
                <a16:creationId xmlns:a16="http://schemas.microsoft.com/office/drawing/2014/main" id="{254E90B1-81AF-A7AA-A101-3735454BDA05}"/>
              </a:ext>
            </a:extLst>
          </p:cNvPr>
          <p:cNvGraphicFramePr>
            <a:graphicFrameLocks noGrp="1"/>
          </p:cNvGraphicFramePr>
          <p:nvPr>
            <p:ph idx="1"/>
            <p:extLst>
              <p:ext uri="{D42A27DB-BD31-4B8C-83A1-F6EECF244321}">
                <p14:modId xmlns:p14="http://schemas.microsoft.com/office/powerpoint/2010/main" val="1018220616"/>
              </p:ext>
            </p:extLst>
          </p:nvPr>
        </p:nvGraphicFramePr>
        <p:xfrm>
          <a:off x="838200" y="1825625"/>
          <a:ext cx="3296047" cy="292168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1" name="TextBox 60">
            <a:extLst>
              <a:ext uri="{FF2B5EF4-FFF2-40B4-BE49-F238E27FC236}">
                <a16:creationId xmlns:a16="http://schemas.microsoft.com/office/drawing/2014/main" id="{798BCB0C-E417-B151-B595-5A41293D096A}"/>
              </a:ext>
            </a:extLst>
          </p:cNvPr>
          <p:cNvSpPr txBox="1"/>
          <p:nvPr/>
        </p:nvSpPr>
        <p:spPr>
          <a:xfrm>
            <a:off x="837951" y="4743089"/>
            <a:ext cx="6125028"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000" i="1">
                <a:solidFill>
                  <a:srgbClr val="444444"/>
                </a:solidFill>
                <a:latin typeface="Calibri"/>
                <a:ea typeface="Calibri"/>
                <a:cs typeface="Calibri"/>
              </a:rPr>
              <a:t>Note:</a:t>
            </a:r>
            <a:endParaRPr lang="en-US" sz="2000" i="1" dirty="0">
              <a:solidFill>
                <a:srgbClr val="444444"/>
              </a:solidFill>
              <a:latin typeface="Calibri"/>
              <a:ea typeface="Calibri"/>
              <a:cs typeface="Calibri"/>
            </a:endParaRPr>
          </a:p>
          <a:p>
            <a:pPr marL="742950" lvl="1" indent="-285750">
              <a:buFont typeface="Arial"/>
              <a:buChar char="•"/>
            </a:pPr>
            <a:r>
              <a:rPr lang="en-US" sz="2000" i="1" dirty="0" err="1">
                <a:solidFill>
                  <a:srgbClr val="444444"/>
                </a:solidFill>
                <a:latin typeface="Calibri"/>
                <a:ea typeface="Calibri"/>
                <a:cs typeface="Calibri"/>
              </a:rPr>
              <a:t>Ctrl+C</a:t>
            </a:r>
            <a:r>
              <a:rPr lang="en-US" sz="2000" i="1" dirty="0">
                <a:solidFill>
                  <a:srgbClr val="444444"/>
                </a:solidFill>
                <a:latin typeface="Calibri"/>
                <a:ea typeface="Calibri"/>
                <a:cs typeface="Calibri"/>
              </a:rPr>
              <a:t> to leave the </a:t>
            </a:r>
            <a:r>
              <a:rPr lang="en-US" sz="2000" i="1" dirty="0" err="1">
                <a:solidFill>
                  <a:srgbClr val="444444"/>
                </a:solidFill>
                <a:latin typeface="Calibri"/>
                <a:ea typeface="Calibri"/>
                <a:cs typeface="Calibri"/>
              </a:rPr>
              <a:t>wssh</a:t>
            </a:r>
            <a:r>
              <a:rPr lang="en-US" sz="2000" i="1" dirty="0">
                <a:solidFill>
                  <a:srgbClr val="444444"/>
                </a:solidFill>
                <a:latin typeface="Calibri"/>
                <a:ea typeface="Calibri"/>
                <a:cs typeface="Calibri"/>
              </a:rPr>
              <a:t> program inside your terminal</a:t>
            </a:r>
          </a:p>
          <a:p>
            <a:pPr marL="742950" lvl="1" indent="-285750">
              <a:buFont typeface="Arial"/>
              <a:buChar char="•"/>
            </a:pPr>
            <a:r>
              <a:rPr lang="en-US" sz="2000" i="1">
                <a:solidFill>
                  <a:srgbClr val="444444"/>
                </a:solidFill>
                <a:latin typeface="Calibri"/>
                <a:ea typeface="Calibri"/>
                <a:cs typeface="Calibri"/>
              </a:rPr>
              <a:t>"deactivate" to end the virtual environment </a:t>
            </a:r>
            <a:endParaRPr lang="en-US" sz="2000" i="1" dirty="0">
              <a:solidFill>
                <a:srgbClr val="444444"/>
              </a:solidFill>
              <a:latin typeface="Calibri"/>
              <a:ea typeface="Calibri"/>
              <a:cs typeface="Calibri"/>
            </a:endParaRPr>
          </a:p>
        </p:txBody>
      </p:sp>
      <p:pic>
        <p:nvPicPr>
          <p:cNvPr id="4" name="Picture 3" descr="A blue and yellow logo&#10;&#10;AI-generated content may be incorrect.">
            <a:extLst>
              <a:ext uri="{FF2B5EF4-FFF2-40B4-BE49-F238E27FC236}">
                <a16:creationId xmlns:a16="http://schemas.microsoft.com/office/drawing/2014/main" id="{C3432A45-785D-09FF-3491-707211DE56DB}"/>
              </a:ext>
            </a:extLst>
          </p:cNvPr>
          <p:cNvPicPr>
            <a:picLocks noChangeAspect="1"/>
          </p:cNvPicPr>
          <p:nvPr/>
        </p:nvPicPr>
        <p:blipFill>
          <a:blip r:embed="rId9"/>
          <a:stretch>
            <a:fillRect/>
          </a:stretch>
        </p:blipFill>
        <p:spPr>
          <a:xfrm>
            <a:off x="2721" y="6122079"/>
            <a:ext cx="2498272" cy="738869"/>
          </a:xfrm>
          <a:prstGeom prst="rect">
            <a:avLst/>
          </a:prstGeom>
        </p:spPr>
      </p:pic>
    </p:spTree>
    <p:extLst>
      <p:ext uri="{BB962C8B-B14F-4D97-AF65-F5344CB8AC3E}">
        <p14:creationId xmlns:p14="http://schemas.microsoft.com/office/powerpoint/2010/main" val="3272706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0"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1CFCAF-CE98-E1C0-BEF3-37C66B1DE847}"/>
              </a:ext>
            </a:extLst>
          </p:cNvPr>
          <p:cNvSpPr>
            <a:spLocks noGrp="1"/>
          </p:cNvSpPr>
          <p:nvPr>
            <p:ph type="title"/>
          </p:nvPr>
        </p:nvSpPr>
        <p:spPr>
          <a:xfrm>
            <a:off x="793662" y="386930"/>
            <a:ext cx="10066122" cy="1298448"/>
          </a:xfrm>
        </p:spPr>
        <p:txBody>
          <a:bodyPr anchor="b">
            <a:normAutofit/>
          </a:bodyPr>
          <a:lstStyle/>
          <a:p>
            <a:r>
              <a:rPr lang="en-US"/>
              <a:t>What are terminal and Linux command line?</a:t>
            </a:r>
          </a:p>
        </p:txBody>
      </p:sp>
      <p:sp>
        <p:nvSpPr>
          <p:cNvPr id="36" name="Rectangle 3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C513207-30EA-AA52-14FA-E21369DAED62}"/>
              </a:ext>
            </a:extLst>
          </p:cNvPr>
          <p:cNvSpPr>
            <a:spLocks noGrp="1"/>
          </p:cNvSpPr>
          <p:nvPr>
            <p:ph idx="1"/>
          </p:nvPr>
        </p:nvSpPr>
        <p:spPr>
          <a:xfrm>
            <a:off x="793661" y="2599509"/>
            <a:ext cx="4530898" cy="3639450"/>
          </a:xfrm>
        </p:spPr>
        <p:txBody>
          <a:bodyPr anchor="ctr">
            <a:normAutofit/>
          </a:bodyPr>
          <a:lstStyle/>
          <a:p>
            <a:r>
              <a:rPr lang="en-US" sz="1900"/>
              <a:t>The terminal (AKA shell, console, etc.) is an interface that lets you interact with the computer's operating system (OS)</a:t>
            </a:r>
            <a:endParaRPr lang="en-US"/>
          </a:p>
          <a:p>
            <a:r>
              <a:rPr lang="en-US" sz="1900"/>
              <a:t>File system demo</a:t>
            </a:r>
            <a:endParaRPr lang="en-US"/>
          </a:p>
          <a:p>
            <a:r>
              <a:rPr lang="en-US" sz="1900"/>
              <a:t>The command line is where you can type</a:t>
            </a:r>
          </a:p>
          <a:p>
            <a:r>
              <a:rPr lang="en-US" sz="1900"/>
              <a:t>Windows, MacOS, Linux, etc. are very different. Problem?</a:t>
            </a:r>
          </a:p>
        </p:txBody>
      </p:sp>
      <p:pic>
        <p:nvPicPr>
          <p:cNvPr id="4" name="Picture 3" descr="A screenshot of a computer&#10;&#10;AI-generated content may be incorrect.">
            <a:extLst>
              <a:ext uri="{FF2B5EF4-FFF2-40B4-BE49-F238E27FC236}">
                <a16:creationId xmlns:a16="http://schemas.microsoft.com/office/drawing/2014/main" id="{E81DD795-026B-F0E1-8A47-D38A1612D53B}"/>
              </a:ext>
            </a:extLst>
          </p:cNvPr>
          <p:cNvPicPr>
            <a:picLocks noChangeAspect="1"/>
          </p:cNvPicPr>
          <p:nvPr/>
        </p:nvPicPr>
        <p:blipFill>
          <a:blip r:embed="rId4"/>
          <a:srcRect r="22003" b="2"/>
          <a:stretch>
            <a:fillRect/>
          </a:stretch>
        </p:blipFill>
        <p:spPr>
          <a:xfrm>
            <a:off x="5418047" y="2208484"/>
            <a:ext cx="5941304" cy="4258529"/>
          </a:xfrm>
          <a:prstGeom prst="rect">
            <a:avLst/>
          </a:prstGeom>
        </p:spPr>
      </p:pic>
      <p:sp>
        <p:nvSpPr>
          <p:cNvPr id="38" name="Rectangle 37">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D6982D95-4682-EA49-AB8F-4FC04538B044}"/>
              </a:ext>
            </a:extLst>
          </p:cNvPr>
          <p:cNvPicPr>
            <a:picLocks noChangeAspect="1"/>
          </p:cNvPicPr>
          <p:nvPr/>
        </p:nvPicPr>
        <p:blipFill>
          <a:blip r:embed="rId5"/>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30202977-019E-23F9-158C-1CD09B93722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39558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A116284A-CF91-F486-2B28-A2AEE402B9AC}"/>
              </a:ext>
            </a:extLst>
          </p:cNvPr>
          <p:cNvPicPr>
            <a:picLocks noChangeAspect="1"/>
          </p:cNvPicPr>
          <p:nvPr/>
        </p:nvPicPr>
        <p:blipFill>
          <a:blip r:embed="rId3"/>
          <a:srcRect l="20237" t="-177" r="35701" b="65754"/>
          <a:stretch>
            <a:fillRect/>
          </a:stretch>
        </p:blipFill>
        <p:spPr>
          <a:xfrm>
            <a:off x="5874" y="2434"/>
            <a:ext cx="12265978" cy="5360176"/>
          </a:xfrm>
          <a:prstGeom prst="rect">
            <a:avLst/>
          </a:prstGeom>
        </p:spPr>
      </p:pic>
      <p:sp>
        <p:nvSpPr>
          <p:cNvPr id="5" name="Arrow: Up 4">
            <a:extLst>
              <a:ext uri="{FF2B5EF4-FFF2-40B4-BE49-F238E27FC236}">
                <a16:creationId xmlns:a16="http://schemas.microsoft.com/office/drawing/2014/main" id="{52EB6FA0-87E2-15D7-19B6-6F151BF5EC36}"/>
              </a:ext>
            </a:extLst>
          </p:cNvPr>
          <p:cNvSpPr/>
          <p:nvPr/>
        </p:nvSpPr>
        <p:spPr>
          <a:xfrm>
            <a:off x="843345" y="1156485"/>
            <a:ext cx="1928802" cy="4048179"/>
          </a:xfrm>
          <a:prstGeom prst="upArrow">
            <a:avLst/>
          </a:prstGeom>
          <a:solidFill>
            <a:srgbClr val="C00000"/>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1150D99-2B60-DC9E-0088-07621BBA0EA8}"/>
              </a:ext>
            </a:extLst>
          </p:cNvPr>
          <p:cNvSpPr txBox="1"/>
          <p:nvPr/>
        </p:nvSpPr>
        <p:spPr>
          <a:xfrm>
            <a:off x="4381472" y="1067125"/>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Type this into your search bar</a:t>
            </a:r>
          </a:p>
        </p:txBody>
      </p:sp>
      <p:pic>
        <p:nvPicPr>
          <p:cNvPr id="3" name="Picture 2" descr="A blue and yellow logo&#10;&#10;AI-generated content may be incorrect.">
            <a:extLst>
              <a:ext uri="{FF2B5EF4-FFF2-40B4-BE49-F238E27FC236}">
                <a16:creationId xmlns:a16="http://schemas.microsoft.com/office/drawing/2014/main" id="{1B9DD7B0-295F-0B19-B7A3-A9B8A23439FF}"/>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8FDB6822-A16E-DC68-AF84-8960AD800AC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872642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B654-39C5-166D-3654-1968DC8088AB}"/>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62821196-D492-ADEB-A1C6-3897E778DA7C}"/>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E8594B8B-9B1B-3783-016F-34D776B68233}"/>
              </a:ext>
            </a:extLst>
          </p:cNvPr>
          <p:cNvPicPr>
            <a:picLocks noChangeAspect="1"/>
          </p:cNvPicPr>
          <p:nvPr/>
        </p:nvPicPr>
        <p:blipFill>
          <a:blip r:embed="rId3"/>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BF4632B8-74B4-9713-38F8-54FB568FA6A3}"/>
              </a:ext>
            </a:extLst>
          </p:cNvPr>
          <p:cNvSpPr txBox="1"/>
          <p:nvPr/>
        </p:nvSpPr>
        <p:spPr>
          <a:xfrm>
            <a:off x="5268252" y="3289327"/>
            <a:ext cx="8273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b="1"/>
              <a:t>student1</a:t>
            </a:r>
          </a:p>
        </p:txBody>
      </p:sp>
      <p:sp>
        <p:nvSpPr>
          <p:cNvPr id="6" name="TextBox 5">
            <a:extLst>
              <a:ext uri="{FF2B5EF4-FFF2-40B4-BE49-F238E27FC236}">
                <a16:creationId xmlns:a16="http://schemas.microsoft.com/office/drawing/2014/main" id="{83330235-6DE0-53EB-DAC2-9EF3189AE8C0}"/>
              </a:ext>
            </a:extLst>
          </p:cNvPr>
          <p:cNvSpPr txBox="1"/>
          <p:nvPr/>
        </p:nvSpPr>
        <p:spPr>
          <a:xfrm>
            <a:off x="7588805" y="2966763"/>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Everyone's username and </a:t>
            </a:r>
            <a:r>
              <a:rPr lang="en-US">
                <a:solidFill>
                  <a:schemeClr val="accent6">
                    <a:lumMod val="60000"/>
                    <a:lumOff val="40000"/>
                  </a:schemeClr>
                </a:solidFill>
              </a:rPr>
              <a:t>password will be handed out and be student# where # is assigned to you </a:t>
            </a:r>
          </a:p>
        </p:txBody>
      </p:sp>
      <p:pic>
        <p:nvPicPr>
          <p:cNvPr id="8" name="Picture 7" descr="A blue and yellow logo&#10;&#10;AI-generated content may be incorrect.">
            <a:extLst>
              <a:ext uri="{FF2B5EF4-FFF2-40B4-BE49-F238E27FC236}">
                <a16:creationId xmlns:a16="http://schemas.microsoft.com/office/drawing/2014/main" id="{DA56A777-0B02-817D-BF94-E40EFCDDD32A}"/>
              </a:ext>
            </a:extLst>
          </p:cNvPr>
          <p:cNvPicPr>
            <a:picLocks noChangeAspect="1"/>
          </p:cNvPicPr>
          <p:nvPr/>
        </p:nvPicPr>
        <p:blipFill>
          <a:blip r:embed="rId4"/>
          <a:stretch>
            <a:fillRect/>
          </a:stretch>
        </p:blipFill>
        <p:spPr>
          <a:xfrm>
            <a:off x="2721" y="6122079"/>
            <a:ext cx="2498272" cy="738869"/>
          </a:xfrm>
          <a:prstGeom prst="rect">
            <a:avLst/>
          </a:prstGeom>
        </p:spPr>
      </p:pic>
      <p:sp>
        <p:nvSpPr>
          <p:cNvPr id="9" name="TextBox 8">
            <a:extLst>
              <a:ext uri="{FF2B5EF4-FFF2-40B4-BE49-F238E27FC236}">
                <a16:creationId xmlns:a16="http://schemas.microsoft.com/office/drawing/2014/main" id="{71116E7A-94C6-FFAE-22C3-ED574389043F}"/>
              </a:ext>
            </a:extLst>
          </p:cNvPr>
          <p:cNvSpPr txBox="1"/>
          <p:nvPr/>
        </p:nvSpPr>
        <p:spPr>
          <a:xfrm>
            <a:off x="11000073"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676015508"/>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FAAE908-AE05-1585-4BBE-C3CBAF9A3CDA}"/>
              </a:ext>
            </a:extLst>
          </p:cNvPr>
          <p:cNvPicPr>
            <a:picLocks noChangeAspect="1"/>
          </p:cNvPicPr>
          <p:nvPr/>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DF787D57-6BCB-84E0-0316-1FA5F10BEE5A}"/>
              </a:ext>
            </a:extLst>
          </p:cNvPr>
          <p:cNvSpPr txBox="1"/>
          <p:nvPr/>
        </p:nvSpPr>
        <p:spPr>
          <a:xfrm>
            <a:off x="3048000" y="3429000"/>
            <a:ext cx="60960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r>
              <a:rPr lang="en-US">
                <a:solidFill>
                  <a:srgbClr val="8ED973"/>
                </a:solidFill>
                <a:cs typeface="Segoe UI"/>
              </a:rPr>
              <a:t>tg-pve-0 if you are</a:t>
            </a:r>
            <a:r>
              <a:rPr lang="en-US" dirty="0">
                <a:solidFill>
                  <a:srgbClr val="8ED973"/>
                </a:solidFill>
                <a:cs typeface="Segoe UI"/>
              </a:rPr>
              <a:t> student 1,</a:t>
            </a:r>
            <a:endParaRPr lang="en-US">
              <a:cs typeface="Segoe UI"/>
            </a:endParaRPr>
          </a:p>
          <a:p>
            <a:r>
              <a:rPr lang="en-US" dirty="0">
                <a:solidFill>
                  <a:srgbClr val="8ED973"/>
                </a:solidFill>
                <a:cs typeface="Segoe UI"/>
              </a:rPr>
              <a:t>tge-pve-1 </a:t>
            </a:r>
            <a:r>
              <a:rPr lang="en-US">
                <a:solidFill>
                  <a:srgbClr val="8ED973"/>
                </a:solidFill>
                <a:cs typeface="Segoe UI"/>
              </a:rPr>
              <a:t>if student2</a:t>
            </a:r>
            <a:endParaRPr lang="en-US">
              <a:cs typeface="Segoe UI"/>
            </a:endParaRPr>
          </a:p>
          <a:p>
            <a:r>
              <a:rPr lang="en-US">
                <a:solidFill>
                  <a:srgbClr val="8ED973"/>
                </a:solidFill>
                <a:cs typeface="Segoe UI"/>
              </a:rPr>
              <a:t>tge-pve-2 if student3</a:t>
            </a:r>
            <a:endParaRPr lang="en-US">
              <a:solidFill>
                <a:srgbClr val="000000"/>
              </a:solidFill>
              <a:cs typeface="Segoe UI"/>
            </a:endParaRPr>
          </a:p>
          <a:p>
            <a:r>
              <a:rPr lang="en-US">
                <a:solidFill>
                  <a:srgbClr val="8ED973"/>
                </a:solidFill>
                <a:cs typeface="Segoe UI"/>
              </a:rPr>
              <a:t>Tge-pve-3 if student4</a:t>
            </a:r>
            <a:endParaRPr lang="en-US" dirty="0">
              <a:solidFill>
                <a:srgbClr val="8ED973"/>
              </a:solidFill>
              <a:cs typeface="Segoe UI"/>
            </a:endParaRPr>
          </a:p>
        </p:txBody>
      </p:sp>
    </p:spTree>
    <p:extLst>
      <p:ext uri="{BB962C8B-B14F-4D97-AF65-F5344CB8AC3E}">
        <p14:creationId xmlns:p14="http://schemas.microsoft.com/office/powerpoint/2010/main" val="1856359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A13CFB-3873-50D1-3440-806904DF97B2}"/>
              </a:ext>
            </a:extLst>
          </p:cNvPr>
          <p:cNvPicPr>
            <a:picLocks noChangeAspect="1"/>
          </p:cNvPicPr>
          <p:nvPr/>
        </p:nvPicPr>
        <p:blipFill>
          <a:blip r:embed="rId4"/>
          <a:stretch>
            <a:fillRect/>
          </a:stretch>
        </p:blipFill>
        <p:spPr>
          <a:xfrm>
            <a:off x="0" y="0"/>
            <a:ext cx="12192000" cy="6858000"/>
          </a:xfrm>
          <a:prstGeom prst="rect">
            <a:avLst/>
          </a:prstGeom>
        </p:spPr>
      </p:pic>
      <p:pic>
        <p:nvPicPr>
          <p:cNvPr id="7" name="Picture 6" descr="A blue and yellow logo&#10;&#10;AI-generated content may be incorrect.">
            <a:extLst>
              <a:ext uri="{FF2B5EF4-FFF2-40B4-BE49-F238E27FC236}">
                <a16:creationId xmlns:a16="http://schemas.microsoft.com/office/drawing/2014/main" id="{EE87D857-6DD0-81D8-D314-F9BBBC63D7B9}"/>
              </a:ext>
            </a:extLst>
          </p:cNvPr>
          <p:cNvPicPr>
            <a:picLocks noChangeAspect="1"/>
          </p:cNvPicPr>
          <p:nvPr/>
        </p:nvPicPr>
        <p:blipFill>
          <a:blip r:embed="rId5"/>
          <a:stretch>
            <a:fillRect/>
          </a:stretch>
        </p:blipFill>
        <p:spPr>
          <a:xfrm>
            <a:off x="2721" y="6122079"/>
            <a:ext cx="2498272" cy="738869"/>
          </a:xfrm>
          <a:prstGeom prst="rect">
            <a:avLst/>
          </a:prstGeom>
        </p:spPr>
      </p:pic>
      <p:sp>
        <p:nvSpPr>
          <p:cNvPr id="8" name="TextBox 7">
            <a:extLst>
              <a:ext uri="{FF2B5EF4-FFF2-40B4-BE49-F238E27FC236}">
                <a16:creationId xmlns:a16="http://schemas.microsoft.com/office/drawing/2014/main" id="{6E564184-1219-229B-1F57-12357708BEFF}"/>
              </a:ext>
            </a:extLst>
          </p:cNvPr>
          <p:cNvSpPr txBox="1"/>
          <p:nvPr/>
        </p:nvSpPr>
        <p:spPr>
          <a:xfrm>
            <a:off x="11029102" y="6289016"/>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88568183"/>
      </p:ext>
    </p:extLst>
  </p:cSld>
  <p:clrMapOvr>
    <a:masterClrMapping/>
  </p:clrMapOvr>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ACB71B3-6FB2-A9EF-87F8-4F7940081843}"/>
              </a:ext>
            </a:extLst>
          </p:cNvPr>
          <p:cNvSpPr>
            <a:spLocks noGrp="1"/>
          </p:cNvSpPr>
          <p:nvPr>
            <p:ph type="body" idx="1"/>
          </p:nvPr>
        </p:nvSpPr>
        <p:spPr>
          <a:xfrm>
            <a:off x="-24493" y="5053920"/>
            <a:ext cx="11386457" cy="1463902"/>
          </a:xfrm>
        </p:spPr>
        <p:txBody>
          <a:bodyPr vert="horz" lIns="91440" tIns="45720" rIns="91440" bIns="45720" rtlCol="0" anchor="t">
            <a:normAutofit/>
          </a:bodyPr>
          <a:lstStyle/>
          <a:p>
            <a:r>
              <a:rPr lang="en-US" sz="3600" b="1" dirty="0">
                <a:solidFill>
                  <a:schemeClr val="accent6">
                    <a:lumMod val="60000"/>
                    <a:lumOff val="40000"/>
                  </a:schemeClr>
                </a:solidFill>
              </a:rPr>
              <a:t>We will pass out sheets with your </a:t>
            </a:r>
            <a:r>
              <a:rPr lang="en-US" sz="3600" b="1">
                <a:solidFill>
                  <a:schemeClr val="accent6">
                    <a:lumMod val="60000"/>
                    <a:lumOff val="40000"/>
                  </a:schemeClr>
                </a:solidFill>
              </a:rPr>
              <a:t>username, password, and VM for this part.</a:t>
            </a:r>
            <a:endParaRPr lang="en-US" dirty="0">
              <a:solidFill>
                <a:schemeClr val="accent6">
                  <a:lumMod val="60000"/>
                  <a:lumOff val="40000"/>
                </a:schemeClr>
              </a:solidFill>
            </a:endParaRPr>
          </a:p>
        </p:txBody>
      </p:sp>
      <p:graphicFrame>
        <p:nvGraphicFramePr>
          <p:cNvPr id="6" name="Table 5">
            <a:extLst>
              <a:ext uri="{FF2B5EF4-FFF2-40B4-BE49-F238E27FC236}">
                <a16:creationId xmlns:a16="http://schemas.microsoft.com/office/drawing/2014/main" id="{27731BD8-C591-4386-9FBD-0D35AE152155}"/>
              </a:ext>
            </a:extLst>
          </p:cNvPr>
          <p:cNvGraphicFramePr>
            <a:graphicFrameLocks noGrp="1"/>
          </p:cNvGraphicFramePr>
          <p:nvPr>
            <p:extLst>
              <p:ext uri="{D42A27DB-BD31-4B8C-83A1-F6EECF244321}">
                <p14:modId xmlns:p14="http://schemas.microsoft.com/office/powerpoint/2010/main" val="2699125814"/>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108</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109</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110</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111</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112</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113</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114</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42413B7D-FD79-DC0D-4864-2EF81A216B52}"/>
              </a:ext>
            </a:extLst>
          </p:cNvPr>
          <p:cNvGraphicFramePr>
            <a:graphicFrameLocks noGrp="1"/>
          </p:cNvGraphicFramePr>
          <p:nvPr>
            <p:extLst>
              <p:ext uri="{D42A27DB-BD31-4B8C-83A1-F6EECF244321}">
                <p14:modId xmlns:p14="http://schemas.microsoft.com/office/powerpoint/2010/main" val="1862211487"/>
              </p:ext>
            </p:extLst>
          </p:nvPr>
        </p:nvGraphicFramePr>
        <p:xfrm>
          <a:off x="-27577" y="32947"/>
          <a:ext cx="8168640" cy="222504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370840">
                <a:tc>
                  <a:txBody>
                    <a:bodyPr/>
                    <a:lstStyle/>
                    <a:p>
                      <a:r>
                        <a:rPr lang="en-US" dirty="0" err="1"/>
                        <a:t>StudentName</a:t>
                      </a:r>
                    </a:p>
                  </a:txBody>
                  <a:tcPr/>
                </a:tc>
                <a:tc>
                  <a:txBody>
                    <a:bodyPr/>
                    <a:lstStyle/>
                    <a:p>
                      <a:r>
                        <a:rPr lang="en-US"/>
                        <a:t>101</a:t>
                      </a:r>
                    </a:p>
                  </a:txBody>
                  <a:tcPr/>
                </a:tc>
                <a:extLst>
                  <a:ext uri="{0D108BD9-81ED-4DB2-BD59-A6C34878D82A}">
                    <a16:rowId xmlns:a16="http://schemas.microsoft.com/office/drawing/2014/main" val="3872719047"/>
                  </a:ext>
                </a:extLst>
              </a:tr>
              <a:tr h="370840">
                <a:tc>
                  <a:txBody>
                    <a:bodyPr/>
                    <a:lstStyle/>
                    <a:p>
                      <a:pPr lvl="0">
                        <a:buNone/>
                      </a:pPr>
                      <a:r>
                        <a:rPr lang="en-US" dirty="0" err="1"/>
                        <a:t>StudentName</a:t>
                      </a:r>
                    </a:p>
                  </a:txBody>
                  <a:tcPr/>
                </a:tc>
                <a:tc>
                  <a:txBody>
                    <a:bodyPr/>
                    <a:lstStyle/>
                    <a:p>
                      <a:r>
                        <a:rPr lang="en-US"/>
                        <a:t>102</a:t>
                      </a:r>
                    </a:p>
                  </a:txBody>
                  <a:tcPr/>
                </a:tc>
                <a:extLst>
                  <a:ext uri="{0D108BD9-81ED-4DB2-BD59-A6C34878D82A}">
                    <a16:rowId xmlns:a16="http://schemas.microsoft.com/office/drawing/2014/main" val="1467833407"/>
                  </a:ext>
                </a:extLst>
              </a:tr>
              <a:tr h="370840">
                <a:tc>
                  <a:txBody>
                    <a:bodyPr/>
                    <a:lstStyle/>
                    <a:p>
                      <a:pPr lvl="0">
                        <a:buNone/>
                      </a:pPr>
                      <a:r>
                        <a:rPr lang="en-US" dirty="0" err="1"/>
                        <a:t>StudentName</a:t>
                      </a:r>
                    </a:p>
                  </a:txBody>
                  <a:tcPr/>
                </a:tc>
                <a:tc>
                  <a:txBody>
                    <a:bodyPr/>
                    <a:lstStyle/>
                    <a:p>
                      <a:r>
                        <a:rPr lang="en-US"/>
                        <a:t>105</a:t>
                      </a:r>
                    </a:p>
                  </a:txBody>
                  <a:tcPr/>
                </a:tc>
                <a:extLst>
                  <a:ext uri="{0D108BD9-81ED-4DB2-BD59-A6C34878D82A}">
                    <a16:rowId xmlns:a16="http://schemas.microsoft.com/office/drawing/2014/main" val="1053998084"/>
                  </a:ext>
                </a:extLst>
              </a:tr>
              <a:tr h="370840">
                <a:tc>
                  <a:txBody>
                    <a:bodyPr/>
                    <a:lstStyle/>
                    <a:p>
                      <a:pPr lvl="0">
                        <a:buNone/>
                      </a:pPr>
                      <a:r>
                        <a:rPr lang="en-US" dirty="0" err="1"/>
                        <a:t>StudentName</a:t>
                      </a:r>
                    </a:p>
                  </a:txBody>
                  <a:tcPr/>
                </a:tc>
                <a:tc>
                  <a:txBody>
                    <a:bodyPr/>
                    <a:lstStyle/>
                    <a:p>
                      <a:r>
                        <a:rPr lang="en-US"/>
                        <a:t>106</a:t>
                      </a:r>
                    </a:p>
                  </a:txBody>
                  <a:tcPr/>
                </a:tc>
                <a:extLst>
                  <a:ext uri="{0D108BD9-81ED-4DB2-BD59-A6C34878D82A}">
                    <a16:rowId xmlns:a16="http://schemas.microsoft.com/office/drawing/2014/main" val="3940155608"/>
                  </a:ext>
                </a:extLst>
              </a:tr>
              <a:tr h="370840">
                <a:tc>
                  <a:txBody>
                    <a:bodyPr/>
                    <a:lstStyle/>
                    <a:p>
                      <a:pPr lvl="0">
                        <a:buNone/>
                      </a:pPr>
                      <a:r>
                        <a:rPr lang="en-US" dirty="0" err="1"/>
                        <a:t>StudentName</a:t>
                      </a:r>
                    </a:p>
                  </a:txBody>
                  <a:tcPr/>
                </a:tc>
                <a:tc>
                  <a:txBody>
                    <a:bodyPr/>
                    <a:lstStyle/>
                    <a:p>
                      <a:r>
                        <a:rPr lang="en-US"/>
                        <a:t>107</a:t>
                      </a: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BC48B575-3A5E-02E2-F3DD-72BEDEC98B5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E5B4E344-D406-97E7-3DCB-288A2893D99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2801557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Content Placeholder 12" descr="A screenshot of a computer&#10;&#10;AI-generated content may be incorrect.">
            <a:extLst>
              <a:ext uri="{FF2B5EF4-FFF2-40B4-BE49-F238E27FC236}">
                <a16:creationId xmlns:a16="http://schemas.microsoft.com/office/drawing/2014/main" id="{B8EB29E2-80E8-3AB2-A1E9-A74FD8658E1F}"/>
              </a:ext>
            </a:extLst>
          </p:cNvPr>
          <p:cNvPicPr>
            <a:picLocks noGrp="1" noChangeAspect="1"/>
          </p:cNvPicPr>
          <p:nvPr>
            <p:ph idx="1"/>
          </p:nvPr>
        </p:nvPicPr>
        <p:blipFill>
          <a:blip r:embed="rId2"/>
          <a:srcRect l="-357" t="10214" r="476" b="22199"/>
          <a:stretch>
            <a:fillRect/>
          </a:stretch>
        </p:blipFill>
        <p:spPr>
          <a:xfrm>
            <a:off x="-3854" y="-677"/>
            <a:ext cx="12192009" cy="4647108"/>
          </a:xfrm>
          <a:prstGeom prst="rect">
            <a:avLst/>
          </a:prstGeom>
        </p:spPr>
      </p:pic>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74F19B4C-2276-147B-B1B5-167AD759730F}"/>
              </a:ext>
            </a:extLst>
          </p:cNvPr>
          <p:cNvSpPr>
            <a:spLocks noGrp="1"/>
          </p:cNvSpPr>
          <p:nvPr>
            <p:ph type="body" sz="half" idx="2"/>
          </p:nvPr>
        </p:nvSpPr>
        <p:spPr>
          <a:xfrm>
            <a:off x="-434" y="5833437"/>
            <a:ext cx="12188370" cy="1023111"/>
          </a:xfrm>
        </p:spPr>
        <p:txBody>
          <a:bodyPr vert="horz" lIns="91440" tIns="45720" rIns="91440" bIns="45720" rtlCol="0" anchor="t">
            <a:normAutofit/>
          </a:bodyPr>
          <a:lstStyle/>
          <a:p>
            <a:r>
              <a:rPr lang="en-US" sz="2200" b="1" dirty="0">
                <a:solidFill>
                  <a:schemeClr val="accent6">
                    <a:lumMod val="60000"/>
                    <a:lumOff val="40000"/>
                  </a:schemeClr>
                </a:solidFill>
              </a:rPr>
              <a:t>1. Press "start" in the top left corner, and once your VM has a green checkmark next to its name, press "console". </a:t>
            </a:r>
            <a:endParaRPr lang="en-US" b="1" dirty="0">
              <a:solidFill>
                <a:schemeClr val="tx2">
                  <a:lumMod val="76000"/>
                  <a:lumOff val="24000"/>
                </a:schemeClr>
              </a:solidFill>
            </a:endParaRPr>
          </a:p>
        </p:txBody>
      </p:sp>
      <p:sp>
        <p:nvSpPr>
          <p:cNvPr id="7" name="Arrow: Up 6">
            <a:extLst>
              <a:ext uri="{FF2B5EF4-FFF2-40B4-BE49-F238E27FC236}">
                <a16:creationId xmlns:a16="http://schemas.microsoft.com/office/drawing/2014/main" id="{0F117614-05DF-01CB-9041-44C9014D2A59}"/>
              </a:ext>
            </a:extLst>
          </p:cNvPr>
          <p:cNvSpPr/>
          <p:nvPr/>
        </p:nvSpPr>
        <p:spPr>
          <a:xfrm>
            <a:off x="207158" y="1192810"/>
            <a:ext cx="346745" cy="4251379"/>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Up 7">
            <a:extLst>
              <a:ext uri="{FF2B5EF4-FFF2-40B4-BE49-F238E27FC236}">
                <a16:creationId xmlns:a16="http://schemas.microsoft.com/office/drawing/2014/main" id="{325FDF53-B0E7-F987-30C1-B6D1202B35AD}"/>
              </a:ext>
            </a:extLst>
          </p:cNvPr>
          <p:cNvSpPr/>
          <p:nvPr/>
        </p:nvSpPr>
        <p:spPr>
          <a:xfrm>
            <a:off x="8915729" y="568695"/>
            <a:ext cx="368516" cy="5144007"/>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Up 8">
            <a:extLst>
              <a:ext uri="{FF2B5EF4-FFF2-40B4-BE49-F238E27FC236}">
                <a16:creationId xmlns:a16="http://schemas.microsoft.com/office/drawing/2014/main" id="{02576B97-B85A-2CD9-9300-DDD4A9C3462B}"/>
              </a:ext>
            </a:extLst>
          </p:cNvPr>
          <p:cNvSpPr/>
          <p:nvPr/>
        </p:nvSpPr>
        <p:spPr>
          <a:xfrm>
            <a:off x="10686472" y="474352"/>
            <a:ext cx="368516" cy="5144007"/>
          </a:xfrm>
          <a:prstGeom prst="up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blue and yellow logo&#10;&#10;AI-generated content may be incorrect.">
            <a:extLst>
              <a:ext uri="{FF2B5EF4-FFF2-40B4-BE49-F238E27FC236}">
                <a16:creationId xmlns:a16="http://schemas.microsoft.com/office/drawing/2014/main" id="{ED28040D-DBB7-F79F-20FC-401B74BD6C21}"/>
              </a:ext>
            </a:extLst>
          </p:cNvPr>
          <p:cNvPicPr>
            <a:picLocks noChangeAspect="1"/>
          </p:cNvPicPr>
          <p:nvPr/>
        </p:nvPicPr>
        <p:blipFill>
          <a:blip r:embed="rId3"/>
          <a:stretch>
            <a:fillRect/>
          </a:stretch>
        </p:blipFill>
        <p:spPr>
          <a:xfrm>
            <a:off x="2721" y="6535736"/>
            <a:ext cx="1090387" cy="325212"/>
          </a:xfrm>
          <a:prstGeom prst="rect">
            <a:avLst/>
          </a:prstGeom>
        </p:spPr>
      </p:pic>
      <p:sp>
        <p:nvSpPr>
          <p:cNvPr id="2" name="TextBox 1">
            <a:extLst>
              <a:ext uri="{FF2B5EF4-FFF2-40B4-BE49-F238E27FC236}">
                <a16:creationId xmlns:a16="http://schemas.microsoft.com/office/drawing/2014/main" id="{005B1A34-5230-FD8F-B539-534CD868B1D3}"/>
              </a:ext>
            </a:extLst>
          </p:cNvPr>
          <p:cNvSpPr txBox="1"/>
          <p:nvPr/>
        </p:nvSpPr>
        <p:spPr>
          <a:xfrm>
            <a:off x="213340" y="834870"/>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1</a:t>
            </a:r>
            <a:endParaRPr lang="en-US" dirty="0"/>
          </a:p>
        </p:txBody>
      </p:sp>
      <p:sp>
        <p:nvSpPr>
          <p:cNvPr id="4" name="TextBox 3">
            <a:extLst>
              <a:ext uri="{FF2B5EF4-FFF2-40B4-BE49-F238E27FC236}">
                <a16:creationId xmlns:a16="http://schemas.microsoft.com/office/drawing/2014/main" id="{3D1FDE3C-3B8D-F58C-186B-A30EC9E095EE}"/>
              </a:ext>
            </a:extLst>
          </p:cNvPr>
          <p:cNvSpPr txBox="1"/>
          <p:nvPr/>
        </p:nvSpPr>
        <p:spPr>
          <a:xfrm>
            <a:off x="8950938" y="559098"/>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2</a:t>
            </a:r>
            <a:endParaRPr lang="en-US" dirty="0"/>
          </a:p>
        </p:txBody>
      </p:sp>
      <p:sp>
        <p:nvSpPr>
          <p:cNvPr id="6" name="TextBox 5">
            <a:extLst>
              <a:ext uri="{FF2B5EF4-FFF2-40B4-BE49-F238E27FC236}">
                <a16:creationId xmlns:a16="http://schemas.microsoft.com/office/drawing/2014/main" id="{F8836F93-B6DB-3C07-32D9-DDE663389775}"/>
              </a:ext>
            </a:extLst>
          </p:cNvPr>
          <p:cNvSpPr txBox="1"/>
          <p:nvPr/>
        </p:nvSpPr>
        <p:spPr>
          <a:xfrm>
            <a:off x="10728940" y="47201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3</a:t>
            </a:r>
            <a:endParaRPr lang="en-US" dirty="0"/>
          </a:p>
        </p:txBody>
      </p:sp>
      <p:sp>
        <p:nvSpPr>
          <p:cNvPr id="15" name="TextBox 14">
            <a:extLst>
              <a:ext uri="{FF2B5EF4-FFF2-40B4-BE49-F238E27FC236}">
                <a16:creationId xmlns:a16="http://schemas.microsoft.com/office/drawing/2014/main" id="{3D74FA1D-F000-3421-FABA-BFC677FB96A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8550868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Freeform: Shape 3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F77D2A3C-950C-63EB-6145-A21C3CB7B4E9}"/>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Passing Out Your Linux Cheat Sheets</a:t>
            </a:r>
          </a:p>
        </p:txBody>
      </p:sp>
      <p:pic>
        <p:nvPicPr>
          <p:cNvPr id="17" name="Picture 16" descr="A blue and yellow logo&#10;&#10;AI-generated content may be incorrect.">
            <a:extLst>
              <a:ext uri="{FF2B5EF4-FFF2-40B4-BE49-F238E27FC236}">
                <a16:creationId xmlns:a16="http://schemas.microsoft.com/office/drawing/2014/main" id="{297BFABE-FBD6-6702-FEA5-4439E4240D58}"/>
              </a:ext>
            </a:extLst>
          </p:cNvPr>
          <p:cNvPicPr>
            <a:picLocks noChangeAspect="1"/>
          </p:cNvPicPr>
          <p:nvPr/>
        </p:nvPicPr>
        <p:blipFill>
          <a:blip r:embed="rId4"/>
          <a:stretch>
            <a:fillRect/>
          </a:stretch>
        </p:blipFill>
        <p:spPr>
          <a:xfrm>
            <a:off x="2721" y="6122079"/>
            <a:ext cx="2498272" cy="738869"/>
          </a:xfrm>
          <a:prstGeom prst="rect">
            <a:avLst/>
          </a:prstGeom>
        </p:spPr>
      </p:pic>
      <p:pic>
        <p:nvPicPr>
          <p:cNvPr id="5" name="Picture Placeholder 4" descr="A screenshot of a computer&#10;&#10;AI-generated content may be incorrect.">
            <a:extLst>
              <a:ext uri="{FF2B5EF4-FFF2-40B4-BE49-F238E27FC236}">
                <a16:creationId xmlns:a16="http://schemas.microsoft.com/office/drawing/2014/main" id="{EAE18FC3-BBCB-753F-8B60-20A1CB06FB91}"/>
              </a:ext>
            </a:extLst>
          </p:cNvPr>
          <p:cNvPicPr>
            <a:picLocks noGrp="1" noChangeAspect="1"/>
          </p:cNvPicPr>
          <p:nvPr>
            <p:ph type="pic" idx="1"/>
          </p:nvPr>
        </p:nvPicPr>
        <p:blipFill>
          <a:blip r:embed="rId5"/>
          <a:srcRect l="40369" t="17586" r="22697" b="27665"/>
          <a:stretch>
            <a:fillRect/>
          </a:stretch>
        </p:blipFill>
        <p:spPr>
          <a:xfrm>
            <a:off x="4043817" y="454"/>
            <a:ext cx="8265579" cy="6855637"/>
          </a:xfrm>
          <a:prstGeom prst="rect">
            <a:avLst/>
          </a:prstGeom>
        </p:spPr>
      </p:pic>
      <p:sp>
        <p:nvSpPr>
          <p:cNvPr id="7" name="TextBox 6">
            <a:extLst>
              <a:ext uri="{FF2B5EF4-FFF2-40B4-BE49-F238E27FC236}">
                <a16:creationId xmlns:a16="http://schemas.microsoft.com/office/drawing/2014/main" id="{58BF0261-5F56-19F3-4095-9354C412020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698344798"/>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15E373-08F8-1AE6-8492-68419ABFD846}"/>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Linux Command Line Practice</a:t>
            </a:r>
          </a:p>
        </p:txBody>
      </p:sp>
      <p:sp>
        <p:nvSpPr>
          <p:cNvPr id="3" name="Content Placeholder 2">
            <a:extLst>
              <a:ext uri="{FF2B5EF4-FFF2-40B4-BE49-F238E27FC236}">
                <a16:creationId xmlns:a16="http://schemas.microsoft.com/office/drawing/2014/main" id="{D56A6D4E-31AE-A6E2-AEB9-F05184A05D0D}"/>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Demonstration in terminal. Please follow along!</a:t>
            </a:r>
          </a:p>
        </p:txBody>
      </p:sp>
      <p:sp>
        <p:nvSpPr>
          <p:cNvPr id="27"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E602F4D0-D16B-CD56-5C16-F35FE6F290D1}"/>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4D511C59-FA7F-C897-8725-29F85682006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8518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468C7-1814-861E-B9AE-A426A3AADE94}"/>
              </a:ext>
            </a:extLst>
          </p:cNvPr>
          <p:cNvSpPr>
            <a:spLocks noGrp="1"/>
          </p:cNvSpPr>
          <p:nvPr>
            <p:ph type="title"/>
          </p:nvPr>
        </p:nvSpPr>
        <p:spPr/>
        <p:txBody>
          <a:bodyPr/>
          <a:lstStyle/>
          <a:p>
            <a:r>
              <a:rPr lang="en-US"/>
              <a:t>What is binary?</a:t>
            </a:r>
          </a:p>
        </p:txBody>
      </p:sp>
      <p:graphicFrame>
        <p:nvGraphicFramePr>
          <p:cNvPr id="7" name="Content Placeholder 2">
            <a:extLst>
              <a:ext uri="{FF2B5EF4-FFF2-40B4-BE49-F238E27FC236}">
                <a16:creationId xmlns:a16="http://schemas.microsoft.com/office/drawing/2014/main" id="{D3D44FB7-9592-910E-39B9-3B2317803BE7}"/>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descr="A blue and yellow logo&#10;&#10;AI-generated content may be incorrect.">
            <a:extLst>
              <a:ext uri="{FF2B5EF4-FFF2-40B4-BE49-F238E27FC236}">
                <a16:creationId xmlns:a16="http://schemas.microsoft.com/office/drawing/2014/main" id="{474A68FF-60B9-74C8-2D60-A9F02F1F6C8C}"/>
              </a:ext>
            </a:extLst>
          </p:cNvPr>
          <p:cNvPicPr>
            <a:picLocks noChangeAspect="1"/>
          </p:cNvPicPr>
          <p:nvPr/>
        </p:nvPicPr>
        <p:blipFill>
          <a:blip r:embed="rId7"/>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4E7F176A-4C95-261C-00F3-2E29C9BAE48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8429082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46BA8-5AD2-8C85-7393-68918E8F68ED}"/>
              </a:ext>
            </a:extLst>
          </p:cNvPr>
          <p:cNvSpPr>
            <a:spLocks noGrp="1"/>
          </p:cNvSpPr>
          <p:nvPr>
            <p:ph type="title"/>
          </p:nvPr>
        </p:nvSpPr>
        <p:spPr/>
        <p:txBody>
          <a:bodyPr/>
          <a:lstStyle/>
          <a:p>
            <a:r>
              <a:rPr lang="en-US"/>
              <a:t>Decimal (Base 10s)</a:t>
            </a:r>
          </a:p>
        </p:txBody>
      </p:sp>
      <p:sp>
        <p:nvSpPr>
          <p:cNvPr id="3" name="Content Placeholder 2">
            <a:extLst>
              <a:ext uri="{FF2B5EF4-FFF2-40B4-BE49-F238E27FC236}">
                <a16:creationId xmlns:a16="http://schemas.microsoft.com/office/drawing/2014/main" id="{FD95C923-8CDD-4359-83DF-A4DFDA55BC3E}"/>
              </a:ext>
            </a:extLst>
          </p:cNvPr>
          <p:cNvSpPr>
            <a:spLocks noGrp="1"/>
          </p:cNvSpPr>
          <p:nvPr>
            <p:ph idx="1"/>
          </p:nvPr>
        </p:nvSpPr>
        <p:spPr/>
        <p:txBody>
          <a:bodyPr vert="horz" lIns="91440" tIns="45720" rIns="91440" bIns="45720" rtlCol="0" anchor="t">
            <a:normAutofit/>
          </a:bodyPr>
          <a:lstStyle/>
          <a:p>
            <a:r>
              <a:rPr lang="en-US"/>
              <a:t>Digits: 0, 1, 2, 3, 4, 5, 6, 7, 8, 9</a:t>
            </a:r>
          </a:p>
          <a:p>
            <a:pPr marL="0" indent="0">
              <a:buNone/>
            </a:pPr>
            <a:r>
              <a:rPr lang="en-US"/>
              <a:t>Example:</a:t>
            </a:r>
            <a:endParaRPr lang="en-US" dirty="0"/>
          </a:p>
          <a:p>
            <a:pPr marL="0" indent="0">
              <a:buNone/>
            </a:pPr>
            <a:r>
              <a:rPr lang="en-US"/>
              <a:t>4285 = </a:t>
            </a:r>
            <a:r>
              <a:rPr lang="en-US" b="1">
                <a:latin typeface="Aptos"/>
              </a:rPr>
              <a:t>4285</a:t>
            </a:r>
            <a:r>
              <a:rPr lang="en-US" baseline="-25000">
                <a:latin typeface="Inter"/>
              </a:rPr>
              <a:t>10</a:t>
            </a:r>
            <a:r>
              <a:rPr lang="en-US" b="1" dirty="0">
                <a:latin typeface="Inter"/>
              </a:rPr>
              <a:t> </a:t>
            </a:r>
            <a:r>
              <a:rPr lang="en-US">
                <a:latin typeface="Inter"/>
              </a:rPr>
              <a:t>=  (</a:t>
            </a:r>
            <a:r>
              <a:rPr lang="en-US" b="1">
                <a:latin typeface="Inter"/>
              </a:rPr>
              <a:t>4</a:t>
            </a:r>
            <a:r>
              <a:rPr lang="en-US">
                <a:latin typeface="Inter"/>
              </a:rPr>
              <a:t>x10</a:t>
            </a:r>
            <a:r>
              <a:rPr lang="en-US" baseline="30000">
                <a:latin typeface="Inter"/>
              </a:rPr>
              <a:t>3</a:t>
            </a:r>
            <a:r>
              <a:rPr lang="en-US">
                <a:latin typeface="Inter"/>
              </a:rPr>
              <a:t>) + (</a:t>
            </a:r>
            <a:r>
              <a:rPr lang="en-US" b="1">
                <a:latin typeface="Inter"/>
              </a:rPr>
              <a:t>2</a:t>
            </a:r>
            <a:r>
              <a:rPr lang="en-US">
                <a:latin typeface="Inter"/>
              </a:rPr>
              <a:t>x10</a:t>
            </a:r>
            <a:r>
              <a:rPr lang="en-US" baseline="30000">
                <a:latin typeface="Inter"/>
              </a:rPr>
              <a:t>2</a:t>
            </a:r>
            <a:r>
              <a:rPr lang="en-US">
                <a:latin typeface="Inter"/>
              </a:rPr>
              <a:t>) + (</a:t>
            </a:r>
            <a:r>
              <a:rPr lang="en-US" b="1">
                <a:latin typeface="Inter"/>
              </a:rPr>
              <a:t>8</a:t>
            </a:r>
            <a:r>
              <a:rPr lang="en-US">
                <a:latin typeface="Inter"/>
              </a:rPr>
              <a:t>x10</a:t>
            </a:r>
            <a:r>
              <a:rPr lang="en-US" baseline="30000">
                <a:latin typeface="Inter"/>
              </a:rPr>
              <a:t>1</a:t>
            </a:r>
            <a:r>
              <a:rPr lang="en-US">
                <a:latin typeface="Inter"/>
              </a:rPr>
              <a:t>) + (</a:t>
            </a:r>
            <a:r>
              <a:rPr lang="en-US" b="1">
                <a:latin typeface="Inter"/>
              </a:rPr>
              <a:t>5</a:t>
            </a:r>
            <a:r>
              <a:rPr lang="en-US">
                <a:latin typeface="Inter"/>
              </a:rPr>
              <a:t>x10</a:t>
            </a:r>
            <a:r>
              <a:rPr lang="en-US" baseline="30000">
                <a:latin typeface="Inter"/>
              </a:rPr>
              <a:t>0</a:t>
            </a:r>
            <a:r>
              <a:rPr lang="en-US">
                <a:latin typeface="Inter"/>
              </a:rPr>
              <a:t>)</a:t>
            </a:r>
            <a:endParaRPr lang="en-US">
              <a:latin typeface="Aptos" panose="020B0004020202020204"/>
            </a:endParaRPr>
          </a:p>
          <a:p>
            <a:pPr marL="0" indent="0">
              <a:buNone/>
            </a:pPr>
            <a:r>
              <a:rPr lang="en-US"/>
              <a:t>       = 4000     +      200      +       80       +       5</a:t>
            </a:r>
          </a:p>
          <a:p>
            <a:pPr marL="0" indent="0">
              <a:buNone/>
            </a:pPr>
            <a:r>
              <a:rPr lang="en-US"/>
              <a:t>            = 4285</a:t>
            </a:r>
            <a:br>
              <a:rPr lang="en-US" dirty="0"/>
            </a:br>
            <a:endParaRPr lang="en-US"/>
          </a:p>
        </p:txBody>
      </p:sp>
      <p:pic>
        <p:nvPicPr>
          <p:cNvPr id="5" name="Picture 4" descr="A blue and yellow logo&#10;&#10;AI-generated content may be incorrect.">
            <a:extLst>
              <a:ext uri="{FF2B5EF4-FFF2-40B4-BE49-F238E27FC236}">
                <a16:creationId xmlns:a16="http://schemas.microsoft.com/office/drawing/2014/main" id="{8A3973CE-FB53-1A4C-DA1B-286BAF6CE3AF}"/>
              </a:ext>
            </a:extLst>
          </p:cNvPr>
          <p:cNvPicPr>
            <a:picLocks noChangeAspect="1"/>
          </p:cNvPicPr>
          <p:nvPr/>
        </p:nvPicPr>
        <p:blipFill>
          <a:blip r:embed="rId2"/>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67791B95-0AE9-6587-7528-AE0F88DAB53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570420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2A534-7C6B-8917-5E90-03735510BF9B}"/>
              </a:ext>
            </a:extLst>
          </p:cNvPr>
          <p:cNvSpPr>
            <a:spLocks noGrp="1"/>
          </p:cNvSpPr>
          <p:nvPr>
            <p:ph type="title"/>
          </p:nvPr>
        </p:nvSpPr>
        <p:spPr/>
        <p:txBody>
          <a:bodyPr/>
          <a:lstStyle/>
          <a:p>
            <a:r>
              <a:rPr lang="en-US"/>
              <a:t>Base 2 (Two) - Binary</a:t>
            </a:r>
          </a:p>
        </p:txBody>
      </p:sp>
      <p:sp>
        <p:nvSpPr>
          <p:cNvPr id="3" name="Content Placeholder 2">
            <a:extLst>
              <a:ext uri="{FF2B5EF4-FFF2-40B4-BE49-F238E27FC236}">
                <a16:creationId xmlns:a16="http://schemas.microsoft.com/office/drawing/2014/main" id="{50D1BBAB-E5A8-F119-866C-2859B7C288B1}"/>
              </a:ext>
            </a:extLst>
          </p:cNvPr>
          <p:cNvSpPr>
            <a:spLocks noGrp="1"/>
          </p:cNvSpPr>
          <p:nvPr>
            <p:ph idx="1"/>
          </p:nvPr>
        </p:nvSpPr>
        <p:spPr/>
        <p:txBody>
          <a:bodyPr vert="horz" lIns="91440" tIns="45720" rIns="91440" bIns="45720" rtlCol="0" anchor="t">
            <a:normAutofit/>
          </a:bodyPr>
          <a:lstStyle/>
          <a:p>
            <a:r>
              <a:rPr lang="en-US"/>
              <a:t>Digits</a:t>
            </a:r>
            <a:r>
              <a:rPr lang="en-US" dirty="0"/>
              <a:t>: 0,1 (</a:t>
            </a:r>
            <a:r>
              <a:rPr lang="en-US" b="1" dirty="0"/>
              <a:t>bi</a:t>
            </a:r>
            <a:r>
              <a:rPr lang="en-US" dirty="0"/>
              <a:t>nary digi</a:t>
            </a:r>
            <a:r>
              <a:rPr lang="en-US" b="1" dirty="0"/>
              <a:t>ts</a:t>
            </a:r>
            <a:r>
              <a:rPr lang="en-US" dirty="0"/>
              <a:t> -&gt; </a:t>
            </a:r>
            <a:r>
              <a:rPr lang="en-US" b="1" dirty="0"/>
              <a:t>bits</a:t>
            </a:r>
            <a:r>
              <a:rPr lang="en-US" dirty="0"/>
              <a:t>)</a:t>
            </a:r>
          </a:p>
          <a:p>
            <a:r>
              <a:rPr lang="en-US" dirty="0"/>
              <a:t>Example: Binary </a:t>
            </a:r>
            <a:r>
              <a:rPr lang="en-US"/>
              <a:t>number 1101</a:t>
            </a:r>
            <a:endParaRPr lang="en-US" dirty="0"/>
          </a:p>
          <a:p>
            <a:r>
              <a:rPr lang="en-US"/>
              <a:t>Convert to decimal:</a:t>
            </a:r>
            <a:endParaRPr lang="en-US" dirty="0"/>
          </a:p>
          <a:p>
            <a:pPr marL="0" indent="0">
              <a:buNone/>
            </a:pPr>
            <a:r>
              <a:rPr lang="en-US"/>
              <a:t>0b1101 = </a:t>
            </a:r>
            <a:r>
              <a:rPr lang="en-US" b="1">
                <a:latin typeface="Inter"/>
              </a:rPr>
              <a:t>1101</a:t>
            </a:r>
            <a:r>
              <a:rPr lang="en-US" baseline="-25000" dirty="0">
                <a:latin typeface="Inter"/>
              </a:rPr>
              <a:t>2</a:t>
            </a:r>
            <a:r>
              <a:rPr lang="en-US">
                <a:latin typeface="Inter"/>
              </a:rPr>
              <a:t> = (</a:t>
            </a:r>
            <a:r>
              <a:rPr lang="en-US" b="1">
                <a:latin typeface="Inter"/>
              </a:rPr>
              <a:t>1</a:t>
            </a:r>
            <a:r>
              <a:rPr lang="en-US">
                <a:latin typeface="Inter"/>
              </a:rPr>
              <a:t>x2</a:t>
            </a:r>
            <a:r>
              <a:rPr lang="en-US" baseline="30000">
                <a:latin typeface="Inter"/>
              </a:rPr>
              <a:t>3</a:t>
            </a:r>
            <a:r>
              <a:rPr lang="en-US">
                <a:latin typeface="Inter"/>
              </a:rPr>
              <a:t>) + (</a:t>
            </a:r>
            <a:r>
              <a:rPr lang="en-US" b="1">
                <a:latin typeface="Inter"/>
              </a:rPr>
              <a:t>1</a:t>
            </a:r>
            <a:r>
              <a:rPr lang="en-US">
                <a:latin typeface="Inter"/>
              </a:rPr>
              <a:t>x2</a:t>
            </a:r>
            <a:r>
              <a:rPr lang="en-US" baseline="30000">
                <a:latin typeface="Inter"/>
              </a:rPr>
              <a:t>2</a:t>
            </a:r>
            <a:r>
              <a:rPr lang="en-US">
                <a:latin typeface="Inter"/>
              </a:rPr>
              <a:t>) + (</a:t>
            </a:r>
            <a:r>
              <a:rPr lang="en-US" b="1">
                <a:latin typeface="Inter"/>
              </a:rPr>
              <a:t>0</a:t>
            </a:r>
            <a:r>
              <a:rPr lang="en-US">
                <a:latin typeface="Inter"/>
              </a:rPr>
              <a:t>x2</a:t>
            </a:r>
            <a:r>
              <a:rPr lang="en-US" baseline="30000">
                <a:latin typeface="Inter"/>
              </a:rPr>
              <a:t>1</a:t>
            </a:r>
            <a:r>
              <a:rPr lang="en-US">
                <a:latin typeface="Inter"/>
              </a:rPr>
              <a:t>) + (</a:t>
            </a:r>
            <a:r>
              <a:rPr lang="en-US" b="1">
                <a:latin typeface="Inter"/>
              </a:rPr>
              <a:t>1</a:t>
            </a:r>
            <a:r>
              <a:rPr lang="en-US">
                <a:latin typeface="Inter"/>
              </a:rPr>
              <a:t>x2</a:t>
            </a:r>
            <a:r>
              <a:rPr lang="en-US" baseline="30000">
                <a:latin typeface="Inter"/>
              </a:rPr>
              <a:t>0</a:t>
            </a:r>
            <a:r>
              <a:rPr lang="en-US">
                <a:latin typeface="Inter"/>
              </a:rPr>
              <a:t>)</a:t>
            </a:r>
            <a:endParaRPr lang="en-US" dirty="0">
              <a:latin typeface="Aptos" panose="020B0004020202020204"/>
            </a:endParaRPr>
          </a:p>
          <a:p>
            <a:pPr marL="0" indent="0">
              <a:buNone/>
            </a:pPr>
            <a:r>
              <a:rPr lang="en-US">
                <a:latin typeface="Inter"/>
              </a:rPr>
              <a:t>                        =   8   </a:t>
            </a:r>
            <a:r>
              <a:rPr lang="en-US" baseline="-25000" dirty="0">
                <a:latin typeface="Inter"/>
              </a:rPr>
              <a:t> </a:t>
            </a:r>
            <a:r>
              <a:rPr lang="en-US" dirty="0">
                <a:latin typeface="Inter"/>
              </a:rPr>
              <a:t> </a:t>
            </a:r>
            <a:r>
              <a:rPr lang="en-US" baseline="-25000" dirty="0">
                <a:latin typeface="Inter"/>
              </a:rPr>
              <a:t> </a:t>
            </a:r>
            <a:r>
              <a:rPr lang="en-US" dirty="0">
                <a:latin typeface="Inter"/>
              </a:rPr>
              <a:t> </a:t>
            </a:r>
            <a:r>
              <a:rPr lang="en-US" baseline="-25000" dirty="0">
                <a:latin typeface="Inter"/>
              </a:rPr>
              <a:t>  </a:t>
            </a:r>
            <a:r>
              <a:rPr lang="en-US" dirty="0">
                <a:latin typeface="Inter"/>
              </a:rPr>
              <a:t>+  4      </a:t>
            </a:r>
            <a:r>
              <a:rPr lang="en-US" baseline="-25000" dirty="0">
                <a:latin typeface="Inter"/>
              </a:rPr>
              <a:t>  </a:t>
            </a:r>
            <a:r>
              <a:rPr lang="en-US" dirty="0">
                <a:latin typeface="Inter"/>
              </a:rPr>
              <a:t>+  0     </a:t>
            </a:r>
            <a:r>
              <a:rPr lang="en-US" baseline="30000" dirty="0">
                <a:latin typeface="Inter"/>
              </a:rPr>
              <a:t> </a:t>
            </a:r>
            <a:r>
              <a:rPr lang="en-US" dirty="0">
                <a:latin typeface="Inter"/>
              </a:rPr>
              <a:t> </a:t>
            </a:r>
            <a:r>
              <a:rPr lang="en-US" baseline="-25000" dirty="0">
                <a:latin typeface="Inter"/>
              </a:rPr>
              <a:t>  </a:t>
            </a:r>
            <a:r>
              <a:rPr lang="en-US" dirty="0">
                <a:latin typeface="Inter"/>
              </a:rPr>
              <a:t>+  1</a:t>
            </a:r>
            <a:endParaRPr lang="en-US" dirty="0"/>
          </a:p>
          <a:p>
            <a:pPr marL="457200" lvl="1" indent="0">
              <a:buNone/>
            </a:pPr>
            <a:r>
              <a:rPr lang="en-US">
                <a:latin typeface="Inter"/>
              </a:rPr>
              <a:t>                       =  13</a:t>
            </a:r>
            <a:endParaRPr lang="en-US">
              <a:latin typeface="Aptos" panose="020B0004020202020204"/>
            </a:endParaRPr>
          </a:p>
          <a:p>
            <a:pPr marL="457200" lvl="1" indent="0">
              <a:buNone/>
            </a:pPr>
            <a:r>
              <a:rPr lang="en-US"/>
              <a:t>What is the highest number we can represent with 8 bits? 0bx1111 1111?</a:t>
            </a:r>
          </a:p>
        </p:txBody>
      </p:sp>
      <p:pic>
        <p:nvPicPr>
          <p:cNvPr id="112" name="Picture 111" descr="A blue and yellow logo&#10;&#10;AI-generated content may be incorrect.">
            <a:extLst>
              <a:ext uri="{FF2B5EF4-FFF2-40B4-BE49-F238E27FC236}">
                <a16:creationId xmlns:a16="http://schemas.microsoft.com/office/drawing/2014/main" id="{5790F748-4E69-31EE-95EE-E7A1114729A6}"/>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CE702603-6FBE-0531-C39E-DCAC3C39C9B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745925729"/>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D148E5B-A2A8-42F4-88B1-EB5DCE1BFFE8}"/>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What number is 0bx0001 0101</a:t>
            </a:r>
          </a:p>
        </p:txBody>
      </p:sp>
      <p:sp>
        <p:nvSpPr>
          <p:cNvPr id="20"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0DC6AF59-8E3A-6AF0-0049-FB5FE9D172A4}"/>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ABD49F92-72C2-5DF9-405E-435077B2597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9503625"/>
      </p:ext>
    </p:extLst>
  </p:cSld>
  <p:clrMapOvr>
    <a:masterClrMapping/>
  </p:clrMapOvr>
  <p:extLst>
    <p:ext uri="{6950BFC3-D8DA-4A85-94F7-54DA5524770B}">
      <p188:commentRel xmlns:p188="http://schemas.microsoft.com/office/powerpoint/2018/8/main" r:id="rId3"/>
    </p:ext>
  </p:extLs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1486FD06-08A3-C8DF-38E6-CCBF906776E7}"/>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IPv4</a:t>
            </a:r>
            <a:r>
              <a:rPr lang="en-US" sz="6600">
                <a:solidFill>
                  <a:srgbClr val="FFFFFF"/>
                </a:solidFill>
              </a:rPr>
              <a:t> (Internet Protocol)</a:t>
            </a:r>
            <a:endParaRPr lang="en-US" sz="6600" kern="1200">
              <a:solidFill>
                <a:srgbClr val="FFFFFF"/>
              </a:solidFill>
              <a:latin typeface="+mj-lt"/>
              <a:ea typeface="+mj-ea"/>
              <a:cs typeface="+mj-cs"/>
            </a:endParaRPr>
          </a:p>
        </p:txBody>
      </p:sp>
      <p:sp>
        <p:nvSpPr>
          <p:cNvPr id="3" name="Text Placeholder 2">
            <a:extLst>
              <a:ext uri="{FF2B5EF4-FFF2-40B4-BE49-F238E27FC236}">
                <a16:creationId xmlns:a16="http://schemas.microsoft.com/office/drawing/2014/main" id="{0CC5A2F4-6F6F-7491-81AB-BB84F1C913AE}"/>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a:solidFill>
                  <a:srgbClr val="FFFFFF"/>
                </a:solidFill>
                <a:latin typeface="+mn-lt"/>
                <a:ea typeface="+mn-ea"/>
                <a:cs typeface="+mn-cs"/>
              </a:rPr>
              <a:t>How the internet recognizes your computer</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2E602180-0156-4757-45B6-A95E2508D202}"/>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D38D6851-C64E-F72B-6C0F-DD5126A4BE6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790024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A02AF5-375A-96F2-EA8E-770D0D23323C}"/>
              </a:ext>
            </a:extLst>
          </p:cNvPr>
          <p:cNvSpPr>
            <a:spLocks noGrp="1"/>
          </p:cNvSpPr>
          <p:nvPr>
            <p:ph type="title"/>
          </p:nvPr>
        </p:nvSpPr>
        <p:spPr>
          <a:xfrm>
            <a:off x="640080" y="329184"/>
            <a:ext cx="6894576" cy="1783080"/>
          </a:xfrm>
        </p:spPr>
        <p:txBody>
          <a:bodyPr vert="horz" lIns="91440" tIns="45720" rIns="91440" bIns="45720" rtlCol="0" anchor="b">
            <a:normAutofit/>
          </a:bodyPr>
          <a:lstStyle/>
          <a:p>
            <a:r>
              <a:rPr lang="en-US" sz="5400"/>
              <a:t>Example IP</a:t>
            </a:r>
          </a:p>
        </p:txBody>
      </p:sp>
      <p:sp>
        <p:nvSpPr>
          <p:cNvPr id="2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7BC30B00-620A-270A-1C68-0A5169D60FD4}"/>
              </a:ext>
            </a:extLst>
          </p:cNvPr>
          <p:cNvSpPr>
            <a:spLocks noGrp="1"/>
          </p:cNvSpPr>
          <p:nvPr>
            <p:ph sz="half" idx="2"/>
          </p:nvPr>
        </p:nvSpPr>
        <p:spPr>
          <a:xfrm>
            <a:off x="683622" y="2706624"/>
            <a:ext cx="3911892" cy="3462093"/>
          </a:xfrm>
        </p:spPr>
        <p:txBody>
          <a:bodyPr vert="horz" lIns="91440" tIns="45720" rIns="91440" bIns="45720" rtlCol="0" anchor="t">
            <a:normAutofit/>
          </a:bodyPr>
          <a:lstStyle/>
          <a:p>
            <a:pPr marL="342900"/>
            <a:r>
              <a:rPr lang="en-US"/>
              <a:t>Subnets are like rooms!!!</a:t>
            </a:r>
            <a:endParaRPr lang="en-US" dirty="0"/>
          </a:p>
          <a:p>
            <a:pPr marL="342900"/>
            <a:r>
              <a:rPr lang="en-US"/>
              <a:t>8 bits per section</a:t>
            </a:r>
            <a:endParaRPr lang="en-US" dirty="0"/>
          </a:p>
          <a:p>
            <a:pPr marL="342900"/>
            <a:r>
              <a:rPr lang="en-US" dirty="0"/>
              <a:t>This is a 24 bit subnet mask; 8 bits left for devices on this subnet</a:t>
            </a:r>
          </a:p>
        </p:txBody>
      </p:sp>
      <p:pic>
        <p:nvPicPr>
          <p:cNvPr id="9" name="Content Placeholder 8" descr="A diagram of a network&#10;&#10;AI-generated content may be incorrect.">
            <a:extLst>
              <a:ext uri="{FF2B5EF4-FFF2-40B4-BE49-F238E27FC236}">
                <a16:creationId xmlns:a16="http://schemas.microsoft.com/office/drawing/2014/main" id="{3B6DB954-B4E2-934F-2D80-FCF5B69E16DB}"/>
              </a:ext>
            </a:extLst>
          </p:cNvPr>
          <p:cNvPicPr>
            <a:picLocks noGrp="1" noChangeAspect="1"/>
          </p:cNvPicPr>
          <p:nvPr>
            <p:ph sz="half" idx="1"/>
          </p:nvPr>
        </p:nvPicPr>
        <p:blipFill>
          <a:blip r:embed="rId3"/>
          <a:stretch>
            <a:fillRect/>
          </a:stretch>
        </p:blipFill>
        <p:spPr>
          <a:xfrm>
            <a:off x="4619900" y="48130"/>
            <a:ext cx="7570213" cy="5784588"/>
          </a:xfrm>
          <a:prstGeom prst="rect">
            <a:avLst/>
          </a:prstGeom>
        </p:spPr>
      </p:pic>
      <p:sp>
        <p:nvSpPr>
          <p:cNvPr id="4" name="TextBox 3">
            <a:extLst>
              <a:ext uri="{FF2B5EF4-FFF2-40B4-BE49-F238E27FC236}">
                <a16:creationId xmlns:a16="http://schemas.microsoft.com/office/drawing/2014/main" id="{7BAEB13B-5D3B-505D-0CDF-9D7170D81E9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7" name="Picture 6" descr="A blue and yellow logo&#10;&#10;AI-generated content may be incorrect.">
            <a:extLst>
              <a:ext uri="{FF2B5EF4-FFF2-40B4-BE49-F238E27FC236}">
                <a16:creationId xmlns:a16="http://schemas.microsoft.com/office/drawing/2014/main" id="{32E81933-461F-6BD5-BA47-5C1DF11B3E2E}"/>
              </a:ext>
            </a:extLst>
          </p:cNvPr>
          <p:cNvPicPr>
            <a:picLocks noChangeAspect="1"/>
          </p:cNvPicPr>
          <p:nvPr/>
        </p:nvPicPr>
        <p:blipFill>
          <a:blip r:embed="rId4"/>
          <a:stretch>
            <a:fillRect/>
          </a:stretch>
        </p:blipFill>
        <p:spPr>
          <a:xfrm>
            <a:off x="2721" y="6122079"/>
            <a:ext cx="2498272" cy="738869"/>
          </a:xfrm>
          <a:prstGeom prst="rect">
            <a:avLst/>
          </a:prstGeom>
        </p:spPr>
      </p:pic>
    </p:spTree>
    <p:extLst>
      <p:ext uri="{BB962C8B-B14F-4D97-AF65-F5344CB8AC3E}">
        <p14:creationId xmlns:p14="http://schemas.microsoft.com/office/powerpoint/2010/main" val="3712466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yellow logo&#10;&#10;AI-generated content may be incorrect.">
            <a:extLst>
              <a:ext uri="{FF2B5EF4-FFF2-40B4-BE49-F238E27FC236}">
                <a16:creationId xmlns:a16="http://schemas.microsoft.com/office/drawing/2014/main" id="{8AC66B73-BB82-57B6-B0BB-C812829E664E}"/>
              </a:ext>
            </a:extLst>
          </p:cNvPr>
          <p:cNvPicPr>
            <a:picLocks noChangeAspect="1"/>
          </p:cNvPicPr>
          <p:nvPr/>
        </p:nvPicPr>
        <p:blipFill>
          <a:blip r:embed="rId4"/>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12A3EB8C-20DC-CC5E-EE74-E87BF704F3C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24" name="Content Placeholder 23" descr="A diagram of a network&#10;&#10;AI-generated content may be incorrect.">
            <a:extLst>
              <a:ext uri="{FF2B5EF4-FFF2-40B4-BE49-F238E27FC236}">
                <a16:creationId xmlns:a16="http://schemas.microsoft.com/office/drawing/2014/main" id="{269A6983-F587-9377-5ED4-210FDA27C1C2}"/>
              </a:ext>
            </a:extLst>
          </p:cNvPr>
          <p:cNvPicPr>
            <a:picLocks noGrp="1" noChangeAspect="1"/>
          </p:cNvPicPr>
          <p:nvPr>
            <p:ph sz="half" idx="1"/>
          </p:nvPr>
        </p:nvPicPr>
        <p:blipFill>
          <a:blip r:embed="rId5"/>
          <a:stretch>
            <a:fillRect/>
          </a:stretch>
        </p:blipFill>
        <p:spPr>
          <a:xfrm>
            <a:off x="2617074" y="-3175"/>
            <a:ext cx="6957853" cy="6107566"/>
          </a:xfrm>
          <a:prstGeom prst="rect">
            <a:avLst/>
          </a:prstGeom>
        </p:spPr>
      </p:pic>
    </p:spTree>
    <p:extLst>
      <p:ext uri="{BB962C8B-B14F-4D97-AF65-F5344CB8AC3E}">
        <p14:creationId xmlns:p14="http://schemas.microsoft.com/office/powerpoint/2010/main" val="700515706"/>
      </p:ext>
    </p:extLst>
  </p:cSld>
  <p:clrMapOvr>
    <a:masterClrMapping/>
  </p:clrMapOvr>
  <p:extLst>
    <p:ext uri="{6950BFC3-D8DA-4A85-94F7-54DA5524770B}">
      <p188:commentRel xmlns:p188="http://schemas.microsoft.com/office/powerpoint/2018/8/main" r:id="rId3"/>
    </p:ext>
  </p:extLs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CB57C5-8389-FDB0-1573-CBAF5A1BBDE9}"/>
              </a:ext>
            </a:extLst>
          </p:cNvPr>
          <p:cNvSpPr>
            <a:spLocks noGrp="1"/>
          </p:cNvSpPr>
          <p:nvPr>
            <p:ph type="title"/>
          </p:nvPr>
        </p:nvSpPr>
        <p:spPr>
          <a:xfrm>
            <a:off x="761800" y="762001"/>
            <a:ext cx="5334197" cy="1708242"/>
          </a:xfrm>
        </p:spPr>
        <p:txBody>
          <a:bodyPr anchor="ctr">
            <a:normAutofit/>
          </a:bodyPr>
          <a:lstStyle/>
          <a:p>
            <a:r>
              <a:rPr lang="en-US" sz="4000"/>
              <a:t>Information Transfer</a:t>
            </a:r>
          </a:p>
        </p:txBody>
      </p:sp>
      <p:sp>
        <p:nvSpPr>
          <p:cNvPr id="3" name="Content Placeholder 2">
            <a:extLst>
              <a:ext uri="{FF2B5EF4-FFF2-40B4-BE49-F238E27FC236}">
                <a16:creationId xmlns:a16="http://schemas.microsoft.com/office/drawing/2014/main" id="{6B9C1FA2-5E43-285A-89CD-36781373A1C7}"/>
              </a:ext>
            </a:extLst>
          </p:cNvPr>
          <p:cNvSpPr>
            <a:spLocks noGrp="1"/>
          </p:cNvSpPr>
          <p:nvPr>
            <p:ph idx="1"/>
          </p:nvPr>
        </p:nvSpPr>
        <p:spPr>
          <a:xfrm>
            <a:off x="761800" y="1809844"/>
            <a:ext cx="5334197" cy="3769835"/>
          </a:xfrm>
        </p:spPr>
        <p:txBody>
          <a:bodyPr vert="horz" lIns="91440" tIns="45720" rIns="91440" bIns="45720" rtlCol="0" anchor="ctr">
            <a:normAutofit/>
          </a:bodyPr>
          <a:lstStyle/>
          <a:p>
            <a:r>
              <a:rPr lang="en-US" dirty="0"/>
              <a:t>When you send online information, it goes to a </a:t>
            </a:r>
            <a:r>
              <a:rPr lang="en-US"/>
              <a:t>subnet</a:t>
            </a:r>
          </a:p>
          <a:p>
            <a:r>
              <a:rPr lang="en-US" dirty="0"/>
              <a:t>Routers keep tables of where to send </a:t>
            </a:r>
            <a:r>
              <a:rPr lang="en-US"/>
              <a:t>info</a:t>
            </a:r>
            <a:r>
              <a:rPr lang="en-US" dirty="0"/>
              <a:t> based on network ID, not host addresses</a:t>
            </a:r>
          </a:p>
          <a:p>
            <a:r>
              <a:rPr lang="en-US">
                <a:ea typeface="+mn-lt"/>
                <a:cs typeface="+mn-lt"/>
              </a:rPr>
              <a:t>What issues arise if routers used host </a:t>
            </a:r>
            <a:r>
              <a:rPr lang="en-US" dirty="0">
                <a:ea typeface="+mn-lt"/>
                <a:cs typeface="+mn-lt"/>
              </a:rPr>
              <a:t>ID's </a:t>
            </a:r>
            <a:r>
              <a:rPr lang="en-US">
                <a:ea typeface="+mn-lt"/>
                <a:cs typeface="+mn-lt"/>
              </a:rPr>
              <a:t>instead? </a:t>
            </a:r>
            <a:endParaRPr lang="en-US" dirty="0">
              <a:ea typeface="+mn-lt"/>
              <a:cs typeface="+mn-lt"/>
            </a:endParaRPr>
          </a:p>
          <a:p>
            <a:endParaRPr lang="en-US" sz="2000"/>
          </a:p>
        </p:txBody>
      </p:sp>
      <p:pic>
        <p:nvPicPr>
          <p:cNvPr id="5" name="Picture 4" descr="A 3D pattern of ring shapes connected by lines">
            <a:extLst>
              <a:ext uri="{FF2B5EF4-FFF2-40B4-BE49-F238E27FC236}">
                <a16:creationId xmlns:a16="http://schemas.microsoft.com/office/drawing/2014/main" id="{AD6CC002-E4B2-4ABA-916A-152D1CB79463}"/>
              </a:ext>
            </a:extLst>
          </p:cNvPr>
          <p:cNvPicPr>
            <a:picLocks noChangeAspect="1"/>
          </p:cNvPicPr>
          <p:nvPr/>
        </p:nvPicPr>
        <p:blipFill>
          <a:blip r:embed="rId3"/>
          <a:srcRect l="10742" r="45579" b="7"/>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pic>
        <p:nvPicPr>
          <p:cNvPr id="7" name="Picture 6" descr="A blue and yellow logo&#10;&#10;AI-generated content may be incorrect.">
            <a:extLst>
              <a:ext uri="{FF2B5EF4-FFF2-40B4-BE49-F238E27FC236}">
                <a16:creationId xmlns:a16="http://schemas.microsoft.com/office/drawing/2014/main" id="{90931218-481B-C323-7246-ADDC4F4EB1D9}"/>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7AE4191A-427A-40F0-6E1D-693578083AB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751876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7ADB3-DC71-623A-3D71-B6293BCEFFD5}"/>
              </a:ext>
            </a:extLst>
          </p:cNvPr>
          <p:cNvSpPr>
            <a:spLocks noGrp="1"/>
          </p:cNvSpPr>
          <p:nvPr>
            <p:ph type="title"/>
          </p:nvPr>
        </p:nvSpPr>
        <p:spPr/>
        <p:txBody>
          <a:bodyPr/>
          <a:lstStyle/>
          <a:p>
            <a:r>
              <a:rPr lang="en-US"/>
              <a:t>Which of these are valid IP addresses?</a:t>
            </a:r>
          </a:p>
        </p:txBody>
      </p:sp>
      <p:sp>
        <p:nvSpPr>
          <p:cNvPr id="3" name="Content Placeholder 2">
            <a:extLst>
              <a:ext uri="{FF2B5EF4-FFF2-40B4-BE49-F238E27FC236}">
                <a16:creationId xmlns:a16="http://schemas.microsoft.com/office/drawing/2014/main" id="{D93939B0-34EA-079D-BC37-B8152C08E7DA}"/>
              </a:ext>
            </a:extLst>
          </p:cNvPr>
          <p:cNvSpPr>
            <a:spLocks noGrp="1"/>
          </p:cNvSpPr>
          <p:nvPr>
            <p:ph sz="half" idx="1"/>
          </p:nvPr>
        </p:nvSpPr>
        <p:spPr>
          <a:xfrm>
            <a:off x="838200" y="1825625"/>
            <a:ext cx="5181600" cy="751796"/>
          </a:xfrm>
        </p:spPr>
        <p:txBody>
          <a:bodyPr vert="horz" lIns="91440" tIns="45720" rIns="91440" bIns="45720" rtlCol="0" anchor="t">
            <a:normAutofit/>
          </a:bodyPr>
          <a:lstStyle/>
          <a:p>
            <a:r>
              <a:rPr lang="en-US" sz="4000" b="1"/>
              <a:t>192.168.372.56</a:t>
            </a:r>
          </a:p>
        </p:txBody>
      </p:sp>
      <p:sp>
        <p:nvSpPr>
          <p:cNvPr id="4" name="Content Placeholder 3">
            <a:extLst>
              <a:ext uri="{FF2B5EF4-FFF2-40B4-BE49-F238E27FC236}">
                <a16:creationId xmlns:a16="http://schemas.microsoft.com/office/drawing/2014/main" id="{580254B0-AC0F-AD8B-B6DA-C1EA12CD4274}"/>
              </a:ext>
            </a:extLst>
          </p:cNvPr>
          <p:cNvSpPr>
            <a:spLocks noGrp="1"/>
          </p:cNvSpPr>
          <p:nvPr>
            <p:ph sz="half" idx="2"/>
          </p:nvPr>
        </p:nvSpPr>
        <p:spPr>
          <a:xfrm>
            <a:off x="6172200" y="1825625"/>
            <a:ext cx="5174343" cy="751796"/>
          </a:xfrm>
        </p:spPr>
        <p:txBody>
          <a:bodyPr vert="horz" lIns="91440" tIns="45720" rIns="91440" bIns="45720" rtlCol="0" anchor="t">
            <a:normAutofit/>
          </a:bodyPr>
          <a:lstStyle/>
          <a:p>
            <a:r>
              <a:rPr lang="en-US" sz="4000" b="1"/>
              <a:t>186.95.15.12</a:t>
            </a:r>
          </a:p>
        </p:txBody>
      </p:sp>
      <p:pic>
        <p:nvPicPr>
          <p:cNvPr id="6" name="Picture 5" descr="A blue and yellow logo&#10;&#10;AI-generated content may be incorrect.">
            <a:extLst>
              <a:ext uri="{FF2B5EF4-FFF2-40B4-BE49-F238E27FC236}">
                <a16:creationId xmlns:a16="http://schemas.microsoft.com/office/drawing/2014/main" id="{115AF754-AE6E-538E-5BEE-F02B28B5553E}"/>
              </a:ext>
            </a:extLst>
          </p:cNvPr>
          <p:cNvPicPr>
            <a:picLocks noChangeAspect="1"/>
          </p:cNvPicPr>
          <p:nvPr/>
        </p:nvPicPr>
        <p:blipFill>
          <a:blip r:embed="rId2"/>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85461150-E893-03CD-A687-7B252B381C53}"/>
              </a:ext>
            </a:extLst>
          </p:cNvPr>
          <p:cNvSpPr txBox="1"/>
          <p:nvPr/>
        </p:nvSpPr>
        <p:spPr>
          <a:xfrm>
            <a:off x="1469728" y="3308310"/>
            <a:ext cx="77724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b="1" dirty="0"/>
              <a:t>Because 8 bits make up each of the 4 sections of numbers separated by dots, the maximum range is 0-255 for each section </a:t>
            </a:r>
            <a:r>
              <a:rPr lang="en-US" sz="2400" b="1"/>
              <a:t>(0000 0000 to 1111 1111)</a:t>
            </a:r>
            <a:endParaRPr lang="en-US" sz="2400" b="1" dirty="0"/>
          </a:p>
        </p:txBody>
      </p:sp>
      <p:sp>
        <p:nvSpPr>
          <p:cNvPr id="8" name="TextBox 7">
            <a:extLst>
              <a:ext uri="{FF2B5EF4-FFF2-40B4-BE49-F238E27FC236}">
                <a16:creationId xmlns:a16="http://schemas.microsoft.com/office/drawing/2014/main" id="{3E5FD85B-C78E-F24B-A9D3-1E7DDE41AB4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5479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B8A2B-16C4-0F49-349C-40517B5743A7}"/>
              </a:ext>
            </a:extLst>
          </p:cNvPr>
          <p:cNvSpPr>
            <a:spLocks noGrp="1"/>
          </p:cNvSpPr>
          <p:nvPr>
            <p:ph type="title"/>
          </p:nvPr>
        </p:nvSpPr>
        <p:spPr/>
        <p:txBody>
          <a:bodyPr/>
          <a:lstStyle/>
          <a:p>
            <a:r>
              <a:rPr lang="en-US"/>
              <a:t>Internal vs External IPs</a:t>
            </a:r>
          </a:p>
        </p:txBody>
      </p:sp>
      <p:sp>
        <p:nvSpPr>
          <p:cNvPr id="3" name="Content Placeholder 2">
            <a:extLst>
              <a:ext uri="{FF2B5EF4-FFF2-40B4-BE49-F238E27FC236}">
                <a16:creationId xmlns:a16="http://schemas.microsoft.com/office/drawing/2014/main" id="{5ACF3B60-B548-D59C-1DDC-6F09D228682E}"/>
              </a:ext>
            </a:extLst>
          </p:cNvPr>
          <p:cNvSpPr>
            <a:spLocks noGrp="1"/>
          </p:cNvSpPr>
          <p:nvPr>
            <p:ph sz="half" idx="1"/>
          </p:nvPr>
        </p:nvSpPr>
        <p:spPr>
          <a:xfrm>
            <a:off x="838200" y="1825625"/>
            <a:ext cx="5181600" cy="3270024"/>
          </a:xfrm>
        </p:spPr>
        <p:txBody>
          <a:bodyPr vert="horz" lIns="91440" tIns="45720" rIns="91440" bIns="45720" rtlCol="0" anchor="t">
            <a:normAutofit/>
          </a:bodyPr>
          <a:lstStyle/>
          <a:p>
            <a:pPr marL="0" indent="0" algn="ctr">
              <a:buNone/>
            </a:pPr>
            <a:r>
              <a:rPr lang="en-US"/>
              <a:t>Internal</a:t>
            </a:r>
            <a:endParaRPr lang="en-US" dirty="0"/>
          </a:p>
          <a:p>
            <a:r>
              <a:rPr lang="en-US"/>
              <a:t>Used inside your own network</a:t>
            </a:r>
            <a:endParaRPr lang="en-US" dirty="0"/>
          </a:p>
          <a:p>
            <a:r>
              <a:rPr lang="en-US"/>
              <a:t>Not routable on public internet</a:t>
            </a:r>
            <a:endParaRPr lang="en-US" dirty="0"/>
          </a:p>
        </p:txBody>
      </p:sp>
      <p:graphicFrame>
        <p:nvGraphicFramePr>
          <p:cNvPr id="13" name="Content Placeholder 3">
            <a:extLst>
              <a:ext uri="{FF2B5EF4-FFF2-40B4-BE49-F238E27FC236}">
                <a16:creationId xmlns:a16="http://schemas.microsoft.com/office/drawing/2014/main" id="{FEBF2082-691D-505B-1E47-4F2265D14A55}"/>
              </a:ext>
            </a:extLst>
          </p:cNvPr>
          <p:cNvGraphicFramePr>
            <a:graphicFrameLocks noGrp="1"/>
          </p:cNvGraphicFramePr>
          <p:nvPr>
            <p:ph sz="half" idx="2"/>
            <p:extLst>
              <p:ext uri="{D42A27DB-BD31-4B8C-83A1-F6EECF244321}">
                <p14:modId xmlns:p14="http://schemas.microsoft.com/office/powerpoint/2010/main" val="3514550109"/>
              </p:ext>
            </p:extLst>
          </p:nvPr>
        </p:nvGraphicFramePr>
        <p:xfrm>
          <a:off x="6614886" y="744310"/>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descr="A blue and yellow logo&#10;&#10;AI-generated content may be incorrect.">
            <a:extLst>
              <a:ext uri="{FF2B5EF4-FFF2-40B4-BE49-F238E27FC236}">
                <a16:creationId xmlns:a16="http://schemas.microsoft.com/office/drawing/2014/main" id="{0FD7E88F-D8AD-FC26-56A5-FCEDB6470B9E}"/>
              </a:ext>
            </a:extLst>
          </p:cNvPr>
          <p:cNvPicPr>
            <a:picLocks noChangeAspect="1"/>
          </p:cNvPicPr>
          <p:nvPr/>
        </p:nvPicPr>
        <p:blipFill>
          <a:blip r:embed="rId7"/>
          <a:stretch>
            <a:fillRect/>
          </a:stretch>
        </p:blipFill>
        <p:spPr>
          <a:xfrm>
            <a:off x="2721" y="6122079"/>
            <a:ext cx="2498272" cy="738869"/>
          </a:xfrm>
          <a:prstGeom prst="rect">
            <a:avLst/>
          </a:prstGeom>
        </p:spPr>
      </p:pic>
      <p:sp>
        <p:nvSpPr>
          <p:cNvPr id="10" name="TextBox 9">
            <a:extLst>
              <a:ext uri="{FF2B5EF4-FFF2-40B4-BE49-F238E27FC236}">
                <a16:creationId xmlns:a16="http://schemas.microsoft.com/office/drawing/2014/main" id="{19D6F59C-46CE-18FB-9758-F6CB27920427}"/>
              </a:ext>
            </a:extLst>
          </p:cNvPr>
          <p:cNvSpPr txBox="1"/>
          <p:nvPr/>
        </p:nvSpPr>
        <p:spPr>
          <a:xfrm>
            <a:off x="1929812" y="5007526"/>
            <a:ext cx="9368971" cy="14496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90000"/>
              </a:lnSpc>
              <a:spcBef>
                <a:spcPts val="1000"/>
              </a:spcBef>
              <a:buFont typeface="Arial"/>
              <a:buChar char="•"/>
            </a:pPr>
            <a:r>
              <a:rPr lang="en-US" sz="2600" b="1"/>
              <a:t>Network address translation (NAT): </a:t>
            </a:r>
            <a:r>
              <a:rPr lang="en-US" sz="2600"/>
              <a:t>your router swaps addresses at the edge, so every internal device shares the router's IP, so their own </a:t>
            </a:r>
            <a:r>
              <a:rPr lang="en-US" sz="2600" dirty="0"/>
              <a:t>IP and MAC are hidden</a:t>
            </a:r>
          </a:p>
          <a:p>
            <a:pPr algn="l"/>
            <a:endParaRPr lang="en-US" dirty="0"/>
          </a:p>
        </p:txBody>
      </p:sp>
      <p:sp>
        <p:nvSpPr>
          <p:cNvPr id="11" name="Arrow: Right 10">
            <a:extLst>
              <a:ext uri="{FF2B5EF4-FFF2-40B4-BE49-F238E27FC236}">
                <a16:creationId xmlns:a16="http://schemas.microsoft.com/office/drawing/2014/main" id="{D04D7B5A-6A57-E752-77C3-8BD403535A7A}"/>
              </a:ext>
            </a:extLst>
          </p:cNvPr>
          <p:cNvSpPr/>
          <p:nvPr/>
        </p:nvSpPr>
        <p:spPr>
          <a:xfrm>
            <a:off x="4697921" y="1583527"/>
            <a:ext cx="2233893"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9398CD-56B1-24FA-692E-172CCE267FD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8823397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3AACD54-4F9B-0273-93E9-3586F1557858}"/>
              </a:ext>
            </a:extLst>
          </p:cNvPr>
          <p:cNvSpPr>
            <a:spLocks noGrp="1"/>
          </p:cNvSpPr>
          <p:nvPr>
            <p:ph type="title"/>
          </p:nvPr>
        </p:nvSpPr>
        <p:spPr>
          <a:xfrm>
            <a:off x="1137034" y="609597"/>
            <a:ext cx="9392421" cy="1330841"/>
          </a:xfrm>
        </p:spPr>
        <p:txBody>
          <a:bodyPr>
            <a:normAutofit/>
          </a:bodyPr>
          <a:lstStyle/>
          <a:p>
            <a:r>
              <a:rPr lang="en-US"/>
              <a:t>Broadcast Domain</a:t>
            </a:r>
          </a:p>
        </p:txBody>
      </p:sp>
      <p:pic>
        <p:nvPicPr>
          <p:cNvPr id="5" name="Picture 4" descr="A blue and yellow logo&#10;&#10;AI-generated content may be incorrect.">
            <a:extLst>
              <a:ext uri="{FF2B5EF4-FFF2-40B4-BE49-F238E27FC236}">
                <a16:creationId xmlns:a16="http://schemas.microsoft.com/office/drawing/2014/main" id="{E8440725-5664-5CFB-4FA0-031245FD6556}"/>
              </a:ext>
            </a:extLst>
          </p:cNvPr>
          <p:cNvPicPr>
            <a:picLocks noChangeAspect="1"/>
          </p:cNvPicPr>
          <p:nvPr/>
        </p:nvPicPr>
        <p:blipFill>
          <a:blip r:embed="rId4"/>
          <a:stretch>
            <a:fillRect/>
          </a:stretch>
        </p:blipFill>
        <p:spPr>
          <a:xfrm>
            <a:off x="6719367" y="4182610"/>
            <a:ext cx="4788505" cy="1400637"/>
          </a:xfrm>
          <a:prstGeom prst="rect">
            <a:avLst/>
          </a:prstGeom>
        </p:spPr>
      </p:pic>
      <p:sp>
        <p:nvSpPr>
          <p:cNvPr id="16" name="Freeform: Shape 15">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7" name="Content Placeholder 2">
            <a:extLst>
              <a:ext uri="{FF2B5EF4-FFF2-40B4-BE49-F238E27FC236}">
                <a16:creationId xmlns:a16="http://schemas.microsoft.com/office/drawing/2014/main" id="{45E3708B-93A3-CBA5-4C7A-BF102260E00D}"/>
              </a:ext>
            </a:extLst>
          </p:cNvPr>
          <p:cNvGraphicFramePr>
            <a:graphicFrameLocks noGrp="1"/>
          </p:cNvGraphicFramePr>
          <p:nvPr>
            <p:ph idx="1"/>
            <p:extLst>
              <p:ext uri="{D42A27DB-BD31-4B8C-83A1-F6EECF244321}">
                <p14:modId xmlns:p14="http://schemas.microsoft.com/office/powerpoint/2010/main" val="1407734139"/>
              </p:ext>
            </p:extLst>
          </p:nvPr>
        </p:nvGraphicFramePr>
        <p:xfrm>
          <a:off x="687092" y="1820991"/>
          <a:ext cx="5408908" cy="429514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4" name="TextBox 3">
            <a:extLst>
              <a:ext uri="{FF2B5EF4-FFF2-40B4-BE49-F238E27FC236}">
                <a16:creationId xmlns:a16="http://schemas.microsoft.com/office/drawing/2014/main" id="{E9A06ACD-F5D1-1136-CBFF-7C9F13988E4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pic>
        <p:nvPicPr>
          <p:cNvPr id="15" name="Picture 14">
            <a:extLst>
              <a:ext uri="{FF2B5EF4-FFF2-40B4-BE49-F238E27FC236}">
                <a16:creationId xmlns:a16="http://schemas.microsoft.com/office/drawing/2014/main" id="{CC121F5B-6712-014A-23AF-E66E56FEA635}"/>
              </a:ext>
            </a:extLst>
          </p:cNvPr>
          <p:cNvPicPr>
            <a:picLocks noChangeAspect="1"/>
          </p:cNvPicPr>
          <p:nvPr/>
        </p:nvPicPr>
        <p:blipFill>
          <a:blip r:embed="rId10"/>
          <a:stretch>
            <a:fillRect/>
          </a:stretch>
        </p:blipFill>
        <p:spPr>
          <a:xfrm>
            <a:off x="6733836" y="0"/>
            <a:ext cx="5458955" cy="4187371"/>
          </a:xfrm>
          <a:prstGeom prst="rect">
            <a:avLst/>
          </a:prstGeom>
        </p:spPr>
      </p:pic>
    </p:spTree>
    <p:extLst>
      <p:ext uri="{BB962C8B-B14F-4D97-AF65-F5344CB8AC3E}">
        <p14:creationId xmlns:p14="http://schemas.microsoft.com/office/powerpoint/2010/main" val="152294103"/>
      </p:ext>
    </p:extLst>
  </p:cSld>
  <p:clrMapOvr>
    <a:masterClrMapping/>
  </p:clrMapOvr>
  <p:extLst>
    <p:ext uri="{6950BFC3-D8DA-4A85-94F7-54DA5524770B}">
      <p188:commentRel xmlns:p188="http://schemas.microsoft.com/office/powerpoint/2018/8/main" r:id="rId3"/>
    </p:ext>
  </p:extLs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B4618B-068F-D9A3-EE7B-AB3BC9926C49}"/>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A2679492-7988-4050-9056-542444452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224826DB-402D-5D25-2991-46790A918820}"/>
              </a:ext>
            </a:extLst>
          </p:cNvPr>
          <p:cNvSpPr>
            <a:spLocks noGrp="1"/>
          </p:cNvSpPr>
          <p:nvPr>
            <p:ph type="title"/>
          </p:nvPr>
        </p:nvSpPr>
        <p:spPr>
          <a:xfrm>
            <a:off x="6392584" y="501651"/>
            <a:ext cx="4434720" cy="1716255"/>
          </a:xfrm>
        </p:spPr>
        <p:txBody>
          <a:bodyPr anchor="b">
            <a:normAutofit/>
          </a:bodyPr>
          <a:lstStyle/>
          <a:p>
            <a:r>
              <a:rPr lang="en-US" sz="5600"/>
              <a:t>Gateway IPs</a:t>
            </a:r>
          </a:p>
        </p:txBody>
      </p:sp>
      <p:sp>
        <p:nvSpPr>
          <p:cNvPr id="15" name="Rectangle 14">
            <a:extLst>
              <a:ext uri="{FF2B5EF4-FFF2-40B4-BE49-F238E27FC236}">
                <a16:creationId xmlns:a16="http://schemas.microsoft.com/office/drawing/2014/main" id="{B5ABDEAA-B248-4182-B67C-A925338E77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008" y="252743"/>
            <a:ext cx="4739619" cy="304261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8" name="Picture 7" descr="A screenshot of a computer&#10;&#10;AI-generated content may be incorrect.">
            <a:extLst>
              <a:ext uri="{FF2B5EF4-FFF2-40B4-BE49-F238E27FC236}">
                <a16:creationId xmlns:a16="http://schemas.microsoft.com/office/drawing/2014/main" id="{4382FC7A-D550-1E88-0208-B823DF1C78D6}"/>
              </a:ext>
            </a:extLst>
          </p:cNvPr>
          <p:cNvPicPr>
            <a:picLocks noChangeAspect="1"/>
          </p:cNvPicPr>
          <p:nvPr/>
        </p:nvPicPr>
        <p:blipFill>
          <a:blip r:embed="rId3"/>
          <a:srcRect l="6888" t="21972" r="5780" b="50422"/>
          <a:stretch>
            <a:fillRect/>
          </a:stretch>
        </p:blipFill>
        <p:spPr>
          <a:xfrm>
            <a:off x="1351910" y="1393377"/>
            <a:ext cx="4281815" cy="761342"/>
          </a:xfrm>
          <a:prstGeom prst="rect">
            <a:avLst/>
          </a:prstGeom>
        </p:spPr>
      </p:pic>
      <p:sp>
        <p:nvSpPr>
          <p:cNvPr id="17" name="Rectangle 16">
            <a:extLst>
              <a:ext uri="{FF2B5EF4-FFF2-40B4-BE49-F238E27FC236}">
                <a16:creationId xmlns:a16="http://schemas.microsoft.com/office/drawing/2014/main" id="{B091B163-7D61-4891-ABCF-5C13D9C41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49" y="3548095"/>
            <a:ext cx="4739619" cy="304261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Content Placeholder 2">
            <a:extLst>
              <a:ext uri="{FF2B5EF4-FFF2-40B4-BE49-F238E27FC236}">
                <a16:creationId xmlns:a16="http://schemas.microsoft.com/office/drawing/2014/main" id="{3DD29EDF-B0CC-513B-5D34-FB9561777722}"/>
              </a:ext>
            </a:extLst>
          </p:cNvPr>
          <p:cNvSpPr>
            <a:spLocks noGrp="1"/>
          </p:cNvSpPr>
          <p:nvPr>
            <p:ph idx="1"/>
          </p:nvPr>
        </p:nvSpPr>
        <p:spPr>
          <a:xfrm>
            <a:off x="5920869" y="2689465"/>
            <a:ext cx="5378149" cy="3768483"/>
          </a:xfrm>
        </p:spPr>
        <p:txBody>
          <a:bodyPr vert="horz" lIns="91440" tIns="45720" rIns="91440" bIns="45720" rtlCol="0" anchor="t">
            <a:noAutofit/>
          </a:bodyPr>
          <a:lstStyle/>
          <a:p>
            <a:r>
              <a:rPr lang="en-US"/>
              <a:t>Connects your LAN to everything else</a:t>
            </a:r>
          </a:p>
          <a:p>
            <a:r>
              <a:rPr lang="en-US"/>
              <a:t>Inbound/Outbound traffic goes through the gateway first</a:t>
            </a:r>
          </a:p>
          <a:p>
            <a:r>
              <a:rPr lang="en-US"/>
              <a:t>No gateway = local traffic still works, but nothing further</a:t>
            </a:r>
          </a:p>
          <a:p>
            <a:r>
              <a:rPr lang="en-US"/>
              <a:t>Usually on a .1 subnet; 192.168.20.1 </a:t>
            </a:r>
          </a:p>
        </p:txBody>
      </p:sp>
      <p:pic>
        <p:nvPicPr>
          <p:cNvPr id="6" name="Picture 5" descr="A blue and yellow logo&#10;&#10;AI-generated content may be incorrect.">
            <a:extLst>
              <a:ext uri="{FF2B5EF4-FFF2-40B4-BE49-F238E27FC236}">
                <a16:creationId xmlns:a16="http://schemas.microsoft.com/office/drawing/2014/main" id="{2CE890B7-68C3-0D02-3223-F7C049E8AC40}"/>
              </a:ext>
            </a:extLst>
          </p:cNvPr>
          <p:cNvPicPr>
            <a:picLocks noChangeAspect="1"/>
          </p:cNvPicPr>
          <p:nvPr/>
        </p:nvPicPr>
        <p:blipFill>
          <a:blip r:embed="rId4"/>
          <a:stretch>
            <a:fillRect/>
          </a:stretch>
        </p:blipFill>
        <p:spPr>
          <a:xfrm>
            <a:off x="654351" y="4443185"/>
            <a:ext cx="4281815" cy="1252431"/>
          </a:xfrm>
          <a:prstGeom prst="rect">
            <a:avLst/>
          </a:prstGeom>
        </p:spPr>
      </p:pic>
      <p:cxnSp>
        <p:nvCxnSpPr>
          <p:cNvPr id="19" name="Straight Connector 18">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0394"/>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076392-97A8-3671-8468-B5209BF3B1E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6389911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E1BEB12-92AF-4445-98AD-4C7756E7C9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0522C2C-7B5C-48A7-A969-03941E5D2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9C682A1A-5B2D-4111-BBD6-620165633E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D6EE29F2-D77F-4BD0-A20B-334D316A1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22D09ED2-868F-42C6-866E-F92E0CEF31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47B47D3-89BB-A5AD-DEB2-E310349CD6E6}"/>
              </a:ext>
            </a:extLst>
          </p:cNvPr>
          <p:cNvSpPr>
            <a:spLocks noGrp="1"/>
          </p:cNvSpPr>
          <p:nvPr>
            <p:ph type="title"/>
          </p:nvPr>
        </p:nvSpPr>
        <p:spPr>
          <a:xfrm>
            <a:off x="4038600" y="1939159"/>
            <a:ext cx="7644627" cy="2751086"/>
          </a:xfrm>
        </p:spPr>
        <p:txBody>
          <a:bodyPr vert="horz" lIns="91440" tIns="45720" rIns="91440" bIns="45720" rtlCol="0" anchor="b">
            <a:normAutofit/>
          </a:bodyPr>
          <a:lstStyle/>
          <a:p>
            <a:pPr algn="ctr"/>
            <a:r>
              <a:rPr lang="en-US" kern="1200">
                <a:latin typeface="+mj-lt"/>
                <a:ea typeface="+mj-ea"/>
                <a:cs typeface="+mj-cs"/>
              </a:rPr>
              <a:t>Setting our own IPs</a:t>
            </a:r>
            <a:r>
              <a:rPr lang="en-US"/>
              <a:t> statically</a:t>
            </a:r>
            <a:br>
              <a:rPr lang="en-US" dirty="0"/>
            </a:br>
            <a:endParaRPr lang="en-US" sz="2000"/>
          </a:p>
        </p:txBody>
      </p:sp>
      <p:pic>
        <p:nvPicPr>
          <p:cNvPr id="6" name="Picture 5" descr="A blue and yellow logo&#10;&#10;AI-generated content may be incorrect.">
            <a:extLst>
              <a:ext uri="{FF2B5EF4-FFF2-40B4-BE49-F238E27FC236}">
                <a16:creationId xmlns:a16="http://schemas.microsoft.com/office/drawing/2014/main" id="{D15B45BC-4174-DEA2-B1D2-C0979DA066E7}"/>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4BD6320-A804-DF42-1BD9-605EDA6945D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40301214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4058607-0D15-2A94-FC7B-4AEAA3E862FE}"/>
              </a:ext>
            </a:extLst>
          </p:cNvPr>
          <p:cNvSpPr>
            <a:spLocks noGrp="1"/>
          </p:cNvSpPr>
          <p:nvPr>
            <p:ph type="body" sz="half" idx="2"/>
          </p:nvPr>
        </p:nvSpPr>
        <p:spPr>
          <a:xfrm>
            <a:off x="70531" y="10886"/>
            <a:ext cx="3932237" cy="5517016"/>
          </a:xfrm>
        </p:spPr>
        <p:txBody>
          <a:bodyPr vert="horz" lIns="91440" tIns="45720" rIns="91440" bIns="45720" rtlCol="0" anchor="t">
            <a:normAutofit/>
          </a:bodyPr>
          <a:lstStyle/>
          <a:p>
            <a:endParaRPr lang="en-US" dirty="0"/>
          </a:p>
          <a:p>
            <a:endParaRPr lang="en-US" dirty="0"/>
          </a:p>
        </p:txBody>
      </p:sp>
      <p:pic>
        <p:nvPicPr>
          <p:cNvPr id="7" name="Picture 6" descr="A screenshot of a computer&#10;&#10;AI-generated content may be incorrect.">
            <a:extLst>
              <a:ext uri="{FF2B5EF4-FFF2-40B4-BE49-F238E27FC236}">
                <a16:creationId xmlns:a16="http://schemas.microsoft.com/office/drawing/2014/main" id="{8FBD7911-FF79-B8DF-68BC-E451512C1AD5}"/>
              </a:ext>
            </a:extLst>
          </p:cNvPr>
          <p:cNvPicPr>
            <a:picLocks noChangeAspect="1"/>
          </p:cNvPicPr>
          <p:nvPr/>
        </p:nvPicPr>
        <p:blipFill>
          <a:blip r:embed="rId3"/>
          <a:srcRect t="7469" r="69974" b="73690"/>
          <a:stretch>
            <a:fillRect/>
          </a:stretch>
        </p:blipFill>
        <p:spPr>
          <a:xfrm>
            <a:off x="50800" y="2756183"/>
            <a:ext cx="9281393" cy="3254114"/>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3EB1DE3E-D8A7-94BA-87B4-1C86FA08B431}"/>
              </a:ext>
            </a:extLst>
          </p:cNvPr>
          <p:cNvPicPr>
            <a:picLocks noChangeAspect="1"/>
          </p:cNvPicPr>
          <p:nvPr/>
        </p:nvPicPr>
        <p:blipFill>
          <a:blip r:embed="rId4"/>
          <a:srcRect l="16629" t="64667" r="71506" b="33398"/>
          <a:stretch>
            <a:fillRect/>
          </a:stretch>
        </p:blipFill>
        <p:spPr>
          <a:xfrm>
            <a:off x="36285" y="5599"/>
            <a:ext cx="12192806" cy="2053991"/>
          </a:xfrm>
          <a:prstGeom prst="rect">
            <a:avLst/>
          </a:prstGeom>
        </p:spPr>
      </p:pic>
      <p:pic>
        <p:nvPicPr>
          <p:cNvPr id="9" name="Picture 8" descr="A blue and yellow logo&#10;&#10;AI-generated content may be incorrect.">
            <a:extLst>
              <a:ext uri="{FF2B5EF4-FFF2-40B4-BE49-F238E27FC236}">
                <a16:creationId xmlns:a16="http://schemas.microsoft.com/office/drawing/2014/main" id="{703D94AE-DAD7-F79C-5ACC-1B6C9AE9137A}"/>
              </a:ext>
            </a:extLst>
          </p:cNvPr>
          <p:cNvPicPr>
            <a:picLocks noChangeAspect="1"/>
          </p:cNvPicPr>
          <p:nvPr/>
        </p:nvPicPr>
        <p:blipFill>
          <a:blip r:embed="rId5"/>
          <a:srcRect r="-291" b="980"/>
          <a:stretch>
            <a:fillRect/>
          </a:stretch>
        </p:blipFill>
        <p:spPr>
          <a:xfrm>
            <a:off x="68262" y="6018439"/>
            <a:ext cx="2512357" cy="735667"/>
          </a:xfrm>
          <a:prstGeom prst="rect">
            <a:avLst/>
          </a:prstGeom>
        </p:spPr>
      </p:pic>
      <p:sp>
        <p:nvSpPr>
          <p:cNvPr id="4" name="TextBox 3">
            <a:extLst>
              <a:ext uri="{FF2B5EF4-FFF2-40B4-BE49-F238E27FC236}">
                <a16:creationId xmlns:a16="http://schemas.microsoft.com/office/drawing/2014/main" id="{6BF442A7-B952-A128-1D17-EB4939BB4F7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
        <p:nvSpPr>
          <p:cNvPr id="2" name="TextBox 1">
            <a:extLst>
              <a:ext uri="{FF2B5EF4-FFF2-40B4-BE49-F238E27FC236}">
                <a16:creationId xmlns:a16="http://schemas.microsoft.com/office/drawing/2014/main" id="{0B945086-3F0B-95DD-F2BC-FFEAA6D1FB3A}"/>
              </a:ext>
            </a:extLst>
          </p:cNvPr>
          <p:cNvSpPr txBox="1"/>
          <p:nvPr/>
        </p:nvSpPr>
        <p:spPr>
          <a:xfrm>
            <a:off x="-1627" y="2058901"/>
            <a:ext cx="1256937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800" b="1" err="1">
                <a:latin typeface="Consolas"/>
                <a:ea typeface="Calibri"/>
                <a:cs typeface="Calibri"/>
              </a:rPr>
              <a:t>sudo</a:t>
            </a:r>
            <a:r>
              <a:rPr lang="en-US" sz="4800" b="1" dirty="0">
                <a:latin typeface="Consolas"/>
                <a:ea typeface="Calibri"/>
                <a:cs typeface="Calibri"/>
              </a:rPr>
              <a:t> nano /</a:t>
            </a:r>
            <a:r>
              <a:rPr lang="en-US" sz="4800" b="1" err="1">
                <a:latin typeface="Consolas"/>
                <a:ea typeface="Calibri"/>
                <a:cs typeface="Calibri"/>
              </a:rPr>
              <a:t>etc</a:t>
            </a:r>
            <a:r>
              <a:rPr lang="en-US" sz="4800" b="1" dirty="0">
                <a:latin typeface="Consolas"/>
                <a:ea typeface="Calibri"/>
                <a:cs typeface="Calibri"/>
              </a:rPr>
              <a:t>/network/interfaces</a:t>
            </a:r>
            <a:endParaRPr lang="en-US" sz="4800" b="1">
              <a:latin typeface="Consolas"/>
            </a:endParaRPr>
          </a:p>
        </p:txBody>
      </p:sp>
    </p:spTree>
    <p:extLst>
      <p:ext uri="{BB962C8B-B14F-4D97-AF65-F5344CB8AC3E}">
        <p14:creationId xmlns:p14="http://schemas.microsoft.com/office/powerpoint/2010/main" val="899772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BDC2527E-9F4C-3C61-D91F-2F6EC3613733}"/>
              </a:ext>
            </a:extLst>
          </p:cNvPr>
          <p:cNvPicPr>
            <a:picLocks noChangeAspect="1"/>
          </p:cNvPicPr>
          <p:nvPr/>
        </p:nvPicPr>
        <p:blipFill>
          <a:blip r:embed="rId4"/>
          <a:srcRect l="-31" t="7862" r="68013" b="66850"/>
          <a:stretch>
            <a:fillRect/>
          </a:stretch>
        </p:blipFill>
        <p:spPr>
          <a:xfrm>
            <a:off x="6429436" y="1645452"/>
            <a:ext cx="5741943" cy="252239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0EB10793-92F0-5048-304E-B58E42BA5070}"/>
              </a:ext>
            </a:extLst>
          </p:cNvPr>
          <p:cNvPicPr>
            <a:picLocks noChangeAspect="1"/>
          </p:cNvPicPr>
          <p:nvPr/>
        </p:nvPicPr>
        <p:blipFill>
          <a:blip r:embed="rId5"/>
          <a:srcRect l="-29" t="7858" r="69108" b="73054"/>
          <a:stretch>
            <a:fillRect/>
          </a:stretch>
        </p:blipFill>
        <p:spPr>
          <a:xfrm>
            <a:off x="33780" y="1925173"/>
            <a:ext cx="5751313" cy="1956270"/>
          </a:xfrm>
          <a:prstGeom prst="rect">
            <a:avLst/>
          </a:prstGeom>
        </p:spPr>
      </p:pic>
      <p:sp>
        <p:nvSpPr>
          <p:cNvPr id="8" name="Arrow: Right 7">
            <a:extLst>
              <a:ext uri="{FF2B5EF4-FFF2-40B4-BE49-F238E27FC236}">
                <a16:creationId xmlns:a16="http://schemas.microsoft.com/office/drawing/2014/main" id="{B76AF6CE-0DC3-EE01-6F43-C471E9B7BBC9}"/>
              </a:ext>
            </a:extLst>
          </p:cNvPr>
          <p:cNvSpPr/>
          <p:nvPr/>
        </p:nvSpPr>
        <p:spPr>
          <a:xfrm>
            <a:off x="5779984" y="2717469"/>
            <a:ext cx="644582" cy="375774"/>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screenshot of a computer&#10;&#10;AI-generated content may be incorrect.">
            <a:extLst>
              <a:ext uri="{FF2B5EF4-FFF2-40B4-BE49-F238E27FC236}">
                <a16:creationId xmlns:a16="http://schemas.microsoft.com/office/drawing/2014/main" id="{6669F5A9-5B1A-9EBB-EBF1-78B5AD8302EC}"/>
              </a:ext>
            </a:extLst>
          </p:cNvPr>
          <p:cNvPicPr>
            <a:picLocks noChangeAspect="1"/>
          </p:cNvPicPr>
          <p:nvPr/>
        </p:nvPicPr>
        <p:blipFill>
          <a:blip r:embed="rId6"/>
          <a:srcRect l="5969" t="7437" r="6459" b="83915"/>
          <a:stretch>
            <a:fillRect/>
          </a:stretch>
        </p:blipFill>
        <p:spPr>
          <a:xfrm>
            <a:off x="1143215" y="103651"/>
            <a:ext cx="9912888" cy="1246182"/>
          </a:xfrm>
          <a:prstGeom prst="rect">
            <a:avLst/>
          </a:prstGeom>
        </p:spPr>
      </p:pic>
      <p:pic>
        <p:nvPicPr>
          <p:cNvPr id="15" name="Picture 14" descr="A blue and yellow logo&#10;&#10;AI-generated content may be incorrect.">
            <a:extLst>
              <a:ext uri="{FF2B5EF4-FFF2-40B4-BE49-F238E27FC236}">
                <a16:creationId xmlns:a16="http://schemas.microsoft.com/office/drawing/2014/main" id="{C7EE399F-389D-1D1F-D2F9-14F107A90583}"/>
              </a:ext>
            </a:extLst>
          </p:cNvPr>
          <p:cNvPicPr>
            <a:picLocks noChangeAspect="1"/>
          </p:cNvPicPr>
          <p:nvPr/>
        </p:nvPicPr>
        <p:blipFill>
          <a:blip r:embed="rId7"/>
          <a:stretch>
            <a:fillRect/>
          </a:stretch>
        </p:blipFill>
        <p:spPr>
          <a:xfrm>
            <a:off x="31750" y="6390592"/>
            <a:ext cx="1460501" cy="441327"/>
          </a:xfrm>
          <a:prstGeom prst="rect">
            <a:avLst/>
          </a:prstGeom>
        </p:spPr>
      </p:pic>
      <p:sp>
        <p:nvSpPr>
          <p:cNvPr id="4" name="TextBox 3">
            <a:extLst>
              <a:ext uri="{FF2B5EF4-FFF2-40B4-BE49-F238E27FC236}">
                <a16:creationId xmlns:a16="http://schemas.microsoft.com/office/drawing/2014/main" id="{431BA9B5-AF14-07A3-E011-B6743AAEE1E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
        <p:nvSpPr>
          <p:cNvPr id="2" name="TextBox 1">
            <a:extLst>
              <a:ext uri="{FF2B5EF4-FFF2-40B4-BE49-F238E27FC236}">
                <a16:creationId xmlns:a16="http://schemas.microsoft.com/office/drawing/2014/main" id="{D0D66A92-2A36-E250-A3F5-984BA7E33768}"/>
              </a:ext>
            </a:extLst>
          </p:cNvPr>
          <p:cNvSpPr txBox="1"/>
          <p:nvPr/>
        </p:nvSpPr>
        <p:spPr>
          <a:xfrm>
            <a:off x="-37787" y="4163472"/>
            <a:ext cx="12206513"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dirty="0"/>
              <a:t>Raise your hand once it is typed I will check your file</a:t>
            </a:r>
          </a:p>
          <a:p>
            <a:r>
              <a:rPr lang="en-US" sz="3200" dirty="0"/>
              <a:t>To exit and save, type: "</a:t>
            </a:r>
            <a:r>
              <a:rPr lang="en-US" sz="3200" b="1" dirty="0" err="1"/>
              <a:t>Ctrl+X</a:t>
            </a:r>
            <a:r>
              <a:rPr lang="en-US" sz="3200" dirty="0"/>
              <a:t>" -&gt;"</a:t>
            </a:r>
            <a:r>
              <a:rPr lang="en-US" sz="3200" b="1" dirty="0"/>
              <a:t>y</a:t>
            </a:r>
            <a:r>
              <a:rPr lang="en-US" sz="3200" dirty="0"/>
              <a:t>" -&gt;"</a:t>
            </a:r>
            <a:r>
              <a:rPr lang="en-US" sz="3200" b="1" dirty="0"/>
              <a:t>enter</a:t>
            </a:r>
            <a:r>
              <a:rPr lang="en-US" sz="3200" dirty="0"/>
              <a:t>" button </a:t>
            </a:r>
          </a:p>
          <a:p>
            <a:r>
              <a:rPr lang="en-US" sz="3200" dirty="0"/>
              <a:t>Type: </a:t>
            </a:r>
            <a:r>
              <a:rPr lang="en-US" sz="3200" b="1" dirty="0" err="1"/>
              <a:t>sudo</a:t>
            </a:r>
            <a:r>
              <a:rPr lang="en-US" sz="3200" b="1" dirty="0"/>
              <a:t> </a:t>
            </a:r>
            <a:r>
              <a:rPr lang="en-US" sz="3200" b="1" dirty="0" err="1"/>
              <a:t>systemctl</a:t>
            </a:r>
            <a:r>
              <a:rPr lang="en-US" sz="3200" b="1" dirty="0"/>
              <a:t> restart networking</a:t>
            </a:r>
          </a:p>
          <a:p>
            <a:r>
              <a:rPr lang="en-US" sz="3200" dirty="0"/>
              <a:t>Type </a:t>
            </a:r>
            <a:r>
              <a:rPr lang="en-US" sz="3200" b="1" dirty="0" err="1"/>
              <a:t>ip</a:t>
            </a:r>
            <a:r>
              <a:rPr lang="en-US" sz="3200" b="1" dirty="0"/>
              <a:t> a</a:t>
            </a:r>
            <a:br>
              <a:rPr lang="en-US" sz="3200" b="1" dirty="0"/>
            </a:br>
            <a:endParaRPr lang="en-US" sz="3200" b="1" dirty="0"/>
          </a:p>
        </p:txBody>
      </p:sp>
    </p:spTree>
    <p:extLst>
      <p:ext uri="{BB962C8B-B14F-4D97-AF65-F5344CB8AC3E}">
        <p14:creationId xmlns:p14="http://schemas.microsoft.com/office/powerpoint/2010/main" val="4240198287"/>
      </p:ext>
    </p:extLst>
  </p:cSld>
  <p:clrMapOvr>
    <a:masterClrMapping/>
  </p:clrMapOvr>
  <p:extLst>
    <p:ext uri="{6950BFC3-D8DA-4A85-94F7-54DA5524770B}">
      <p188:commentRel xmlns:p188="http://schemas.microsoft.com/office/powerpoint/2018/8/main" r:id="rId3"/>
    </p:ext>
  </p:extLs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 name="Rectangle 7">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C8EF98-04C7-EC8F-A3F8-1C106419589B}"/>
              </a:ext>
            </a:extLst>
          </p:cNvPr>
          <p:cNvSpPr>
            <a:spLocks noGrp="1"/>
          </p:cNvSpPr>
          <p:nvPr>
            <p:ph type="title"/>
          </p:nvPr>
        </p:nvSpPr>
        <p:spPr>
          <a:xfrm>
            <a:off x="1057025" y="922644"/>
            <a:ext cx="5040285" cy="1169585"/>
          </a:xfrm>
        </p:spPr>
        <p:txBody>
          <a:bodyPr anchor="b">
            <a:normAutofit/>
          </a:bodyPr>
          <a:lstStyle/>
          <a:p>
            <a:r>
              <a:rPr lang="en-US" sz="3700"/>
              <a:t>DHCP (Dynamic Host Configuration Protocol)</a:t>
            </a:r>
          </a:p>
        </p:txBody>
      </p:sp>
      <p:sp>
        <p:nvSpPr>
          <p:cNvPr id="19" name="Rectangle 1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BD2457F-F86E-C5C7-FD89-7A82449AA193}"/>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400"/>
              <a:t>Restaurant waiter giving you a table</a:t>
            </a:r>
          </a:p>
          <a:p>
            <a:r>
              <a:rPr lang="en-US" sz="2400"/>
              <a:t>DHCP is how a device automatically gets an IP address</a:t>
            </a:r>
          </a:p>
          <a:p>
            <a:r>
              <a:rPr lang="en-US" sz="2400"/>
              <a:t>Without the address, information doesn't know where to go</a:t>
            </a:r>
          </a:p>
          <a:p>
            <a:r>
              <a:rPr lang="en-US" sz="2400"/>
              <a:t>Range, Lease</a:t>
            </a:r>
          </a:p>
          <a:p>
            <a:r>
              <a:rPr lang="en-US" sz="2400"/>
              <a:t>DHCP Address collision</a:t>
            </a:r>
          </a:p>
        </p:txBody>
      </p:sp>
      <p:pic>
        <p:nvPicPr>
          <p:cNvPr id="6" name="Picture 5" descr="A diagram of a device&#10;&#10;AI-generated content may be incorrect.">
            <a:extLst>
              <a:ext uri="{FF2B5EF4-FFF2-40B4-BE49-F238E27FC236}">
                <a16:creationId xmlns:a16="http://schemas.microsoft.com/office/drawing/2014/main" id="{0A520194-A33F-AD70-2E37-E46E1CF6A5E0}"/>
              </a:ext>
            </a:extLst>
          </p:cNvPr>
          <p:cNvPicPr>
            <a:picLocks noChangeAspect="1"/>
          </p:cNvPicPr>
          <p:nvPr/>
        </p:nvPicPr>
        <p:blipFill>
          <a:blip r:embed="rId4"/>
          <a:stretch>
            <a:fillRect/>
          </a:stretch>
        </p:blipFill>
        <p:spPr>
          <a:xfrm>
            <a:off x="6945568" y="926686"/>
            <a:ext cx="4347775" cy="3539115"/>
          </a:xfrm>
          <a:prstGeom prst="rect">
            <a:avLst/>
          </a:prstGeom>
        </p:spPr>
      </p:pic>
      <p:pic>
        <p:nvPicPr>
          <p:cNvPr id="5" name="Picture 4" descr="A blue and yellow logo&#10;&#10;AI-generated content may be incorrect.">
            <a:extLst>
              <a:ext uri="{FF2B5EF4-FFF2-40B4-BE49-F238E27FC236}">
                <a16:creationId xmlns:a16="http://schemas.microsoft.com/office/drawing/2014/main" id="{6C55E622-E535-622F-7559-79CFA552E5FB}"/>
              </a:ext>
            </a:extLst>
          </p:cNvPr>
          <p:cNvPicPr>
            <a:picLocks noChangeAspect="1"/>
          </p:cNvPicPr>
          <p:nvPr/>
        </p:nvPicPr>
        <p:blipFill>
          <a:blip r:embed="rId5"/>
          <a:stretch>
            <a:fillRect/>
          </a:stretch>
        </p:blipFill>
        <p:spPr>
          <a:xfrm>
            <a:off x="6946667" y="4463238"/>
            <a:ext cx="4389120" cy="1283817"/>
          </a:xfrm>
          <a:prstGeom prst="rect">
            <a:avLst/>
          </a:prstGeom>
        </p:spPr>
      </p:pic>
      <p:sp>
        <p:nvSpPr>
          <p:cNvPr id="7" name="TextBox 6">
            <a:extLst>
              <a:ext uri="{FF2B5EF4-FFF2-40B4-BE49-F238E27FC236}">
                <a16:creationId xmlns:a16="http://schemas.microsoft.com/office/drawing/2014/main" id="{74C59F07-CA07-9040-BD32-7FB31E29106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74994828"/>
      </p:ext>
    </p:extLst>
  </p:cSld>
  <p:clrMapOvr>
    <a:masterClrMapping/>
  </p:clrMapOvr>
  <p:extLst>
    <p:ext uri="{6950BFC3-D8DA-4A85-94F7-54DA5524770B}">
      <p188:commentRel xmlns:p188="http://schemas.microsoft.com/office/powerpoint/2018/8/main" r:id="rId3"/>
    </p:ext>
  </p:extLs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565F49A-445E-0027-F447-8A7430D56BCA}"/>
              </a:ext>
            </a:extLst>
          </p:cNvPr>
          <p:cNvPicPr>
            <a:picLocks noChangeAspect="1"/>
          </p:cNvPicPr>
          <p:nvPr/>
        </p:nvPicPr>
        <p:blipFill>
          <a:blip r:embed="rId2"/>
          <a:stretch>
            <a:fillRect/>
          </a:stretch>
        </p:blipFill>
        <p:spPr>
          <a:xfrm>
            <a:off x="1289303" y="1119116"/>
            <a:ext cx="7567981" cy="2213635"/>
          </a:xfrm>
          <a:prstGeom prst="rect">
            <a:avLst/>
          </a:prstGeom>
        </p:spPr>
      </p:pic>
      <p:sp>
        <p:nvSpPr>
          <p:cNvPr id="12" name="Right Triangle 1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AC1B2A-490A-B82E-E897-EB9C923B23DC}"/>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5600" kern="1200" dirty="0">
                <a:latin typeface="+mj-lt"/>
                <a:ea typeface="+mj-ea"/>
                <a:cs typeface="+mj-cs"/>
              </a:rPr>
              <a:t>DHCP Ranges </a:t>
            </a:r>
            <a:r>
              <a:rPr lang="en-US" sz="5600" dirty="0"/>
              <a:t>Visual -</a:t>
            </a:r>
            <a:r>
              <a:rPr lang="en-US" sz="5600" kern="1200" dirty="0">
                <a:latin typeface="+mj-lt"/>
                <a:ea typeface="+mj-ea"/>
                <a:cs typeface="+mj-cs"/>
              </a:rPr>
              <a:t> </a:t>
            </a:r>
            <a:r>
              <a:rPr lang="en-US" sz="5600" kern="1200" dirty="0" err="1">
                <a:latin typeface="+mj-lt"/>
                <a:ea typeface="+mj-ea"/>
                <a:cs typeface="+mj-cs"/>
              </a:rPr>
              <a:t>GLiNet</a:t>
            </a:r>
            <a:endParaRPr lang="en-US" sz="5600" kern="1200" dirty="0">
              <a:latin typeface="+mj-lt"/>
            </a:endParaRPr>
          </a:p>
        </p:txBody>
      </p:sp>
      <p:sp>
        <p:nvSpPr>
          <p:cNvPr id="7" name="TextBox 6">
            <a:extLst>
              <a:ext uri="{FF2B5EF4-FFF2-40B4-BE49-F238E27FC236}">
                <a16:creationId xmlns:a16="http://schemas.microsoft.com/office/drawing/2014/main" id="{34CDBEDD-945B-33DE-D4E8-A504C54C021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6754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3C5F79-FA2C-BE66-7D64-991B2C04882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68F5B5F-92EC-3790-5BBB-8557660680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287BD5CB-8ACC-C0FF-AF92-1D81A1B107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F7A61788-EBCE-EDCF-EF08-F6920D481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AAC93AF1-8671-ADEB-EB58-EBB10FA0C0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224B923E-44DF-BCBA-3A4B-8D2811ADEA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4E64C5-E238-0374-BF44-17513D240739}"/>
              </a:ext>
            </a:extLst>
          </p:cNvPr>
          <p:cNvSpPr>
            <a:spLocks noGrp="1"/>
          </p:cNvSpPr>
          <p:nvPr>
            <p:ph type="title"/>
          </p:nvPr>
        </p:nvSpPr>
        <p:spPr>
          <a:xfrm>
            <a:off x="4379685" y="3992931"/>
            <a:ext cx="7644627" cy="2751086"/>
          </a:xfrm>
        </p:spPr>
        <p:txBody>
          <a:bodyPr vert="horz" lIns="91440" tIns="45720" rIns="91440" bIns="45720" rtlCol="0" anchor="b">
            <a:normAutofit fontScale="90000"/>
          </a:bodyPr>
          <a:lstStyle/>
          <a:p>
            <a:r>
              <a:rPr lang="en-US"/>
              <a:t>Why may we want a DHCP address instead of statically assigning each device?</a:t>
            </a:r>
          </a:p>
          <a:p>
            <a:endParaRPr lang="en-US" dirty="0"/>
          </a:p>
          <a:p>
            <a:pPr algn="r"/>
            <a:endParaRPr lang="en-US" kern="1200" dirty="0">
              <a:latin typeface="+mj-lt"/>
            </a:endParaRPr>
          </a:p>
        </p:txBody>
      </p:sp>
      <p:pic>
        <p:nvPicPr>
          <p:cNvPr id="6" name="Picture 5" descr="A blue and yellow logo&#10;&#10;AI-generated content may be incorrect.">
            <a:extLst>
              <a:ext uri="{FF2B5EF4-FFF2-40B4-BE49-F238E27FC236}">
                <a16:creationId xmlns:a16="http://schemas.microsoft.com/office/drawing/2014/main" id="{4986EFB4-DDDB-57CC-12B5-78334046FF35}"/>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9C7EC72-EFF0-C62A-A8AE-A0B47B1F26D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768889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1ACBC9-870E-2DB8-EC9A-C344D61CA3D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5EB12D8-15D1-F43B-B380-8F9D4A6871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8B984D7-1F58-E186-2AC8-2616B88C54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E453D9CD-B1F1-0229-7295-7F33E18198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23AB6452-FAE2-745A-B1E0-08C02B648D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56E5730B-115A-0688-9634-D4EC5BCCBA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E64BDC2-AA7D-D826-8373-5130F106002F}"/>
              </a:ext>
            </a:extLst>
          </p:cNvPr>
          <p:cNvSpPr>
            <a:spLocks noGrp="1"/>
          </p:cNvSpPr>
          <p:nvPr>
            <p:ph type="title"/>
          </p:nvPr>
        </p:nvSpPr>
        <p:spPr>
          <a:xfrm>
            <a:off x="4365171" y="3426874"/>
            <a:ext cx="7644627" cy="2751086"/>
          </a:xfrm>
        </p:spPr>
        <p:txBody>
          <a:bodyPr vert="horz" lIns="91440" tIns="45720" rIns="91440" bIns="45720" rtlCol="0" anchor="b">
            <a:normAutofit/>
          </a:bodyPr>
          <a:lstStyle/>
          <a:p>
            <a:r>
              <a:rPr lang="en-US" dirty="0"/>
              <a:t>Changing back to a </a:t>
            </a:r>
            <a:r>
              <a:rPr lang="en-US"/>
              <a:t>DHCP address</a:t>
            </a:r>
          </a:p>
          <a:p>
            <a:endParaRPr lang="en-US" dirty="0"/>
          </a:p>
          <a:p>
            <a:pPr algn="r"/>
            <a:endParaRPr lang="en-US" kern="1200" dirty="0">
              <a:latin typeface="+mj-lt"/>
            </a:endParaRPr>
          </a:p>
        </p:txBody>
      </p:sp>
      <p:pic>
        <p:nvPicPr>
          <p:cNvPr id="6" name="Picture 5" descr="A blue and yellow logo&#10;&#10;AI-generated content may be incorrect.">
            <a:extLst>
              <a:ext uri="{FF2B5EF4-FFF2-40B4-BE49-F238E27FC236}">
                <a16:creationId xmlns:a16="http://schemas.microsoft.com/office/drawing/2014/main" id="{2FC9FB15-24BB-97A5-AFA0-CC5A75EB2137}"/>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4C4A0B6-113E-6DA8-CE0F-3A8682576B6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2071110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3BE9C0-0D51-26AA-A858-218CD3B92507}"/>
            </a:ext>
          </a:extLst>
        </p:cNvPr>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0CDCDB2B-0CF3-29F7-4C50-4CF263785A10}"/>
              </a:ext>
            </a:extLst>
          </p:cNvPr>
          <p:cNvPicPr>
            <a:picLocks noChangeAspect="1"/>
          </p:cNvPicPr>
          <p:nvPr/>
        </p:nvPicPr>
        <p:blipFill>
          <a:blip r:embed="rId3"/>
          <a:srcRect l="-31" t="7862" r="68013" b="66850"/>
          <a:stretch>
            <a:fillRect/>
          </a:stretch>
        </p:blipFill>
        <p:spPr>
          <a:xfrm>
            <a:off x="43150" y="1645452"/>
            <a:ext cx="5741943" cy="252239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98CBD927-95BD-C8F6-75A4-D62AAE310513}"/>
              </a:ext>
            </a:extLst>
          </p:cNvPr>
          <p:cNvPicPr>
            <a:picLocks noChangeAspect="1"/>
          </p:cNvPicPr>
          <p:nvPr/>
        </p:nvPicPr>
        <p:blipFill>
          <a:blip r:embed="rId4"/>
          <a:srcRect l="-29" t="7858" r="69108" b="73054"/>
          <a:stretch>
            <a:fillRect/>
          </a:stretch>
        </p:blipFill>
        <p:spPr>
          <a:xfrm>
            <a:off x="6565208" y="1925173"/>
            <a:ext cx="5751313" cy="1956270"/>
          </a:xfrm>
          <a:prstGeom prst="rect">
            <a:avLst/>
          </a:prstGeom>
        </p:spPr>
      </p:pic>
      <p:sp>
        <p:nvSpPr>
          <p:cNvPr id="8" name="Arrow: Right 7">
            <a:extLst>
              <a:ext uri="{FF2B5EF4-FFF2-40B4-BE49-F238E27FC236}">
                <a16:creationId xmlns:a16="http://schemas.microsoft.com/office/drawing/2014/main" id="{263D5E93-BF27-A324-9D5B-E6FA62D88A87}"/>
              </a:ext>
            </a:extLst>
          </p:cNvPr>
          <p:cNvSpPr/>
          <p:nvPr/>
        </p:nvSpPr>
        <p:spPr>
          <a:xfrm>
            <a:off x="5779984" y="2717469"/>
            <a:ext cx="644582" cy="375774"/>
          </a:xfrm>
          <a:prstGeom prst="rightArrow">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and yellow logo&#10;&#10;AI-generated content may be incorrect.">
            <a:extLst>
              <a:ext uri="{FF2B5EF4-FFF2-40B4-BE49-F238E27FC236}">
                <a16:creationId xmlns:a16="http://schemas.microsoft.com/office/drawing/2014/main" id="{0AEFACE4-B443-194F-B5D8-B09DE7DDAA80}"/>
              </a:ext>
            </a:extLst>
          </p:cNvPr>
          <p:cNvPicPr>
            <a:picLocks noChangeAspect="1"/>
          </p:cNvPicPr>
          <p:nvPr/>
        </p:nvPicPr>
        <p:blipFill>
          <a:blip r:embed="rId5"/>
          <a:stretch>
            <a:fillRect/>
          </a:stretch>
        </p:blipFill>
        <p:spPr>
          <a:xfrm>
            <a:off x="17236" y="6426879"/>
            <a:ext cx="1525815" cy="434069"/>
          </a:xfrm>
          <a:prstGeom prst="rect">
            <a:avLst/>
          </a:prstGeom>
        </p:spPr>
      </p:pic>
      <p:sp>
        <p:nvSpPr>
          <p:cNvPr id="4" name="TextBox 3">
            <a:extLst>
              <a:ext uri="{FF2B5EF4-FFF2-40B4-BE49-F238E27FC236}">
                <a16:creationId xmlns:a16="http://schemas.microsoft.com/office/drawing/2014/main" id="{F1EEC995-E9AA-2953-8CCC-FF9E6A51537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
        <p:nvSpPr>
          <p:cNvPr id="2" name="TextBox 1">
            <a:extLst>
              <a:ext uri="{FF2B5EF4-FFF2-40B4-BE49-F238E27FC236}">
                <a16:creationId xmlns:a16="http://schemas.microsoft.com/office/drawing/2014/main" id="{2D6408C7-1F1D-38B1-9302-B86FDCABF537}"/>
              </a:ext>
            </a:extLst>
          </p:cNvPr>
          <p:cNvSpPr txBox="1"/>
          <p:nvPr/>
        </p:nvSpPr>
        <p:spPr>
          <a:xfrm>
            <a:off x="-30530" y="4453758"/>
            <a:ext cx="12206513" cy="31700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dirty="0"/>
              <a:t>Raise your hand once it is typed I will check your file</a:t>
            </a:r>
          </a:p>
          <a:p>
            <a:r>
              <a:rPr lang="en-US" sz="3200" dirty="0"/>
              <a:t>To exit and save, type: "</a:t>
            </a:r>
            <a:r>
              <a:rPr lang="en-US" sz="3200" b="1" dirty="0" err="1"/>
              <a:t>Ctrl+X</a:t>
            </a:r>
            <a:r>
              <a:rPr lang="en-US" sz="3200" dirty="0"/>
              <a:t>" -&gt;"</a:t>
            </a:r>
            <a:r>
              <a:rPr lang="en-US" sz="3200" b="1" dirty="0"/>
              <a:t>y</a:t>
            </a:r>
            <a:r>
              <a:rPr lang="en-US" sz="3200" dirty="0"/>
              <a:t>" -&gt;"</a:t>
            </a:r>
            <a:r>
              <a:rPr lang="en-US" sz="3200" b="1" dirty="0"/>
              <a:t>enter</a:t>
            </a:r>
            <a:r>
              <a:rPr lang="en-US" sz="3200" dirty="0"/>
              <a:t>" button </a:t>
            </a:r>
          </a:p>
          <a:p>
            <a:r>
              <a:rPr lang="en-US" sz="3200" dirty="0"/>
              <a:t>Type: </a:t>
            </a:r>
            <a:r>
              <a:rPr lang="en-US" sz="3200" b="1" dirty="0" err="1"/>
              <a:t>sudo</a:t>
            </a:r>
            <a:r>
              <a:rPr lang="en-US" sz="3200" b="1" dirty="0"/>
              <a:t> </a:t>
            </a:r>
            <a:r>
              <a:rPr lang="en-US" sz="3200" b="1" dirty="0" err="1"/>
              <a:t>systemctl</a:t>
            </a:r>
            <a:r>
              <a:rPr lang="en-US" sz="3200" b="1" dirty="0"/>
              <a:t> restart networking</a:t>
            </a:r>
            <a:endParaRPr lang="en-US" sz="3200" dirty="0"/>
          </a:p>
          <a:p>
            <a:r>
              <a:rPr lang="en-US" sz="3200" dirty="0"/>
              <a:t>Type </a:t>
            </a:r>
            <a:r>
              <a:rPr lang="en-US" sz="3200" b="1" dirty="0" err="1"/>
              <a:t>ip</a:t>
            </a:r>
            <a:r>
              <a:rPr lang="en-US" sz="3200" b="1" dirty="0"/>
              <a:t> a</a:t>
            </a:r>
            <a:br>
              <a:rPr lang="en-US" sz="3200" b="1" dirty="0"/>
            </a:br>
            <a:endParaRPr lang="en-US" sz="3200"/>
          </a:p>
          <a:p>
            <a:endParaRPr lang="en-US" sz="4000" dirty="0"/>
          </a:p>
        </p:txBody>
      </p:sp>
    </p:spTree>
    <p:extLst>
      <p:ext uri="{BB962C8B-B14F-4D97-AF65-F5344CB8AC3E}">
        <p14:creationId xmlns:p14="http://schemas.microsoft.com/office/powerpoint/2010/main" val="112532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0567E72-AB05-2F0D-4448-AECE65ABF1D1}"/>
              </a:ext>
            </a:extLst>
          </p:cNvPr>
          <p:cNvSpPr>
            <a:spLocks noGrp="1"/>
          </p:cNvSpPr>
          <p:nvPr>
            <p:ph type="title"/>
          </p:nvPr>
        </p:nvSpPr>
        <p:spPr>
          <a:xfrm>
            <a:off x="1127208" y="857251"/>
            <a:ext cx="4747280" cy="3098061"/>
          </a:xfrm>
        </p:spPr>
        <p:txBody>
          <a:bodyPr vert="horz" lIns="91440" tIns="45720" rIns="91440" bIns="45720" rtlCol="0" anchor="b">
            <a:normAutofit/>
          </a:bodyPr>
          <a:lstStyle/>
          <a:p>
            <a:r>
              <a:rPr lang="en-US" sz="4100" kern="1200">
                <a:solidFill>
                  <a:srgbClr val="FFFFFF"/>
                </a:solidFill>
                <a:latin typeface="+mj-lt"/>
                <a:ea typeface="+mj-ea"/>
                <a:cs typeface="+mj-cs"/>
              </a:rPr>
              <a:t>If DHCP randomly assigns an IP from within a range, why is it the same as before?</a:t>
            </a:r>
          </a:p>
        </p:txBody>
      </p:sp>
      <p:sp>
        <p:nvSpPr>
          <p:cNvPr id="18" name="Rectangle 17">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460F607C-8221-9F20-2278-85581C0C755F}"/>
              </a:ext>
            </a:extLst>
          </p:cNvPr>
          <p:cNvPicPr>
            <a:picLocks noChangeAspect="1"/>
          </p:cNvPicPr>
          <p:nvPr/>
        </p:nvPicPr>
        <p:blipFill>
          <a:blip r:embed="rId3"/>
          <a:stretch>
            <a:fillRect/>
          </a:stretch>
        </p:blipFill>
        <p:spPr>
          <a:xfrm>
            <a:off x="6920559" y="2889583"/>
            <a:ext cx="3737164" cy="1093120"/>
          </a:xfrm>
          <a:prstGeom prst="rect">
            <a:avLst/>
          </a:prstGeom>
        </p:spPr>
      </p:pic>
      <p:sp>
        <p:nvSpPr>
          <p:cNvPr id="4" name="TextBox 3">
            <a:extLst>
              <a:ext uri="{FF2B5EF4-FFF2-40B4-BE49-F238E27FC236}">
                <a16:creationId xmlns:a16="http://schemas.microsoft.com/office/drawing/2014/main" id="{D4B8596E-9833-4336-1063-62CC8ADCDD5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199264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6D38EF-D615-F773-A746-43EB04F9F5E0}"/>
              </a:ext>
            </a:extLst>
          </p:cNvPr>
          <p:cNvSpPr>
            <a:spLocks noGrp="1"/>
          </p:cNvSpPr>
          <p:nvPr>
            <p:ph type="title"/>
          </p:nvPr>
        </p:nvSpPr>
        <p:spPr>
          <a:xfrm>
            <a:off x="793662" y="386930"/>
            <a:ext cx="10066122" cy="1298448"/>
          </a:xfrm>
        </p:spPr>
        <p:txBody>
          <a:bodyPr anchor="b">
            <a:normAutofit/>
          </a:bodyPr>
          <a:lstStyle/>
          <a:p>
            <a:r>
              <a:rPr lang="en-US" sz="4800"/>
              <a:t>Explanation...</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A1C0F5FD-1687-6240-19EC-DCF690163876}"/>
              </a:ext>
            </a:extLst>
          </p:cNvPr>
          <p:cNvPicPr>
            <a:picLocks noChangeAspect="1"/>
          </p:cNvPicPr>
          <p:nvPr/>
        </p:nvPicPr>
        <p:blipFill>
          <a:blip r:embed="rId3"/>
          <a:stretch>
            <a:fillRect/>
          </a:stretch>
        </p:blipFill>
        <p:spPr>
          <a:xfrm>
            <a:off x="5911532" y="3588149"/>
            <a:ext cx="5150277" cy="1506456"/>
          </a:xfrm>
          <a:prstGeom prst="rect">
            <a:avLst/>
          </a:prstGeom>
        </p:spPr>
      </p:pic>
      <p:sp>
        <p:nvSpPr>
          <p:cNvPr id="23" name="Rectangle 2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ext Placeholder 2">
            <a:extLst>
              <a:ext uri="{FF2B5EF4-FFF2-40B4-BE49-F238E27FC236}">
                <a16:creationId xmlns:a16="http://schemas.microsoft.com/office/drawing/2014/main" id="{4B14E945-A0CA-2ED6-1ABD-C7516BEC9756}"/>
              </a:ext>
            </a:extLst>
          </p:cNvPr>
          <p:cNvGraphicFramePr>
            <a:graphicFrameLocks noGrp="1"/>
          </p:cNvGraphicFramePr>
          <p:nvPr>
            <p:ph idx="1"/>
            <p:extLst>
              <p:ext uri="{D42A27DB-BD31-4B8C-83A1-F6EECF244321}">
                <p14:modId xmlns:p14="http://schemas.microsoft.com/office/powerpoint/2010/main" val="68050918"/>
              </p:ext>
            </p:extLst>
          </p:nvPr>
        </p:nvGraphicFramePr>
        <p:xfrm>
          <a:off x="249376" y="2287452"/>
          <a:ext cx="5075183" cy="395150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997205FD-C0E1-6C88-DDDE-818A7477CC5A}"/>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11742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9B3288-1718-2FD4-3E09-B0B72D6129E9}"/>
              </a:ext>
            </a:extLst>
          </p:cNvPr>
          <p:cNvSpPr>
            <a:spLocks noGrp="1"/>
          </p:cNvSpPr>
          <p:nvPr>
            <p:ph type="title"/>
          </p:nvPr>
        </p:nvSpPr>
        <p:spPr>
          <a:xfrm>
            <a:off x="1057025" y="922644"/>
            <a:ext cx="5040285" cy="1169585"/>
          </a:xfrm>
        </p:spPr>
        <p:txBody>
          <a:bodyPr anchor="b">
            <a:normAutofit fontScale="90000"/>
          </a:bodyPr>
          <a:lstStyle/>
          <a:p>
            <a:r>
              <a:rPr lang="en-US" sz="4000"/>
              <a:t>MAC (Media Access Control) Address</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
            <a:extLst>
              <a:ext uri="{FF2B5EF4-FFF2-40B4-BE49-F238E27FC236}">
                <a16:creationId xmlns:a16="http://schemas.microsoft.com/office/drawing/2014/main" id="{F94DAAA1-15D9-C510-52B8-30331A1091EC}"/>
              </a:ext>
            </a:extLst>
          </p:cNvPr>
          <p:cNvGraphicFramePr>
            <a:graphicFrameLocks noGrp="1"/>
          </p:cNvGraphicFramePr>
          <p:nvPr>
            <p:ph idx="1"/>
          </p:nvPr>
        </p:nvGraphicFramePr>
        <p:xfrm>
          <a:off x="1055715" y="2508105"/>
          <a:ext cx="5040285" cy="36324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a:extLst>
              <a:ext uri="{FF2B5EF4-FFF2-40B4-BE49-F238E27FC236}">
                <a16:creationId xmlns:a16="http://schemas.microsoft.com/office/drawing/2014/main" id="{DB684E97-B960-ABF6-C1C3-0888EADEB40E}"/>
              </a:ext>
            </a:extLst>
          </p:cNvPr>
          <p:cNvPicPr>
            <a:picLocks noChangeAspect="1"/>
          </p:cNvPicPr>
          <p:nvPr/>
        </p:nvPicPr>
        <p:blipFill>
          <a:blip r:embed="rId8"/>
          <a:stretch>
            <a:fillRect/>
          </a:stretch>
        </p:blipFill>
        <p:spPr>
          <a:xfrm>
            <a:off x="6032267" y="1293235"/>
            <a:ext cx="5615577" cy="2356072"/>
          </a:xfrm>
          <a:prstGeom prst="rect">
            <a:avLst/>
          </a:prstGeom>
        </p:spPr>
      </p:pic>
      <p:pic>
        <p:nvPicPr>
          <p:cNvPr id="5" name="Picture 4" descr="A blue and yellow logo&#10;&#10;AI-generated content may be incorrect.">
            <a:extLst>
              <a:ext uri="{FF2B5EF4-FFF2-40B4-BE49-F238E27FC236}">
                <a16:creationId xmlns:a16="http://schemas.microsoft.com/office/drawing/2014/main" id="{92CC768C-E451-6EB3-86CB-1B93AAB64AD2}"/>
              </a:ext>
            </a:extLst>
          </p:cNvPr>
          <p:cNvPicPr>
            <a:picLocks noChangeAspect="1"/>
          </p:cNvPicPr>
          <p:nvPr/>
        </p:nvPicPr>
        <p:blipFill>
          <a:blip r:embed="rId9"/>
          <a:stretch>
            <a:fillRect/>
          </a:stretch>
        </p:blipFill>
        <p:spPr>
          <a:xfrm>
            <a:off x="6946667" y="4223752"/>
            <a:ext cx="4389120" cy="1283817"/>
          </a:xfrm>
          <a:prstGeom prst="rect">
            <a:avLst/>
          </a:prstGeom>
        </p:spPr>
      </p:pic>
      <p:sp>
        <p:nvSpPr>
          <p:cNvPr id="4" name="TextBox 3">
            <a:extLst>
              <a:ext uri="{FF2B5EF4-FFF2-40B4-BE49-F238E27FC236}">
                <a16:creationId xmlns:a16="http://schemas.microsoft.com/office/drawing/2014/main" id="{05CAAB9C-0C31-66E2-F0BC-77024835D61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30838152"/>
      </p:ext>
    </p:extLst>
  </p:cSld>
  <p:clrMapOvr>
    <a:masterClrMapping/>
  </p:clrMapOvr>
  <p:extLst>
    <p:ext uri="{6950BFC3-D8DA-4A85-94F7-54DA5524770B}">
      <p188:commentRel xmlns:p188="http://schemas.microsoft.com/office/powerpoint/2018/8/main" r:id="rId2"/>
    </p:ext>
  </p:extLst>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4420D-91A9-46F7-40A6-CD4DCBD1A9B7}"/>
              </a:ext>
            </a:extLst>
          </p:cNvPr>
          <p:cNvSpPr>
            <a:spLocks noGrp="1"/>
          </p:cNvSpPr>
          <p:nvPr>
            <p:ph type="title"/>
          </p:nvPr>
        </p:nvSpPr>
        <p:spPr/>
        <p:txBody>
          <a:bodyPr/>
          <a:lstStyle/>
          <a:p>
            <a:r>
              <a:rPr lang="en-US"/>
              <a:t>What is hexadecimal?</a:t>
            </a:r>
          </a:p>
        </p:txBody>
      </p:sp>
      <p:graphicFrame>
        <p:nvGraphicFramePr>
          <p:cNvPr id="5" name="Content Placeholder 2">
            <a:extLst>
              <a:ext uri="{FF2B5EF4-FFF2-40B4-BE49-F238E27FC236}">
                <a16:creationId xmlns:a16="http://schemas.microsoft.com/office/drawing/2014/main" id="{05C11A96-0A58-AA26-D098-8EAB825CCFF8}"/>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10" descr="A blue and yellow logo&#10;&#10;AI-generated content may be incorrect.">
            <a:extLst>
              <a:ext uri="{FF2B5EF4-FFF2-40B4-BE49-F238E27FC236}">
                <a16:creationId xmlns:a16="http://schemas.microsoft.com/office/drawing/2014/main" id="{F268B1AD-54D6-615E-B9C0-1CD99F200C2D}"/>
              </a:ext>
            </a:extLst>
          </p:cNvPr>
          <p:cNvPicPr>
            <a:picLocks noChangeAspect="1"/>
          </p:cNvPicPr>
          <p:nvPr/>
        </p:nvPicPr>
        <p:blipFill>
          <a:blip r:embed="rId7"/>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141BFB7C-72CF-3E09-4FB4-DB44F7A15AC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63302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91BD8-C209-7A35-E87F-3322961D9736}"/>
              </a:ext>
            </a:extLst>
          </p:cNvPr>
          <p:cNvSpPr>
            <a:spLocks noGrp="1"/>
          </p:cNvSpPr>
          <p:nvPr>
            <p:ph type="title"/>
          </p:nvPr>
        </p:nvSpPr>
        <p:spPr/>
        <p:txBody>
          <a:bodyPr/>
          <a:lstStyle/>
          <a:p>
            <a:r>
              <a:rPr lang="en-US" dirty="0"/>
              <a:t>Base 16 - </a:t>
            </a:r>
            <a:r>
              <a:rPr lang="en-US"/>
              <a:t>Hexadecimal</a:t>
            </a:r>
            <a:endParaRPr lang="en-US" dirty="0"/>
          </a:p>
        </p:txBody>
      </p:sp>
      <p:sp>
        <p:nvSpPr>
          <p:cNvPr id="3" name="Content Placeholder 2">
            <a:extLst>
              <a:ext uri="{FF2B5EF4-FFF2-40B4-BE49-F238E27FC236}">
                <a16:creationId xmlns:a16="http://schemas.microsoft.com/office/drawing/2014/main" id="{C5447A1E-F2AB-EE08-5253-16DF73B4DB8B}"/>
              </a:ext>
            </a:extLst>
          </p:cNvPr>
          <p:cNvSpPr>
            <a:spLocks noGrp="1"/>
          </p:cNvSpPr>
          <p:nvPr>
            <p:ph idx="1"/>
          </p:nvPr>
        </p:nvSpPr>
        <p:spPr/>
        <p:txBody>
          <a:bodyPr vert="horz" lIns="91440" tIns="45720" rIns="91440" bIns="45720" rtlCol="0" anchor="t">
            <a:normAutofit/>
          </a:bodyPr>
          <a:lstStyle/>
          <a:p>
            <a:r>
              <a:rPr lang="en-US"/>
              <a:t>Digits: 0, 1, 2, 3, 4, 5, 6, 7, 8, 9, A, B, C, D, E, F</a:t>
            </a:r>
          </a:p>
          <a:p>
            <a:r>
              <a:rPr lang="en-US"/>
              <a:t>Example: "A5"</a:t>
            </a:r>
          </a:p>
          <a:p>
            <a:r>
              <a:rPr lang="en-US"/>
              <a:t>Convert to decimal:</a:t>
            </a:r>
          </a:p>
          <a:p>
            <a:pPr marL="0" indent="0">
              <a:buNone/>
            </a:pPr>
            <a:r>
              <a:rPr lang="en-US"/>
              <a:t>0xA5 = </a:t>
            </a:r>
            <a:r>
              <a:rPr lang="en-US" sz="2400">
                <a:latin typeface="Inter"/>
              </a:rPr>
              <a:t>=</a:t>
            </a:r>
            <a:r>
              <a:rPr lang="en-US" sz="2400" b="1">
                <a:latin typeface="Inter"/>
              </a:rPr>
              <a:t> A5</a:t>
            </a:r>
            <a:r>
              <a:rPr lang="en-US" sz="2400" baseline="-25000">
                <a:latin typeface="Inter"/>
              </a:rPr>
              <a:t>16</a:t>
            </a:r>
            <a:r>
              <a:rPr lang="en-US" sz="2400">
                <a:latin typeface="Inter"/>
              </a:rPr>
              <a:t> = (</a:t>
            </a:r>
            <a:r>
              <a:rPr lang="en-US" sz="2400" b="1">
                <a:latin typeface="Inter"/>
              </a:rPr>
              <a:t>10</a:t>
            </a:r>
            <a:r>
              <a:rPr lang="en-US" sz="2400">
                <a:latin typeface="Inter"/>
              </a:rPr>
              <a:t>x16</a:t>
            </a:r>
            <a:r>
              <a:rPr lang="en-US" sz="2400" baseline="30000">
                <a:latin typeface="Inter"/>
              </a:rPr>
              <a:t>1</a:t>
            </a:r>
            <a:r>
              <a:rPr lang="en-US" sz="2400">
                <a:latin typeface="Inter"/>
              </a:rPr>
              <a:t>) + (</a:t>
            </a:r>
            <a:r>
              <a:rPr lang="en-US" sz="2400" b="1">
                <a:latin typeface="Inter"/>
              </a:rPr>
              <a:t>5</a:t>
            </a:r>
            <a:r>
              <a:rPr lang="en-US" sz="2400">
                <a:latin typeface="Inter"/>
              </a:rPr>
              <a:t>x16</a:t>
            </a:r>
            <a:r>
              <a:rPr lang="en-US" sz="2400" baseline="30000">
                <a:latin typeface="Inter"/>
              </a:rPr>
              <a:t>0</a:t>
            </a:r>
            <a:r>
              <a:rPr lang="en-US" sz="2400">
                <a:latin typeface="Inter"/>
              </a:rPr>
              <a:t>)</a:t>
            </a:r>
            <a:endParaRPr lang="en-US"/>
          </a:p>
          <a:p>
            <a:pPr>
              <a:buNone/>
            </a:pPr>
            <a:r>
              <a:rPr lang="en-US" sz="2400" dirty="0">
                <a:latin typeface="Inter"/>
              </a:rPr>
              <a:t>        </a:t>
            </a:r>
            <a:r>
              <a:rPr lang="en-US" sz="2400" baseline="-25000" dirty="0">
                <a:latin typeface="Inter"/>
              </a:rPr>
              <a:t>                     </a:t>
            </a:r>
            <a:r>
              <a:rPr lang="en-US" sz="2400">
                <a:latin typeface="Inter"/>
              </a:rPr>
              <a:t>  =  160   </a:t>
            </a:r>
            <a:r>
              <a:rPr lang="en-US" sz="2400" baseline="-25000" dirty="0">
                <a:latin typeface="Inter"/>
              </a:rPr>
              <a:t> </a:t>
            </a:r>
            <a:r>
              <a:rPr lang="en-US" sz="2400" dirty="0">
                <a:latin typeface="Inter"/>
              </a:rPr>
              <a:t> </a:t>
            </a:r>
            <a:r>
              <a:rPr lang="en-US" sz="2400" baseline="-25000" dirty="0">
                <a:latin typeface="Inter"/>
              </a:rPr>
              <a:t> </a:t>
            </a:r>
            <a:r>
              <a:rPr lang="en-US" sz="2400" dirty="0">
                <a:latin typeface="Inter"/>
              </a:rPr>
              <a:t> </a:t>
            </a:r>
            <a:r>
              <a:rPr lang="en-US" sz="2400" baseline="-25000" dirty="0">
                <a:latin typeface="Inter"/>
              </a:rPr>
              <a:t> </a:t>
            </a:r>
            <a:r>
              <a:rPr lang="en-US" sz="2400">
                <a:latin typeface="Inter"/>
              </a:rPr>
              <a:t>+  5</a:t>
            </a:r>
            <a:endParaRPr lang="en-US"/>
          </a:p>
          <a:p>
            <a:pPr>
              <a:buNone/>
            </a:pPr>
            <a:r>
              <a:rPr lang="en-US" sz="2400" dirty="0">
                <a:latin typeface="Inter"/>
              </a:rPr>
              <a:t>        </a:t>
            </a:r>
            <a:r>
              <a:rPr lang="en-US" sz="2400" baseline="-25000" dirty="0">
                <a:latin typeface="Inter"/>
              </a:rPr>
              <a:t>                     </a:t>
            </a:r>
            <a:r>
              <a:rPr lang="en-US" sz="2400">
                <a:latin typeface="Inter"/>
              </a:rPr>
              <a:t>  =  165</a:t>
            </a:r>
            <a:endParaRPr lang="en-US"/>
          </a:p>
          <a:p>
            <a:pPr marL="0" indent="0">
              <a:buNone/>
            </a:pPr>
            <a:br>
              <a:rPr lang="en-US" dirty="0"/>
            </a:br>
            <a:endParaRPr lang="en-US" dirty="0"/>
          </a:p>
        </p:txBody>
      </p:sp>
      <p:pic>
        <p:nvPicPr>
          <p:cNvPr id="5" name="Picture 4" descr="A blue and yellow logo&#10;&#10;AI-generated content may be incorrect.">
            <a:extLst>
              <a:ext uri="{FF2B5EF4-FFF2-40B4-BE49-F238E27FC236}">
                <a16:creationId xmlns:a16="http://schemas.microsoft.com/office/drawing/2014/main" id="{16E239C0-8481-0B10-2918-DA60A175C648}"/>
              </a:ext>
            </a:extLst>
          </p:cNvPr>
          <p:cNvPicPr>
            <a:picLocks noChangeAspect="1"/>
          </p:cNvPicPr>
          <p:nvPr/>
        </p:nvPicPr>
        <p:blipFill>
          <a:blip r:embed="rId2"/>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C3F557F2-9695-FB1F-51AD-58A406FF7E6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5844521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10" name="Rectangle 20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1DA07E8-BDB6-2F38-959C-C26BB6CCCC21}"/>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What number is 0x004A</a:t>
            </a:r>
          </a:p>
        </p:txBody>
      </p:sp>
      <p:sp>
        <p:nvSpPr>
          <p:cNvPr id="2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blue and yellow logo&#10;&#10;AI-generated content may be incorrect.">
            <a:extLst>
              <a:ext uri="{FF2B5EF4-FFF2-40B4-BE49-F238E27FC236}">
                <a16:creationId xmlns:a16="http://schemas.microsoft.com/office/drawing/2014/main" id="{7A7CD2C0-D587-85FD-BED4-03CE7C5DC2B8}"/>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55D9B2C9-D2EC-D81E-7328-67648205B42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055217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67139E-7781-E338-B0A6-5779EFAF0FC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0CB355-0EF5-FFF8-7873-D792FEA3A7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1A7756-541D-203B-058A-A19586689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Freeform 13">
            <a:extLst>
              <a:ext uri="{FF2B5EF4-FFF2-40B4-BE49-F238E27FC236}">
                <a16:creationId xmlns:a16="http://schemas.microsoft.com/office/drawing/2014/main" id="{1A2CBA17-02C2-33ED-DCA9-0AC449AA3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E0C10069-66D1-6A92-4E15-955510F26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5" name="Arc 14">
            <a:extLst>
              <a:ext uri="{FF2B5EF4-FFF2-40B4-BE49-F238E27FC236}">
                <a16:creationId xmlns:a16="http://schemas.microsoft.com/office/drawing/2014/main" id="{705E19C6-10F7-692E-DB50-64D347A3BD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DE9C134-FE99-BC1F-EE23-6E5BB22131B1}"/>
              </a:ext>
            </a:extLst>
          </p:cNvPr>
          <p:cNvSpPr>
            <a:spLocks noGrp="1"/>
          </p:cNvSpPr>
          <p:nvPr>
            <p:ph type="title"/>
          </p:nvPr>
        </p:nvSpPr>
        <p:spPr>
          <a:xfrm>
            <a:off x="4147457" y="2055273"/>
            <a:ext cx="7644627" cy="2751086"/>
          </a:xfrm>
        </p:spPr>
        <p:txBody>
          <a:bodyPr vert="horz" lIns="91440" tIns="45720" rIns="91440" bIns="45720" rtlCol="0" anchor="b">
            <a:normAutofit/>
          </a:bodyPr>
          <a:lstStyle/>
          <a:p>
            <a:r>
              <a:rPr lang="en-US" dirty="0"/>
              <a:t>Checking </a:t>
            </a:r>
            <a:r>
              <a:rPr lang="en-US"/>
              <a:t>our</a:t>
            </a:r>
            <a:r>
              <a:rPr lang="en-US" kern="1200">
                <a:latin typeface="+mj-lt"/>
                <a:ea typeface="+mj-ea"/>
                <a:cs typeface="+mj-cs"/>
              </a:rPr>
              <a:t> </a:t>
            </a:r>
            <a:r>
              <a:rPr lang="en-US"/>
              <a:t>MAC addresses</a:t>
            </a:r>
          </a:p>
          <a:p>
            <a:pPr algn="r"/>
            <a:endParaRPr lang="en-US" kern="1200" dirty="0">
              <a:latin typeface="+mj-lt"/>
            </a:endParaRPr>
          </a:p>
        </p:txBody>
      </p:sp>
      <p:pic>
        <p:nvPicPr>
          <p:cNvPr id="6" name="Picture 5" descr="A blue and yellow logo&#10;&#10;AI-generated content may be incorrect.">
            <a:extLst>
              <a:ext uri="{FF2B5EF4-FFF2-40B4-BE49-F238E27FC236}">
                <a16:creationId xmlns:a16="http://schemas.microsoft.com/office/drawing/2014/main" id="{00D3195A-7BD4-E7C8-F2E2-9F5EE8BD107B}"/>
              </a:ext>
            </a:extLst>
          </p:cNvPr>
          <p:cNvPicPr>
            <a:picLocks noChangeAspect="1"/>
          </p:cNvPicPr>
          <p:nvPr/>
        </p:nvPicPr>
        <p:blipFill>
          <a:blip r:embed="rId4"/>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96EC4080-AFDB-4648-6F5C-3EEEA002E93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92549223"/>
      </p:ext>
    </p:extLst>
  </p:cSld>
  <p:clrMapOvr>
    <a:masterClrMapping/>
  </p:clrMapOvr>
  <p:extLst>
    <p:ext uri="{6950BFC3-D8DA-4A85-94F7-54DA5524770B}">
      <p188:commentRel xmlns:p188="http://schemas.microsoft.com/office/powerpoint/2018/8/main" r:id="rId3"/>
    </p:ext>
  </p:extLst>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98B147-E097-A3AB-0F2E-D94C016D68C9}"/>
              </a:ext>
            </a:extLst>
          </p:cNvPr>
          <p:cNvSpPr>
            <a:spLocks noGrp="1"/>
          </p:cNvSpPr>
          <p:nvPr>
            <p:ph type="title"/>
          </p:nvPr>
        </p:nvSpPr>
        <p:spPr>
          <a:xfrm>
            <a:off x="1057025" y="922644"/>
            <a:ext cx="5040285" cy="1169585"/>
          </a:xfrm>
        </p:spPr>
        <p:txBody>
          <a:bodyPr anchor="b">
            <a:normAutofit/>
          </a:bodyPr>
          <a:lstStyle/>
          <a:p>
            <a:r>
              <a:rPr lang="en-US" sz="3700"/>
              <a:t>DNS (Domain Name System)</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
            <a:extLst>
              <a:ext uri="{FF2B5EF4-FFF2-40B4-BE49-F238E27FC236}">
                <a16:creationId xmlns:a16="http://schemas.microsoft.com/office/drawing/2014/main" id="{3FC85266-6DAA-8C84-893A-1C97B60C3AC2}"/>
              </a:ext>
            </a:extLst>
          </p:cNvPr>
          <p:cNvGraphicFramePr>
            <a:graphicFrameLocks noGrp="1"/>
          </p:cNvGraphicFramePr>
          <p:nvPr>
            <p:ph idx="1"/>
            <p:extLst>
              <p:ext uri="{D42A27DB-BD31-4B8C-83A1-F6EECF244321}">
                <p14:modId xmlns:p14="http://schemas.microsoft.com/office/powerpoint/2010/main" val="2026949314"/>
              </p:ext>
            </p:extLst>
          </p:nvPr>
        </p:nvGraphicFramePr>
        <p:xfrm>
          <a:off x="1055715" y="2508105"/>
          <a:ext cx="5040285" cy="369055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7" name="Picture 6" descr="A diagram of a cloud computing&#10;&#10;AI-generated content may be incorrect.">
            <a:extLst>
              <a:ext uri="{FF2B5EF4-FFF2-40B4-BE49-F238E27FC236}">
                <a16:creationId xmlns:a16="http://schemas.microsoft.com/office/drawing/2014/main" id="{9B1A2C2A-46B5-7CA6-5738-22C09469EFD7}"/>
              </a:ext>
            </a:extLst>
          </p:cNvPr>
          <p:cNvPicPr>
            <a:picLocks noChangeAspect="1"/>
          </p:cNvPicPr>
          <p:nvPr/>
        </p:nvPicPr>
        <p:blipFill>
          <a:blip r:embed="rId9"/>
          <a:stretch>
            <a:fillRect/>
          </a:stretch>
        </p:blipFill>
        <p:spPr>
          <a:xfrm>
            <a:off x="5995982" y="824945"/>
            <a:ext cx="5477691" cy="3096709"/>
          </a:xfrm>
          <a:prstGeom prst="rect">
            <a:avLst/>
          </a:prstGeom>
        </p:spPr>
      </p:pic>
      <p:pic>
        <p:nvPicPr>
          <p:cNvPr id="5" name="Picture 4" descr="A blue and yellow logo&#10;&#10;AI-generated content may be incorrect.">
            <a:extLst>
              <a:ext uri="{FF2B5EF4-FFF2-40B4-BE49-F238E27FC236}">
                <a16:creationId xmlns:a16="http://schemas.microsoft.com/office/drawing/2014/main" id="{EF9A7ED7-395C-8487-619D-18E69CA8F690}"/>
              </a:ext>
            </a:extLst>
          </p:cNvPr>
          <p:cNvPicPr>
            <a:picLocks noChangeAspect="1"/>
          </p:cNvPicPr>
          <p:nvPr/>
        </p:nvPicPr>
        <p:blipFill>
          <a:blip r:embed="rId10"/>
          <a:stretch>
            <a:fillRect/>
          </a:stretch>
        </p:blipFill>
        <p:spPr>
          <a:xfrm>
            <a:off x="6946667" y="4223752"/>
            <a:ext cx="4389120" cy="1283817"/>
          </a:xfrm>
          <a:prstGeom prst="rect">
            <a:avLst/>
          </a:prstGeom>
        </p:spPr>
      </p:pic>
      <p:sp>
        <p:nvSpPr>
          <p:cNvPr id="4" name="TextBox 3">
            <a:extLst>
              <a:ext uri="{FF2B5EF4-FFF2-40B4-BE49-F238E27FC236}">
                <a16:creationId xmlns:a16="http://schemas.microsoft.com/office/drawing/2014/main" id="{8673B968-C9C3-4FAF-EFF0-18B23D2F03E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276290119"/>
      </p:ext>
    </p:extLst>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D16F23-6F54-17CA-A95F-7357BC92F93E}"/>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We can see the translation and the route being taken in real time</a:t>
            </a:r>
          </a:p>
        </p:txBody>
      </p:sp>
      <p:grpSp>
        <p:nvGrpSpPr>
          <p:cNvPr id="15" name="Group 14">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16" name="Freeform: Shape 15">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9" name="Freeform: Shape 18">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AFD0F9C2-B275-FB8C-0F6B-22A3591929DC}"/>
              </a:ext>
            </a:extLst>
          </p:cNvPr>
          <p:cNvSpPr>
            <a:spLocks noGrp="1"/>
          </p:cNvSpPr>
          <p:nvPr>
            <p:ph idx="1"/>
          </p:nvPr>
        </p:nvSpPr>
        <p:spPr>
          <a:xfrm>
            <a:off x="5332384" y="338328"/>
            <a:ext cx="6836227" cy="2325478"/>
          </a:xfrm>
        </p:spPr>
        <p:txBody>
          <a:bodyPr vert="horz" lIns="91440" tIns="45720" rIns="91440" bIns="45720" rtlCol="0" anchor="ctr">
            <a:normAutofit/>
          </a:bodyPr>
          <a:lstStyle/>
          <a:p>
            <a:r>
              <a:rPr lang="en-US" dirty="0">
                <a:solidFill>
                  <a:schemeClr val="tx2"/>
                </a:solidFill>
              </a:rPr>
              <a:t>Type "host google.com" and "</a:t>
            </a:r>
            <a:r>
              <a:rPr lang="en-US" dirty="0" err="1">
                <a:solidFill>
                  <a:schemeClr val="tx2"/>
                </a:solidFill>
              </a:rPr>
              <a:t>nslookup</a:t>
            </a:r>
            <a:r>
              <a:rPr lang="en-US" dirty="0">
                <a:solidFill>
                  <a:schemeClr val="tx2"/>
                </a:solidFill>
              </a:rPr>
              <a:t> google.com"</a:t>
            </a:r>
          </a:p>
          <a:p>
            <a:r>
              <a:rPr lang="en-US">
                <a:solidFill>
                  <a:schemeClr val="tx2"/>
                </a:solidFill>
              </a:rPr>
              <a:t>What are they doing?</a:t>
            </a:r>
          </a:p>
          <a:p>
            <a:endParaRPr lang="en-US" sz="1800">
              <a:solidFill>
                <a:schemeClr val="tx2"/>
              </a:solidFill>
            </a:endParaRPr>
          </a:p>
        </p:txBody>
      </p:sp>
      <p:pic>
        <p:nvPicPr>
          <p:cNvPr id="5" name="Picture 4" descr="A screenshot of a computer&#10;&#10;AI-generated content may be incorrect.">
            <a:extLst>
              <a:ext uri="{FF2B5EF4-FFF2-40B4-BE49-F238E27FC236}">
                <a16:creationId xmlns:a16="http://schemas.microsoft.com/office/drawing/2014/main" id="{365AA3AF-8FA8-8EEF-D1A9-260DA885125C}"/>
              </a:ext>
            </a:extLst>
          </p:cNvPr>
          <p:cNvPicPr>
            <a:picLocks noChangeAspect="1"/>
          </p:cNvPicPr>
          <p:nvPr/>
        </p:nvPicPr>
        <p:blipFill>
          <a:blip r:embed="rId4"/>
          <a:srcRect l="16333" t="24547" r="60909" b="58306"/>
          <a:stretch>
            <a:fillRect/>
          </a:stretch>
        </p:blipFill>
        <p:spPr>
          <a:xfrm>
            <a:off x="1562462" y="2111907"/>
            <a:ext cx="9480531" cy="3967305"/>
          </a:xfrm>
          <a:prstGeom prst="rect">
            <a:avLst/>
          </a:prstGeom>
        </p:spPr>
      </p:pic>
      <p:pic>
        <p:nvPicPr>
          <p:cNvPr id="6" name="Picture 5" descr="A blue and yellow logo&#10;&#10;AI-generated content may be incorrect.">
            <a:extLst>
              <a:ext uri="{FF2B5EF4-FFF2-40B4-BE49-F238E27FC236}">
                <a16:creationId xmlns:a16="http://schemas.microsoft.com/office/drawing/2014/main" id="{41A6E9D9-7060-4A8A-C04E-28648C70DBEB}"/>
              </a:ext>
            </a:extLst>
          </p:cNvPr>
          <p:cNvPicPr>
            <a:picLocks noChangeAspect="1"/>
          </p:cNvPicPr>
          <p:nvPr/>
        </p:nvPicPr>
        <p:blipFill>
          <a:blip r:embed="rId5"/>
          <a:srcRect r="-291" b="980"/>
          <a:stretch>
            <a:fillRect/>
          </a:stretch>
        </p:blipFill>
        <p:spPr>
          <a:xfrm>
            <a:off x="78212" y="6085017"/>
            <a:ext cx="2532018" cy="737266"/>
          </a:xfrm>
          <a:prstGeom prst="rect">
            <a:avLst/>
          </a:prstGeom>
        </p:spPr>
      </p:pic>
      <p:sp>
        <p:nvSpPr>
          <p:cNvPr id="7" name="TextBox 6">
            <a:extLst>
              <a:ext uri="{FF2B5EF4-FFF2-40B4-BE49-F238E27FC236}">
                <a16:creationId xmlns:a16="http://schemas.microsoft.com/office/drawing/2014/main" id="{9BF76B03-22DD-5101-913E-630C7F6848F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7577445"/>
      </p:ext>
    </p:extLst>
  </p:cSld>
  <p:clrMapOvr>
    <a:masterClrMapping/>
  </p:clrMapOvr>
  <p:extLst>
    <p:ext uri="{6950BFC3-D8DA-4A85-94F7-54DA5524770B}">
      <p188:commentRel xmlns:p188="http://schemas.microsoft.com/office/powerpoint/2018/8/main" r:id="rId3"/>
    </p:ext>
  </p:extLst>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35012B-26EA-C811-3A19-4739EBF218B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CFEC841-3A9D-4F21-DE27-F9F3207AEA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3F4BB4-5924-C0D6-2402-84749EBBF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97F785-B1B2-3F6D-277F-92DB7B42ABB5}"/>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We can see the translation and the route being taken in real time</a:t>
            </a:r>
          </a:p>
        </p:txBody>
      </p:sp>
      <p:grpSp>
        <p:nvGrpSpPr>
          <p:cNvPr id="15" name="Group 14">
            <a:extLst>
              <a:ext uri="{FF2B5EF4-FFF2-40B4-BE49-F238E27FC236}">
                <a16:creationId xmlns:a16="http://schemas.microsoft.com/office/drawing/2014/main" id="{6418FAEC-336A-1DA9-C68F-00EEFC73C5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16" name="Freeform: Shape 15">
              <a:extLst>
                <a:ext uri="{FF2B5EF4-FFF2-40B4-BE49-F238E27FC236}">
                  <a16:creationId xmlns:a16="http://schemas.microsoft.com/office/drawing/2014/main" id="{67AE7804-7C5D-79DA-DE83-F396E47224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0831B509-CACE-ADA4-A185-2AA5D01792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04715AB-070B-85FF-B45E-CE0293737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9" name="Freeform: Shape 18">
              <a:extLst>
                <a:ext uri="{FF2B5EF4-FFF2-40B4-BE49-F238E27FC236}">
                  <a16:creationId xmlns:a16="http://schemas.microsoft.com/office/drawing/2014/main" id="{DDF32756-D821-426E-6030-720E50D4A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5D9759BE-44B7-15B8-C36D-86D8322D0C69}"/>
              </a:ext>
            </a:extLst>
          </p:cNvPr>
          <p:cNvSpPr>
            <a:spLocks noGrp="1"/>
          </p:cNvSpPr>
          <p:nvPr>
            <p:ph idx="1"/>
          </p:nvPr>
        </p:nvSpPr>
        <p:spPr>
          <a:xfrm>
            <a:off x="6355641" y="338328"/>
            <a:ext cx="5029200" cy="1773936"/>
          </a:xfrm>
        </p:spPr>
        <p:txBody>
          <a:bodyPr vert="horz" lIns="91440" tIns="45720" rIns="91440" bIns="45720" rtlCol="0" anchor="ctr">
            <a:normAutofit/>
          </a:bodyPr>
          <a:lstStyle/>
          <a:p>
            <a:r>
              <a:rPr lang="en-US" dirty="0">
                <a:solidFill>
                  <a:schemeClr val="tx2"/>
                </a:solidFill>
              </a:rPr>
              <a:t>Type "host google.com" and "</a:t>
            </a:r>
            <a:r>
              <a:rPr lang="en-US" dirty="0" err="1">
                <a:solidFill>
                  <a:schemeClr val="tx2"/>
                </a:solidFill>
              </a:rPr>
              <a:t>nslookup</a:t>
            </a:r>
            <a:r>
              <a:rPr lang="en-US" dirty="0">
                <a:solidFill>
                  <a:schemeClr val="tx2"/>
                </a:solidFill>
              </a:rPr>
              <a:t> google.com"</a:t>
            </a:r>
          </a:p>
          <a:p>
            <a:r>
              <a:rPr lang="en-US">
                <a:solidFill>
                  <a:schemeClr val="tx2"/>
                </a:solidFill>
              </a:rPr>
              <a:t>What is it doing?</a:t>
            </a:r>
          </a:p>
          <a:p>
            <a:endParaRPr lang="en-US" sz="1800">
              <a:solidFill>
                <a:schemeClr val="tx2"/>
              </a:solidFill>
            </a:endParaRPr>
          </a:p>
          <a:p>
            <a:endParaRPr lang="en-US" sz="1800">
              <a:solidFill>
                <a:schemeClr val="tx2"/>
              </a:solidFill>
            </a:endParaRPr>
          </a:p>
        </p:txBody>
      </p:sp>
      <p:pic>
        <p:nvPicPr>
          <p:cNvPr id="5" name="Picture 4" descr="A screenshot of a computer&#10;&#10;AI-generated content may be incorrect.">
            <a:extLst>
              <a:ext uri="{FF2B5EF4-FFF2-40B4-BE49-F238E27FC236}">
                <a16:creationId xmlns:a16="http://schemas.microsoft.com/office/drawing/2014/main" id="{6071247C-06CE-AFEA-492D-099585B9EA6E}"/>
              </a:ext>
            </a:extLst>
          </p:cNvPr>
          <p:cNvPicPr>
            <a:picLocks noChangeAspect="1"/>
          </p:cNvPicPr>
          <p:nvPr/>
        </p:nvPicPr>
        <p:blipFill>
          <a:blip r:embed="rId3"/>
          <a:srcRect l="16329" t="42716" r="63661" b="43302"/>
          <a:stretch>
            <a:fillRect/>
          </a:stretch>
        </p:blipFill>
        <p:spPr>
          <a:xfrm>
            <a:off x="-19595" y="2522630"/>
            <a:ext cx="6759836" cy="267084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395755C3-11E9-7236-0A1F-1B1B3E8516EA}"/>
              </a:ext>
            </a:extLst>
          </p:cNvPr>
          <p:cNvPicPr>
            <a:picLocks noChangeAspect="1"/>
          </p:cNvPicPr>
          <p:nvPr/>
        </p:nvPicPr>
        <p:blipFill>
          <a:blip r:embed="rId4"/>
          <a:srcRect r="-291" b="980"/>
          <a:stretch>
            <a:fillRect/>
          </a:stretch>
        </p:blipFill>
        <p:spPr>
          <a:xfrm>
            <a:off x="6333870" y="5032732"/>
            <a:ext cx="5166360" cy="1492008"/>
          </a:xfrm>
          <a:prstGeom prst="rect">
            <a:avLst/>
          </a:prstGeom>
        </p:spPr>
      </p:pic>
      <p:sp>
        <p:nvSpPr>
          <p:cNvPr id="7" name="TextBox 6">
            <a:extLst>
              <a:ext uri="{FF2B5EF4-FFF2-40B4-BE49-F238E27FC236}">
                <a16:creationId xmlns:a16="http://schemas.microsoft.com/office/drawing/2014/main" id="{6A42873E-F956-2DFD-6268-61C2D0C23CD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graphicFrame>
        <p:nvGraphicFramePr>
          <p:cNvPr id="35" name="TextBox 6">
            <a:extLst>
              <a:ext uri="{FF2B5EF4-FFF2-40B4-BE49-F238E27FC236}">
                <a16:creationId xmlns:a16="http://schemas.microsoft.com/office/drawing/2014/main" id="{B0CF27BD-0E7B-7247-F047-50D016E8C873}"/>
              </a:ext>
            </a:extLst>
          </p:cNvPr>
          <p:cNvGraphicFramePr/>
          <p:nvPr>
            <p:extLst>
              <p:ext uri="{D42A27DB-BD31-4B8C-83A1-F6EECF244321}">
                <p14:modId xmlns:p14="http://schemas.microsoft.com/office/powerpoint/2010/main" val="591515775"/>
              </p:ext>
            </p:extLst>
          </p:nvPr>
        </p:nvGraphicFramePr>
        <p:xfrm>
          <a:off x="9429485" y="2699538"/>
          <a:ext cx="2641601" cy="195283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aphicFrame>
        <p:nvGraphicFramePr>
          <p:cNvPr id="23" name="TextBox 6">
            <a:extLst>
              <a:ext uri="{FF2B5EF4-FFF2-40B4-BE49-F238E27FC236}">
                <a16:creationId xmlns:a16="http://schemas.microsoft.com/office/drawing/2014/main" id="{91D44833-038D-9B43-5BB9-5D36E8CF3B39}"/>
              </a:ext>
            </a:extLst>
          </p:cNvPr>
          <p:cNvGraphicFramePr/>
          <p:nvPr>
            <p:extLst>
              <p:ext uri="{D42A27DB-BD31-4B8C-83A1-F6EECF244321}">
                <p14:modId xmlns:p14="http://schemas.microsoft.com/office/powerpoint/2010/main" val="1071800193"/>
              </p:ext>
            </p:extLst>
          </p:nvPr>
        </p:nvGraphicFramePr>
        <p:xfrm>
          <a:off x="6845943" y="2111711"/>
          <a:ext cx="2583543" cy="1880261"/>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Tree>
    <p:extLst>
      <p:ext uri="{BB962C8B-B14F-4D97-AF65-F5344CB8AC3E}">
        <p14:creationId xmlns:p14="http://schemas.microsoft.com/office/powerpoint/2010/main" val="1354113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5" grpId="0">
        <p:bldAsOne/>
      </p:bldGraphic>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19D6BF-7241-EAFC-1E33-2AE4675FCFFB}"/>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D62C8A1-D7DC-FD3C-69AB-14F7F71D1EA2}"/>
              </a:ext>
            </a:extLst>
          </p:cNvPr>
          <p:cNvSpPr>
            <a:spLocks noGrp="1"/>
          </p:cNvSpPr>
          <p:nvPr>
            <p:ph type="title"/>
          </p:nvPr>
        </p:nvSpPr>
        <p:spPr>
          <a:xfrm>
            <a:off x="630936" y="457200"/>
            <a:ext cx="4343400" cy="1929384"/>
          </a:xfrm>
        </p:spPr>
        <p:txBody>
          <a:bodyPr anchor="ctr">
            <a:normAutofit/>
          </a:bodyPr>
          <a:lstStyle/>
          <a:p>
            <a:r>
              <a:rPr lang="en-US" sz="3000"/>
              <a:t>We can see the translation and the route being taken in real time</a:t>
            </a:r>
          </a:p>
        </p:txBody>
      </p:sp>
      <p:sp>
        <p:nvSpPr>
          <p:cNvPr id="14"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585944-A2F8-27A5-9C14-279E17745F68}"/>
              </a:ext>
            </a:extLst>
          </p:cNvPr>
          <p:cNvSpPr>
            <a:spLocks noGrp="1"/>
          </p:cNvSpPr>
          <p:nvPr>
            <p:ph idx="1"/>
          </p:nvPr>
        </p:nvSpPr>
        <p:spPr>
          <a:xfrm>
            <a:off x="5541263" y="457200"/>
            <a:ext cx="6007608" cy="1929384"/>
          </a:xfrm>
        </p:spPr>
        <p:txBody>
          <a:bodyPr vert="horz" lIns="91440" tIns="45720" rIns="91440" bIns="45720" rtlCol="0" anchor="ctr">
            <a:normAutofit/>
          </a:bodyPr>
          <a:lstStyle/>
          <a:p>
            <a:r>
              <a:rPr lang="en-US"/>
              <a:t>Type "traceroute google.com"</a:t>
            </a:r>
          </a:p>
          <a:p>
            <a:endParaRPr lang="en-US" sz="2200"/>
          </a:p>
          <a:p>
            <a:endParaRPr lang="en-US" sz="2200"/>
          </a:p>
          <a:p>
            <a:endParaRPr lang="en-US" sz="2200"/>
          </a:p>
        </p:txBody>
      </p:sp>
      <p:pic>
        <p:nvPicPr>
          <p:cNvPr id="7" name="Picture 6" descr="A screenshot of a computer&#10;&#10;AI-generated content may be incorrect.">
            <a:extLst>
              <a:ext uri="{FF2B5EF4-FFF2-40B4-BE49-F238E27FC236}">
                <a16:creationId xmlns:a16="http://schemas.microsoft.com/office/drawing/2014/main" id="{57D63DD2-D22D-AD7D-B3BE-D19DA20BE19E}"/>
              </a:ext>
            </a:extLst>
          </p:cNvPr>
          <p:cNvPicPr>
            <a:picLocks noChangeAspect="1"/>
          </p:cNvPicPr>
          <p:nvPr/>
        </p:nvPicPr>
        <p:blipFill>
          <a:blip r:embed="rId4"/>
          <a:srcRect l="16751" t="58262" r="16585" b="11138"/>
          <a:stretch>
            <a:fillRect/>
          </a:stretch>
        </p:blipFill>
        <p:spPr>
          <a:xfrm>
            <a:off x="11911" y="2554108"/>
            <a:ext cx="12180718" cy="3163251"/>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32EC486D-BDD1-EC9F-E6F7-2986877B58C0}"/>
              </a:ext>
            </a:extLst>
          </p:cNvPr>
          <p:cNvPicPr>
            <a:picLocks noChangeAspect="1"/>
          </p:cNvPicPr>
          <p:nvPr/>
        </p:nvPicPr>
        <p:blipFill>
          <a:blip r:embed="rId5"/>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83CC7B25-6A19-6A96-18E2-535DBD1089D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607473190"/>
      </p:ext>
    </p:extLst>
  </p:cSld>
  <p:clrMapOvr>
    <a:masterClrMapping/>
  </p:clrMapOvr>
  <p:extLst>
    <p:ext uri="{6950BFC3-D8DA-4A85-94F7-54DA5524770B}">
      <p188:commentRel xmlns:p188="http://schemas.microsoft.com/office/powerpoint/2018/8/main" r:id="rId3"/>
    </p:ext>
  </p:extLst>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1A24F3-3074-42A9-FFB9-086C6FDF0B7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DEC52C8-9C21-5A20-99B5-B0B663CA80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5C798D9-E7A2-A2A1-CD81-EE9A2E78D21A}"/>
              </a:ext>
            </a:extLst>
          </p:cNvPr>
          <p:cNvSpPr>
            <a:spLocks noGrp="1"/>
          </p:cNvSpPr>
          <p:nvPr>
            <p:ph type="title"/>
          </p:nvPr>
        </p:nvSpPr>
        <p:spPr>
          <a:xfrm>
            <a:off x="630936" y="457200"/>
            <a:ext cx="4343400" cy="1929384"/>
          </a:xfrm>
        </p:spPr>
        <p:txBody>
          <a:bodyPr anchor="ctr">
            <a:normAutofit/>
          </a:bodyPr>
          <a:lstStyle/>
          <a:p>
            <a:r>
              <a:rPr lang="en-US" sz="3000"/>
              <a:t>We can see the translation and the route being taken in real time</a:t>
            </a:r>
          </a:p>
        </p:txBody>
      </p:sp>
      <p:sp>
        <p:nvSpPr>
          <p:cNvPr id="14" name="sketchy line">
            <a:extLst>
              <a:ext uri="{FF2B5EF4-FFF2-40B4-BE49-F238E27FC236}">
                <a16:creationId xmlns:a16="http://schemas.microsoft.com/office/drawing/2014/main" id="{DCDD9E40-A24A-EDA8-94EB-BCAC0E204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396007D-A050-0871-9742-051F676CDFA6}"/>
              </a:ext>
            </a:extLst>
          </p:cNvPr>
          <p:cNvSpPr>
            <a:spLocks noGrp="1"/>
          </p:cNvSpPr>
          <p:nvPr>
            <p:ph idx="1"/>
          </p:nvPr>
        </p:nvSpPr>
        <p:spPr>
          <a:xfrm>
            <a:off x="5541263" y="457200"/>
            <a:ext cx="6007608" cy="1929384"/>
          </a:xfrm>
        </p:spPr>
        <p:txBody>
          <a:bodyPr vert="horz" lIns="91440" tIns="45720" rIns="91440" bIns="45720" rtlCol="0" anchor="ctr">
            <a:normAutofit/>
          </a:bodyPr>
          <a:lstStyle/>
          <a:p>
            <a:r>
              <a:rPr lang="en-US"/>
              <a:t>Type "traceroute acep.uaf.edu"</a:t>
            </a:r>
          </a:p>
          <a:p>
            <a:endParaRPr lang="en-US" sz="2200"/>
          </a:p>
          <a:p>
            <a:endParaRPr lang="en-US" sz="2200"/>
          </a:p>
          <a:p>
            <a:endParaRPr lang="en-US" sz="2200"/>
          </a:p>
        </p:txBody>
      </p:sp>
      <p:pic>
        <p:nvPicPr>
          <p:cNvPr id="7" name="Picture 6" descr="A screenshot of a computer&#10;&#10;AI-generated content may be incorrect.">
            <a:extLst>
              <a:ext uri="{FF2B5EF4-FFF2-40B4-BE49-F238E27FC236}">
                <a16:creationId xmlns:a16="http://schemas.microsoft.com/office/drawing/2014/main" id="{58631F5C-F260-31DC-6B51-A581F2977E20}"/>
              </a:ext>
            </a:extLst>
          </p:cNvPr>
          <p:cNvPicPr>
            <a:picLocks noChangeAspect="1"/>
          </p:cNvPicPr>
          <p:nvPr/>
        </p:nvPicPr>
        <p:blipFill>
          <a:blip r:embed="rId3"/>
          <a:srcRect l="16494" t="13577" r="53031" b="57895"/>
          <a:stretch>
            <a:fillRect/>
          </a:stretch>
        </p:blipFill>
        <p:spPr>
          <a:xfrm>
            <a:off x="2800935" y="2386658"/>
            <a:ext cx="7418445" cy="3954876"/>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2756975A-D766-985D-4FFC-EC342794C4CD}"/>
              </a:ext>
            </a:extLst>
          </p:cNvPr>
          <p:cNvPicPr>
            <a:picLocks noChangeAspect="1"/>
          </p:cNvPicPr>
          <p:nvPr/>
        </p:nvPicPr>
        <p:blipFill>
          <a:blip r:embed="rId4"/>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B14B7393-0694-0F5B-874C-744202AED4D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274640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1F1C3EB-B25E-BDCA-4D3C-5D9A727F4EFB}"/>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10 Minute Break</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3BE4E1DA-3423-736F-4316-6B33B0EEE9BA}"/>
              </a:ext>
            </a:extLst>
          </p:cNvPr>
          <p:cNvPicPr>
            <a:picLocks noChangeAspect="1"/>
          </p:cNvPicPr>
          <p:nvPr/>
        </p:nvPicPr>
        <p:blipFill>
          <a:blip r:embed="rId2"/>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3813981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7FB7E-5DC6-865E-C235-6F7D73D12716}"/>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7" name="Arc 26">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CF87B4-9771-FE29-04CE-D587B2248D60}"/>
              </a:ext>
            </a:extLst>
          </p:cNvPr>
          <p:cNvSpPr>
            <a:spLocks noGrp="1"/>
          </p:cNvSpPr>
          <p:nvPr>
            <p:ph type="title"/>
          </p:nvPr>
        </p:nvSpPr>
        <p:spPr>
          <a:xfrm>
            <a:off x="5894962" y="479493"/>
            <a:ext cx="5458838" cy="1325563"/>
          </a:xfrm>
        </p:spPr>
        <p:txBody>
          <a:bodyPr>
            <a:normAutofit/>
          </a:bodyPr>
          <a:lstStyle/>
          <a:p>
            <a:r>
              <a:rPr lang="en-US"/>
              <a:t>NTP (Network Time Protocol)</a:t>
            </a:r>
          </a:p>
        </p:txBody>
      </p:sp>
      <p:sp>
        <p:nvSpPr>
          <p:cNvPr id="29" name="Freeform: Shape 28">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EE17F543-77D4-E919-6EF3-6FFFD329420F}"/>
              </a:ext>
            </a:extLst>
          </p:cNvPr>
          <p:cNvPicPr>
            <a:picLocks noChangeAspect="1"/>
          </p:cNvPicPr>
          <p:nvPr/>
        </p:nvPicPr>
        <p:blipFill>
          <a:blip r:embed="rId3"/>
          <a:stretch>
            <a:fillRect/>
          </a:stretch>
        </p:blipFill>
        <p:spPr>
          <a:xfrm>
            <a:off x="703182" y="2645436"/>
            <a:ext cx="4777381" cy="139738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2741E56D-096F-0754-FFE4-BA2183D34C68}"/>
              </a:ext>
            </a:extLst>
          </p:cNvPr>
          <p:cNvSpPr>
            <a:spLocks noGrp="1"/>
          </p:cNvSpPr>
          <p:nvPr>
            <p:ph idx="1"/>
          </p:nvPr>
        </p:nvSpPr>
        <p:spPr>
          <a:xfrm>
            <a:off x="5894962" y="1984443"/>
            <a:ext cx="5458838" cy="4192520"/>
          </a:xfrm>
        </p:spPr>
        <p:txBody>
          <a:bodyPr vert="horz" lIns="91440" tIns="45720" rIns="91440" bIns="45720" rtlCol="0" anchor="t">
            <a:normAutofit/>
          </a:bodyPr>
          <a:lstStyle/>
          <a:p>
            <a:r>
              <a:rPr lang="en-US"/>
              <a:t>NTP is how devices agree what time it is. </a:t>
            </a:r>
          </a:p>
          <a:p>
            <a:r>
              <a:rPr lang="en-US"/>
              <a:t>Why might this be important?</a:t>
            </a:r>
          </a:p>
          <a:p>
            <a:r>
              <a:rPr lang="en-US"/>
              <a:t>Time comes from a small number precise reference clocks</a:t>
            </a:r>
          </a:p>
          <a:p>
            <a:r>
              <a:rPr lang="en-US"/>
              <a:t>Your device asks a local timeserver, then matches its clock</a:t>
            </a:r>
          </a:p>
        </p:txBody>
      </p:sp>
      <p:sp>
        <p:nvSpPr>
          <p:cNvPr id="6" name="TextBox 5">
            <a:extLst>
              <a:ext uri="{FF2B5EF4-FFF2-40B4-BE49-F238E27FC236}">
                <a16:creationId xmlns:a16="http://schemas.microsoft.com/office/drawing/2014/main" id="{9D22E822-0715-6C41-7596-E87D6A64C86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600"/>
              </a:spcAft>
            </a:pPr>
            <a:r>
              <a:rPr lang="en-US" sz="2000" b="1" u="sng"/>
              <a:t>Lesson 4</a:t>
            </a:r>
          </a:p>
        </p:txBody>
      </p:sp>
    </p:spTree>
    <p:extLst>
      <p:ext uri="{BB962C8B-B14F-4D97-AF65-F5344CB8AC3E}">
        <p14:creationId xmlns:p14="http://schemas.microsoft.com/office/powerpoint/2010/main" val="37302159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2592A5-D318-18DA-5ECF-E37DC991D289}"/>
              </a:ext>
            </a:extLst>
          </p:cNvPr>
          <p:cNvSpPr>
            <a:spLocks noGrp="1"/>
          </p:cNvSpPr>
          <p:nvPr>
            <p:ph type="title"/>
          </p:nvPr>
        </p:nvSpPr>
        <p:spPr>
          <a:xfrm>
            <a:off x="1057025" y="922644"/>
            <a:ext cx="5040285" cy="1169585"/>
          </a:xfrm>
        </p:spPr>
        <p:txBody>
          <a:bodyPr anchor="b">
            <a:normAutofit/>
          </a:bodyPr>
          <a:lstStyle/>
          <a:p>
            <a:r>
              <a:rPr lang="en-US" sz="3700"/>
              <a:t>NTP (Network Time Protocol)</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0A2B388-EF2F-F0AE-893E-7C107D96C254}"/>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000" dirty="0"/>
              <a:t>NTP is how devices agree what time it </a:t>
            </a:r>
            <a:r>
              <a:rPr lang="en-US" sz="2000"/>
              <a:t>is. Why</a:t>
            </a:r>
            <a:r>
              <a:rPr lang="en-US" sz="2000" dirty="0"/>
              <a:t> might this be important?</a:t>
            </a:r>
          </a:p>
          <a:p>
            <a:r>
              <a:rPr lang="en-US" sz="2000" dirty="0"/>
              <a:t>Time comes from a small number of very </a:t>
            </a:r>
            <a:r>
              <a:rPr lang="en-US" sz="2000"/>
              <a:t>precise reference clocks</a:t>
            </a:r>
          </a:p>
          <a:p>
            <a:r>
              <a:rPr lang="en-US" sz="2000" dirty="0"/>
              <a:t>Those precise sources feed a layer of servers (layer = stratum), which </a:t>
            </a:r>
            <a:r>
              <a:rPr lang="en-US" sz="2000"/>
              <a:t>feed everyone</a:t>
            </a:r>
            <a:r>
              <a:rPr lang="en-US" sz="2000" dirty="0"/>
              <a:t> else in a tree-like hierarchy</a:t>
            </a:r>
          </a:p>
          <a:p>
            <a:r>
              <a:rPr lang="en-US" sz="2000" dirty="0"/>
              <a:t>Your device asks a nearby local timeserver, then changes its own clock </a:t>
            </a:r>
            <a:r>
              <a:rPr lang="en-US" sz="2000"/>
              <a:t>to match</a:t>
            </a:r>
            <a:endParaRPr lang="en-US" sz="2000" dirty="0"/>
          </a:p>
          <a:p>
            <a:r>
              <a:rPr lang="en-US" sz="2000"/>
              <a:t>Each successive stratum is less accurate</a:t>
            </a:r>
          </a:p>
        </p:txBody>
      </p:sp>
      <p:pic>
        <p:nvPicPr>
          <p:cNvPr id="7" name="Picture 6" descr="A diagram of a system&#10;&#10;AI-generated content may be incorrect.">
            <a:extLst>
              <a:ext uri="{FF2B5EF4-FFF2-40B4-BE49-F238E27FC236}">
                <a16:creationId xmlns:a16="http://schemas.microsoft.com/office/drawing/2014/main" id="{C9DC891B-0F2A-9B9B-528B-70F73F799329}"/>
              </a:ext>
            </a:extLst>
          </p:cNvPr>
          <p:cNvPicPr>
            <a:picLocks noChangeAspect="1"/>
          </p:cNvPicPr>
          <p:nvPr/>
        </p:nvPicPr>
        <p:blipFill>
          <a:blip r:embed="rId3"/>
          <a:stretch>
            <a:fillRect/>
          </a:stretch>
        </p:blipFill>
        <p:spPr>
          <a:xfrm>
            <a:off x="6669686" y="-2229"/>
            <a:ext cx="4950340" cy="4301115"/>
          </a:xfrm>
          <a:prstGeom prst="rect">
            <a:avLst/>
          </a:prstGeom>
        </p:spPr>
      </p:pic>
      <p:pic>
        <p:nvPicPr>
          <p:cNvPr id="5" name="Picture 4" descr="A blue and yellow logo&#10;&#10;AI-generated content may be incorrect.">
            <a:extLst>
              <a:ext uri="{FF2B5EF4-FFF2-40B4-BE49-F238E27FC236}">
                <a16:creationId xmlns:a16="http://schemas.microsoft.com/office/drawing/2014/main" id="{3D415FDC-1EA9-7426-77C1-854356C0F40D}"/>
              </a:ext>
            </a:extLst>
          </p:cNvPr>
          <p:cNvPicPr>
            <a:picLocks noChangeAspect="1"/>
          </p:cNvPicPr>
          <p:nvPr/>
        </p:nvPicPr>
        <p:blipFill>
          <a:blip r:embed="rId4"/>
          <a:stretch>
            <a:fillRect/>
          </a:stretch>
        </p:blipFill>
        <p:spPr>
          <a:xfrm>
            <a:off x="6888609" y="5029294"/>
            <a:ext cx="3801292" cy="1109646"/>
          </a:xfrm>
          <a:prstGeom prst="rect">
            <a:avLst/>
          </a:prstGeom>
        </p:spPr>
      </p:pic>
      <p:sp>
        <p:nvSpPr>
          <p:cNvPr id="6" name="TextBox 5">
            <a:extLst>
              <a:ext uri="{FF2B5EF4-FFF2-40B4-BE49-F238E27FC236}">
                <a16:creationId xmlns:a16="http://schemas.microsoft.com/office/drawing/2014/main" id="{49BBAD72-2FFC-21F1-8074-EB851D11C1F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281117555"/>
      </p:ext>
    </p:extLst>
  </p:cSld>
  <p:clrMapOvr>
    <a:masterClrMapping/>
  </p:clrMapOvr>
  <p:extLst>
    <p:ext uri="{6950BFC3-D8DA-4A85-94F7-54DA5524770B}">
      <p188:commentRel xmlns:p188="http://schemas.microsoft.com/office/powerpoint/2018/8/main" r:id="rId2"/>
    </p:ext>
  </p:extLst>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0A1ED06-4733-4020-9C60-81D4D80140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0CA3509-3AF9-45FE-93ED-57BB5D5E8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7388" y="181576"/>
            <a:ext cx="11823637" cy="650108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D51E631F-D59D-D0D7-BBE5-6AD8DB52ED3B}"/>
              </a:ext>
            </a:extLst>
          </p:cNvPr>
          <p:cNvPicPr>
            <a:picLocks noChangeAspect="1"/>
          </p:cNvPicPr>
          <p:nvPr/>
        </p:nvPicPr>
        <p:blipFill>
          <a:blip r:embed="rId3">
            <a:alphaModFix amt="60000"/>
          </a:blip>
          <a:srcRect l="2612" r="70770" b="1"/>
          <a:stretch>
            <a:fillRect/>
          </a:stretch>
        </p:blipFill>
        <p:spPr>
          <a:xfrm>
            <a:off x="181899" y="182880"/>
            <a:ext cx="5915025" cy="6499784"/>
          </a:xfrm>
          <a:prstGeom prst="rect">
            <a:avLst/>
          </a:prstGeom>
        </p:spPr>
      </p:pic>
      <p:pic>
        <p:nvPicPr>
          <p:cNvPr id="39" name="Picture 38" descr="A blue and yellow logo&#10;&#10;AI-generated content may be incorrect.">
            <a:extLst>
              <a:ext uri="{FF2B5EF4-FFF2-40B4-BE49-F238E27FC236}">
                <a16:creationId xmlns:a16="http://schemas.microsoft.com/office/drawing/2014/main" id="{CFD70D74-C9D2-3802-8782-B0DF01A01C2F}"/>
              </a:ext>
            </a:extLst>
          </p:cNvPr>
          <p:cNvPicPr>
            <a:picLocks noChangeAspect="1"/>
          </p:cNvPicPr>
          <p:nvPr/>
        </p:nvPicPr>
        <p:blipFill>
          <a:blip r:embed="rId3">
            <a:alphaModFix amt="60000"/>
          </a:blip>
          <a:srcRect l="2612" r="70770" b="1"/>
          <a:stretch>
            <a:fillRect/>
          </a:stretch>
        </p:blipFill>
        <p:spPr>
          <a:xfrm>
            <a:off x="6095156" y="182880"/>
            <a:ext cx="5915025" cy="6499784"/>
          </a:xfrm>
          <a:prstGeom prst="rect">
            <a:avLst/>
          </a:prstGeom>
        </p:spPr>
      </p:pic>
      <p:sp>
        <p:nvSpPr>
          <p:cNvPr id="2" name="Title 1">
            <a:extLst>
              <a:ext uri="{FF2B5EF4-FFF2-40B4-BE49-F238E27FC236}">
                <a16:creationId xmlns:a16="http://schemas.microsoft.com/office/drawing/2014/main" id="{1FC02792-FF79-2197-D188-8B2846A3AC81}"/>
              </a:ext>
            </a:extLst>
          </p:cNvPr>
          <p:cNvSpPr>
            <a:spLocks noGrp="1"/>
          </p:cNvSpPr>
          <p:nvPr>
            <p:ph type="title"/>
          </p:nvPr>
        </p:nvSpPr>
        <p:spPr>
          <a:xfrm>
            <a:off x="844614" y="557189"/>
            <a:ext cx="10509179" cy="2795808"/>
          </a:xfrm>
        </p:spPr>
        <p:txBody>
          <a:bodyPr anchor="b">
            <a:normAutofit/>
          </a:bodyPr>
          <a:lstStyle/>
          <a:p>
            <a:r>
              <a:rPr lang="en-US" sz="4000">
                <a:solidFill>
                  <a:srgbClr val="FFFFFF"/>
                </a:solidFill>
              </a:rPr>
              <a:t>Testing!</a:t>
            </a:r>
          </a:p>
        </p:txBody>
      </p:sp>
      <p:graphicFrame>
        <p:nvGraphicFramePr>
          <p:cNvPr id="8" name="Content Placeholder 2">
            <a:extLst>
              <a:ext uri="{FF2B5EF4-FFF2-40B4-BE49-F238E27FC236}">
                <a16:creationId xmlns:a16="http://schemas.microsoft.com/office/drawing/2014/main" id="{7999925D-46CC-2C77-66A5-3D985A80685A}"/>
              </a:ext>
            </a:extLst>
          </p:cNvPr>
          <p:cNvGraphicFramePr>
            <a:graphicFrameLocks noGrp="1"/>
          </p:cNvGraphicFramePr>
          <p:nvPr>
            <p:ph idx="1"/>
            <p:extLst>
              <p:ext uri="{D42A27DB-BD31-4B8C-83A1-F6EECF244321}">
                <p14:modId xmlns:p14="http://schemas.microsoft.com/office/powerpoint/2010/main" val="2077417927"/>
              </p:ext>
            </p:extLst>
          </p:nvPr>
        </p:nvGraphicFramePr>
        <p:xfrm>
          <a:off x="844614" y="3526300"/>
          <a:ext cx="10509179" cy="258845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9" name="Picture 8" descr="A blue and yellow logo&#10;&#10;AI-generated content may be incorrect.">
            <a:extLst>
              <a:ext uri="{FF2B5EF4-FFF2-40B4-BE49-F238E27FC236}">
                <a16:creationId xmlns:a16="http://schemas.microsoft.com/office/drawing/2014/main" id="{652F7015-27CF-D986-5B5E-92E7E3EAA7A1}"/>
              </a:ext>
            </a:extLst>
          </p:cNvPr>
          <p:cNvPicPr>
            <a:picLocks noChangeAspect="1"/>
          </p:cNvPicPr>
          <p:nvPr/>
        </p:nvPicPr>
        <p:blipFill>
          <a:blip r:embed="rId3"/>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BEF3542D-B464-2E1B-A14D-C0535D1DB6DD}"/>
              </a:ext>
            </a:extLst>
          </p:cNvPr>
          <p:cNvSpPr txBox="1"/>
          <p:nvPr/>
        </p:nvSpPr>
        <p:spPr>
          <a:xfrm>
            <a:off x="10818644"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solidFill>
                  <a:srgbClr val="FF0000"/>
                </a:solidFill>
              </a:rPr>
              <a:t>Lesson 4</a:t>
            </a:r>
          </a:p>
        </p:txBody>
      </p:sp>
    </p:spTree>
    <p:extLst>
      <p:ext uri="{BB962C8B-B14F-4D97-AF65-F5344CB8AC3E}">
        <p14:creationId xmlns:p14="http://schemas.microsoft.com/office/powerpoint/2010/main" val="24569830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D93A9-D97E-A9BA-AFB9-9FD07FB456FF}"/>
              </a:ext>
            </a:extLst>
          </p:cNvPr>
          <p:cNvSpPr>
            <a:spLocks noGrp="1"/>
          </p:cNvSpPr>
          <p:nvPr>
            <p:ph type="title"/>
          </p:nvPr>
        </p:nvSpPr>
        <p:spPr>
          <a:xfrm>
            <a:off x="1524000" y="1293338"/>
            <a:ext cx="9144000" cy="3274592"/>
          </a:xfrm>
        </p:spPr>
        <p:txBody>
          <a:bodyPr vert="horz" lIns="91440" tIns="45720" rIns="91440" bIns="45720" rtlCol="0" anchor="ctr">
            <a:normAutofit/>
          </a:bodyPr>
          <a:lstStyle/>
          <a:p>
            <a:pPr algn="ctr"/>
            <a:r>
              <a:rPr lang="en-US" sz="7200" kern="1200">
                <a:latin typeface="+mj-lt"/>
                <a:ea typeface="+mj-ea"/>
                <a:cs typeface="+mj-cs"/>
              </a:rPr>
              <a:t>Where is it getting </a:t>
            </a:r>
            <a:r>
              <a:rPr lang="en-US" sz="7200"/>
              <a:t>this delayed </a:t>
            </a:r>
            <a:r>
              <a:rPr lang="en-US" sz="7200" kern="1200" dirty="0">
                <a:latin typeface="+mj-lt"/>
                <a:ea typeface="+mj-ea"/>
                <a:cs typeface="+mj-cs"/>
              </a:rPr>
              <a:t>time info from?</a:t>
            </a:r>
          </a:p>
        </p:txBody>
      </p:sp>
      <p:sp>
        <p:nvSpPr>
          <p:cNvPr id="3" name="Content Placeholder 2">
            <a:extLst>
              <a:ext uri="{FF2B5EF4-FFF2-40B4-BE49-F238E27FC236}">
                <a16:creationId xmlns:a16="http://schemas.microsoft.com/office/drawing/2014/main" id="{BFACEB1B-B340-718E-AD49-8746AAABA9B3}"/>
              </a:ext>
            </a:extLst>
          </p:cNvPr>
          <p:cNvSpPr>
            <a:spLocks noGrp="1"/>
          </p:cNvSpPr>
          <p:nvPr>
            <p:ph type="body" idx="1"/>
          </p:nvPr>
        </p:nvSpPr>
        <p:spPr>
          <a:xfrm>
            <a:off x="1524000" y="5514052"/>
            <a:ext cx="9144000" cy="651910"/>
          </a:xfrm>
        </p:spPr>
        <p:txBody>
          <a:bodyPr vert="horz" lIns="91440" tIns="45720" rIns="91440" bIns="45720" rtlCol="0" anchor="ctr">
            <a:normAutofit/>
          </a:bodyPr>
          <a:lstStyle/>
          <a:p>
            <a:pPr algn="ctr"/>
            <a:r>
              <a:rPr lang="en-US" kern="1200">
                <a:solidFill>
                  <a:schemeClr val="tx1"/>
                </a:solidFill>
                <a:latin typeface="+mn-lt"/>
                <a:ea typeface="+mn-ea"/>
                <a:cs typeface="+mn-cs"/>
              </a:rPr>
              <a:t>Discuss with a partner</a:t>
            </a: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blue and yellow logo&#10;&#10;AI-generated content may be incorrect.">
            <a:extLst>
              <a:ext uri="{FF2B5EF4-FFF2-40B4-BE49-F238E27FC236}">
                <a16:creationId xmlns:a16="http://schemas.microsoft.com/office/drawing/2014/main" id="{89392EAB-A07A-165A-A1D0-C613EE5815BF}"/>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5B63B0A0-8DAF-A5AA-E113-40B9EE87E84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7534775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27">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2D12D8-B72B-7263-C90E-3EBE45329DA1}"/>
              </a:ext>
            </a:extLst>
          </p:cNvPr>
          <p:cNvSpPr>
            <a:spLocks noGrp="1"/>
          </p:cNvSpPr>
          <p:nvPr>
            <p:ph type="title"/>
          </p:nvPr>
        </p:nvSpPr>
        <p:spPr>
          <a:xfrm>
            <a:off x="1057025" y="922644"/>
            <a:ext cx="5040285" cy="1169585"/>
          </a:xfrm>
        </p:spPr>
        <p:txBody>
          <a:bodyPr anchor="b">
            <a:normAutofit/>
          </a:bodyPr>
          <a:lstStyle/>
          <a:p>
            <a:r>
              <a:rPr lang="en-US" sz="3700"/>
              <a:t>LAN (Local Area Network)</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30334EB-1F0A-A776-B0EE-D3139C89DF66}"/>
              </a:ext>
            </a:extLst>
          </p:cNvPr>
          <p:cNvSpPr>
            <a:spLocks noGrp="1"/>
          </p:cNvSpPr>
          <p:nvPr>
            <p:ph idx="1"/>
          </p:nvPr>
        </p:nvSpPr>
        <p:spPr>
          <a:xfrm>
            <a:off x="1055715" y="2508105"/>
            <a:ext cx="5040285" cy="3632493"/>
          </a:xfrm>
        </p:spPr>
        <p:txBody>
          <a:bodyPr vert="horz" lIns="91440" tIns="45720" rIns="91440" bIns="45720" rtlCol="0" anchor="ctr">
            <a:noAutofit/>
          </a:bodyPr>
          <a:lstStyle/>
          <a:p>
            <a:r>
              <a:rPr lang="en-US" sz="2200"/>
              <a:t>Classroom; what is each part</a:t>
            </a:r>
          </a:p>
          <a:p>
            <a:r>
              <a:rPr lang="en-US" sz="2200"/>
              <a:t>A LAN is a network confined to one physical space</a:t>
            </a:r>
          </a:p>
          <a:p>
            <a:r>
              <a:rPr lang="en-US" sz="2200"/>
              <a:t>Devices have wired or wireless connections</a:t>
            </a:r>
          </a:p>
          <a:p>
            <a:r>
              <a:rPr lang="en-US" sz="2200"/>
              <a:t>Router  handles edge communication</a:t>
            </a:r>
          </a:p>
          <a:p>
            <a:r>
              <a:rPr lang="en-US" sz="2200"/>
              <a:t>WAN vs LAN; multiple LANs</a:t>
            </a:r>
          </a:p>
          <a:p>
            <a:pPr marL="0" indent="0">
              <a:buNone/>
            </a:pPr>
            <a:r>
              <a:rPr lang="en-US" sz="1400" i="1"/>
              <a:t>Note: A VLAN is a virtual LAN defined to keep traffic separate without need for extra hardware. I did this for your training ground through managed switches, which work on layer 3 of the OSI</a:t>
            </a:r>
            <a:endParaRPr lang="en-US" sz="1400"/>
          </a:p>
        </p:txBody>
      </p:sp>
      <p:pic>
        <p:nvPicPr>
          <p:cNvPr id="7" name="Picture 6" descr="A blue and yellow logo&#10;&#10;AI-generated content may be incorrect.">
            <a:extLst>
              <a:ext uri="{FF2B5EF4-FFF2-40B4-BE49-F238E27FC236}">
                <a16:creationId xmlns:a16="http://schemas.microsoft.com/office/drawing/2014/main" id="{8F78B072-003F-D3D8-5F38-2E08CEF1AB50}"/>
              </a:ext>
            </a:extLst>
          </p:cNvPr>
          <p:cNvPicPr>
            <a:picLocks noChangeAspect="1"/>
          </p:cNvPicPr>
          <p:nvPr/>
        </p:nvPicPr>
        <p:blipFill>
          <a:blip r:embed="rId4"/>
          <a:stretch>
            <a:fillRect/>
          </a:stretch>
        </p:blipFill>
        <p:spPr>
          <a:xfrm>
            <a:off x="6910381" y="4898666"/>
            <a:ext cx="4389120" cy="1283817"/>
          </a:xfrm>
          <a:prstGeom prst="rect">
            <a:avLst/>
          </a:prstGeom>
        </p:spPr>
      </p:pic>
      <p:sp>
        <p:nvSpPr>
          <p:cNvPr id="6" name="TextBox 5">
            <a:extLst>
              <a:ext uri="{FF2B5EF4-FFF2-40B4-BE49-F238E27FC236}">
                <a16:creationId xmlns:a16="http://schemas.microsoft.com/office/drawing/2014/main" id="{3AFD210D-72DE-1CE9-9C87-26D1F5B51DF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5" name="Picture 4" descr="A diagram of a network&#10;&#10;AI-generated content may be incorrect.">
            <a:extLst>
              <a:ext uri="{FF2B5EF4-FFF2-40B4-BE49-F238E27FC236}">
                <a16:creationId xmlns:a16="http://schemas.microsoft.com/office/drawing/2014/main" id="{0F607599-DBD9-3659-5863-74AE1452E139}"/>
              </a:ext>
            </a:extLst>
          </p:cNvPr>
          <p:cNvPicPr>
            <a:picLocks noChangeAspect="1"/>
          </p:cNvPicPr>
          <p:nvPr/>
        </p:nvPicPr>
        <p:blipFill>
          <a:blip r:embed="rId5"/>
          <a:stretch>
            <a:fillRect/>
          </a:stretch>
        </p:blipFill>
        <p:spPr>
          <a:xfrm>
            <a:off x="6305324" y="-680"/>
            <a:ext cx="5887811" cy="4711246"/>
          </a:xfrm>
          <a:prstGeom prst="rect">
            <a:avLst/>
          </a:prstGeom>
        </p:spPr>
      </p:pic>
    </p:spTree>
    <p:extLst>
      <p:ext uri="{BB962C8B-B14F-4D97-AF65-F5344CB8AC3E}">
        <p14:creationId xmlns:p14="http://schemas.microsoft.com/office/powerpoint/2010/main" val="1349737495"/>
      </p:ext>
    </p:extLst>
  </p:cSld>
  <p:clrMapOvr>
    <a:masterClrMapping/>
  </p:clrMapOvr>
  <p:extLst>
    <p:ext uri="{6950BFC3-D8DA-4A85-94F7-54DA5524770B}">
      <p188:commentRel xmlns:p188="http://schemas.microsoft.com/office/powerpoint/2018/8/main" r:id="rId3"/>
    </p:ext>
  </p:extLst>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9CB95732-565A-4D2C-A3AB-CC460C0D3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19B653C-798C-4333-8452-3DF3AE3C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FE50278-E2EC-42B2-A1F1-921DD3990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305994" y="-5310547"/>
            <a:ext cx="1580014" cy="12192002"/>
          </a:xfrm>
          <a:prstGeom prst="rect">
            <a:avLst/>
          </a:prstGeom>
          <a:gradFill>
            <a:gsLst>
              <a:gs pos="19000">
                <a:schemeClr val="accent1">
                  <a:alpha val="0"/>
                </a:schemeClr>
              </a:gs>
              <a:gs pos="99000">
                <a:srgbClr val="000000">
                  <a:alpha val="74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1236153F-0DB4-40DD-87C6-B40C1B7E28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0"/>
            <a:ext cx="4303422" cy="1575461"/>
          </a:xfrm>
          <a:prstGeom prst="rect">
            <a:avLst/>
          </a:prstGeom>
          <a:gradFill>
            <a:gsLst>
              <a:gs pos="0">
                <a:schemeClr val="accent1">
                  <a:alpha val="72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2B2DD-8714-372E-0EB6-27C276EB15BB}"/>
              </a:ext>
            </a:extLst>
          </p:cNvPr>
          <p:cNvSpPr>
            <a:spLocks noGrp="1"/>
          </p:cNvSpPr>
          <p:nvPr>
            <p:ph type="title"/>
          </p:nvPr>
        </p:nvSpPr>
        <p:spPr>
          <a:xfrm>
            <a:off x="699715" y="288404"/>
            <a:ext cx="7170656" cy="977442"/>
          </a:xfrm>
        </p:spPr>
        <p:txBody>
          <a:bodyPr vert="horz" lIns="91440" tIns="45720" rIns="91440" bIns="45720" rtlCol="0" anchor="ctr">
            <a:normAutofit/>
          </a:bodyPr>
          <a:lstStyle/>
          <a:p>
            <a:r>
              <a:rPr lang="en-US" sz="4000">
                <a:solidFill>
                  <a:srgbClr val="FFFFFF"/>
                </a:solidFill>
              </a:rPr>
              <a:t>Handouts!</a:t>
            </a:r>
          </a:p>
        </p:txBody>
      </p:sp>
      <p:pic>
        <p:nvPicPr>
          <p:cNvPr id="5" name="Picture 4" descr="A diagram of a diagram of a computer&#10;&#10;AI-generated content may be incorrect.">
            <a:extLst>
              <a:ext uri="{FF2B5EF4-FFF2-40B4-BE49-F238E27FC236}">
                <a16:creationId xmlns:a16="http://schemas.microsoft.com/office/drawing/2014/main" id="{251CBFB9-FEBE-A9AB-2D80-0D05ED6C8813}"/>
              </a:ext>
            </a:extLst>
          </p:cNvPr>
          <p:cNvPicPr>
            <a:picLocks noChangeAspect="1"/>
          </p:cNvPicPr>
          <p:nvPr/>
        </p:nvPicPr>
        <p:blipFill>
          <a:blip r:embed="rId3"/>
          <a:srcRect l="-315" t="32" r="1669" b="61555"/>
          <a:stretch>
            <a:fillRect/>
          </a:stretch>
        </p:blipFill>
        <p:spPr>
          <a:xfrm>
            <a:off x="7469765" y="2357083"/>
            <a:ext cx="4719647" cy="2584193"/>
          </a:xfrm>
          <a:prstGeom prst="rect">
            <a:avLst/>
          </a:prstGeom>
        </p:spPr>
      </p:pic>
      <p:pic>
        <p:nvPicPr>
          <p:cNvPr id="3" name="Picture 2" descr="A diagram of a network layer&#10;&#10;AI-generated content may be incorrect.">
            <a:extLst>
              <a:ext uri="{FF2B5EF4-FFF2-40B4-BE49-F238E27FC236}">
                <a16:creationId xmlns:a16="http://schemas.microsoft.com/office/drawing/2014/main" id="{E1B8BB63-5FD7-03D7-68D3-73C12568B075}"/>
              </a:ext>
            </a:extLst>
          </p:cNvPr>
          <p:cNvPicPr>
            <a:picLocks noChangeAspect="1"/>
          </p:cNvPicPr>
          <p:nvPr/>
        </p:nvPicPr>
        <p:blipFill>
          <a:blip r:embed="rId4"/>
          <a:stretch>
            <a:fillRect/>
          </a:stretch>
        </p:blipFill>
        <p:spPr>
          <a:xfrm>
            <a:off x="-1011" y="1598132"/>
            <a:ext cx="7382535" cy="4097155"/>
          </a:xfrm>
          <a:prstGeom prst="rect">
            <a:avLst/>
          </a:prstGeom>
        </p:spPr>
      </p:pic>
      <p:pic>
        <p:nvPicPr>
          <p:cNvPr id="7" name="Picture 6" descr="A blue and yellow logo&#10;&#10;AI-generated content may be incorrect.">
            <a:extLst>
              <a:ext uri="{FF2B5EF4-FFF2-40B4-BE49-F238E27FC236}">
                <a16:creationId xmlns:a16="http://schemas.microsoft.com/office/drawing/2014/main" id="{B4DF6A3B-063D-A693-7F54-FE307011ED52}"/>
              </a:ext>
            </a:extLst>
          </p:cNvPr>
          <p:cNvPicPr>
            <a:picLocks noChangeAspect="1"/>
          </p:cNvPicPr>
          <p:nvPr/>
        </p:nvPicPr>
        <p:blipFill>
          <a:blip r:embed="rId5"/>
          <a:stretch>
            <a:fillRect/>
          </a:stretch>
        </p:blipFill>
        <p:spPr>
          <a:xfrm>
            <a:off x="2569" y="5800135"/>
            <a:ext cx="3238707" cy="947321"/>
          </a:xfrm>
          <a:prstGeom prst="rect">
            <a:avLst/>
          </a:prstGeom>
        </p:spPr>
      </p:pic>
      <p:sp>
        <p:nvSpPr>
          <p:cNvPr id="8" name="TextBox 7">
            <a:extLst>
              <a:ext uri="{FF2B5EF4-FFF2-40B4-BE49-F238E27FC236}">
                <a16:creationId xmlns:a16="http://schemas.microsoft.com/office/drawing/2014/main" id="{4AD4B285-02CF-5AFE-9621-5358AC48094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731660070"/>
      </p:ext>
    </p:extLst>
  </p:cSld>
  <p:clrMapOvr>
    <a:masterClrMapping/>
  </p:clrMapOvr>
  <p:extLst>
    <p:ext uri="{6950BFC3-D8DA-4A85-94F7-54DA5524770B}">
      <p188:commentRel xmlns:p188="http://schemas.microsoft.com/office/powerpoint/2018/8/main" r:id="rId2"/>
    </p:ext>
  </p:extLst>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3E77442-0BF5-84BB-5C50-B2927400D757}"/>
              </a:ext>
            </a:extLst>
          </p:cNvPr>
          <p:cNvPicPr>
            <a:picLocks noGrp="1" noChangeAspect="1"/>
          </p:cNvPicPr>
          <p:nvPr>
            <p:ph idx="1"/>
          </p:nvPr>
        </p:nvPicPr>
        <p:blipFill>
          <a:blip r:embed="rId2"/>
          <a:stretch>
            <a:fillRect/>
          </a:stretch>
        </p:blipFill>
        <p:spPr>
          <a:xfrm>
            <a:off x="2591355" y="33866"/>
            <a:ext cx="7829347" cy="6841065"/>
          </a:xfrm>
          <a:prstGeom prst="rect">
            <a:avLst/>
          </a:prstGeom>
        </p:spPr>
      </p:pic>
      <p:pic>
        <p:nvPicPr>
          <p:cNvPr id="8" name="Picture 7" descr="A blue and yellow logo&#10;&#10;AI-generated content may be incorrect.">
            <a:extLst>
              <a:ext uri="{FF2B5EF4-FFF2-40B4-BE49-F238E27FC236}">
                <a16:creationId xmlns:a16="http://schemas.microsoft.com/office/drawing/2014/main" id="{83ED7C18-9A72-5683-830C-DABCD033C063}"/>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7C053D2C-EF1B-0937-1211-19CDF712B09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9502682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26AA59-E33D-6850-BC8A-F621ABD55355}"/>
              </a:ext>
            </a:extLst>
          </p:cNvPr>
          <p:cNvSpPr>
            <a:spLocks noGrp="1"/>
          </p:cNvSpPr>
          <p:nvPr>
            <p:ph type="title"/>
          </p:nvPr>
        </p:nvSpPr>
        <p:spPr>
          <a:xfrm>
            <a:off x="1136397" y="502020"/>
            <a:ext cx="5323715" cy="1642970"/>
          </a:xfrm>
        </p:spPr>
        <p:txBody>
          <a:bodyPr anchor="b">
            <a:normAutofit/>
          </a:bodyPr>
          <a:lstStyle/>
          <a:p>
            <a:r>
              <a:rPr lang="en-US" sz="4000"/>
              <a:t>Physical Training Ground "Tour"</a:t>
            </a:r>
          </a:p>
        </p:txBody>
      </p:sp>
      <p:sp>
        <p:nvSpPr>
          <p:cNvPr id="17" name="Rectangle 16">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5" name="Content Placeholder 2">
            <a:extLst>
              <a:ext uri="{FF2B5EF4-FFF2-40B4-BE49-F238E27FC236}">
                <a16:creationId xmlns:a16="http://schemas.microsoft.com/office/drawing/2014/main" id="{F512D7A7-1909-33F1-D8EA-AB22637AB86D}"/>
              </a:ext>
            </a:extLst>
          </p:cNvPr>
          <p:cNvGraphicFramePr>
            <a:graphicFrameLocks noGrp="1"/>
          </p:cNvGraphicFramePr>
          <p:nvPr>
            <p:ph idx="1"/>
            <p:extLst>
              <p:ext uri="{D42A27DB-BD31-4B8C-83A1-F6EECF244321}">
                <p14:modId xmlns:p14="http://schemas.microsoft.com/office/powerpoint/2010/main" val="3710089749"/>
              </p:ext>
            </p:extLst>
          </p:nvPr>
        </p:nvGraphicFramePr>
        <p:xfrm>
          <a:off x="1144923" y="2405894"/>
          <a:ext cx="5315189" cy="35350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95" name="Picture 794" descr="A blue and yellow logo&#10;&#10;AI-generated content may be incorrect.">
            <a:extLst>
              <a:ext uri="{FF2B5EF4-FFF2-40B4-BE49-F238E27FC236}">
                <a16:creationId xmlns:a16="http://schemas.microsoft.com/office/drawing/2014/main" id="{55EAEDAF-DD55-C477-1AB0-603430B36F60}"/>
              </a:ext>
            </a:extLst>
          </p:cNvPr>
          <p:cNvPicPr>
            <a:picLocks noChangeAspect="1"/>
          </p:cNvPicPr>
          <p:nvPr/>
        </p:nvPicPr>
        <p:blipFill>
          <a:blip r:embed="rId8"/>
          <a:stretch>
            <a:fillRect/>
          </a:stretch>
        </p:blipFill>
        <p:spPr>
          <a:xfrm>
            <a:off x="2721" y="5940650"/>
            <a:ext cx="2498272" cy="738869"/>
          </a:xfrm>
          <a:prstGeom prst="rect">
            <a:avLst/>
          </a:prstGeom>
        </p:spPr>
      </p:pic>
      <p:sp>
        <p:nvSpPr>
          <p:cNvPr id="4" name="TextBox 3">
            <a:extLst>
              <a:ext uri="{FF2B5EF4-FFF2-40B4-BE49-F238E27FC236}">
                <a16:creationId xmlns:a16="http://schemas.microsoft.com/office/drawing/2014/main" id="{2621A9F4-7D14-FD31-73F1-74DF0AD58D2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28376216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6AF9BB-348C-2C04-EFB6-C8A945D5A0FB}"/>
              </a:ext>
            </a:extLst>
          </p:cNvPr>
          <p:cNvSpPr>
            <a:spLocks noGrp="1"/>
          </p:cNvSpPr>
          <p:nvPr>
            <p:ph type="title"/>
          </p:nvPr>
        </p:nvSpPr>
        <p:spPr>
          <a:xfrm>
            <a:off x="1057025" y="922644"/>
            <a:ext cx="5040285" cy="1169585"/>
          </a:xfrm>
        </p:spPr>
        <p:txBody>
          <a:bodyPr anchor="b">
            <a:normAutofit/>
          </a:bodyPr>
          <a:lstStyle/>
          <a:p>
            <a:r>
              <a:rPr lang="en-US" sz="4000"/>
              <a:t>Network Segmentation</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3603F07-0298-09C3-511A-0388525E29B1}"/>
              </a:ext>
            </a:extLst>
          </p:cNvPr>
          <p:cNvSpPr>
            <a:spLocks noGrp="1"/>
          </p:cNvSpPr>
          <p:nvPr>
            <p:ph idx="1"/>
          </p:nvPr>
        </p:nvSpPr>
        <p:spPr>
          <a:xfrm>
            <a:off x="1055715" y="2508105"/>
            <a:ext cx="5040285" cy="3632493"/>
          </a:xfrm>
        </p:spPr>
        <p:txBody>
          <a:bodyPr vert="horz" lIns="91440" tIns="45720" rIns="91440" bIns="45720" rtlCol="0" anchor="ctr">
            <a:normAutofit/>
          </a:bodyPr>
          <a:lstStyle/>
          <a:p>
            <a:r>
              <a:rPr lang="en-US" sz="2000"/>
              <a:t>Store: cameras vs guests vs employees</a:t>
            </a:r>
          </a:p>
          <a:p>
            <a:r>
              <a:rPr lang="en-US" sz="2000"/>
              <a:t>Splitting a network into smaller networks</a:t>
            </a:r>
          </a:p>
          <a:p>
            <a:r>
              <a:rPr lang="en-US" sz="2000"/>
              <a:t>Own subnet and broadcast domain</a:t>
            </a:r>
          </a:p>
          <a:p>
            <a:r>
              <a:rPr lang="en-US" sz="2000"/>
              <a:t>Used to keep different kinds of traffic apart.</a:t>
            </a:r>
          </a:p>
          <a:p>
            <a:r>
              <a:rPr lang="en-US" sz="2000"/>
              <a:t>A router  decides what traffic is allowed to cross</a:t>
            </a:r>
          </a:p>
        </p:txBody>
      </p:sp>
      <p:pic>
        <p:nvPicPr>
          <p:cNvPr id="8" name="Picture 7" descr="A diagram of a network&#10;&#10;AI-generated content may be incorrect.">
            <a:extLst>
              <a:ext uri="{FF2B5EF4-FFF2-40B4-BE49-F238E27FC236}">
                <a16:creationId xmlns:a16="http://schemas.microsoft.com/office/drawing/2014/main" id="{BF5EDEAD-DAE3-4C3A-7BE8-D199FB29EE8C}"/>
              </a:ext>
            </a:extLst>
          </p:cNvPr>
          <p:cNvPicPr>
            <a:picLocks noChangeAspect="1"/>
          </p:cNvPicPr>
          <p:nvPr/>
        </p:nvPicPr>
        <p:blipFill>
          <a:blip r:embed="rId3"/>
          <a:stretch>
            <a:fillRect/>
          </a:stretch>
        </p:blipFill>
        <p:spPr>
          <a:xfrm>
            <a:off x="6213696" y="2265894"/>
            <a:ext cx="5332548" cy="2762068"/>
          </a:xfrm>
          <a:prstGeom prst="rect">
            <a:avLst/>
          </a:prstGeom>
        </p:spPr>
      </p:pic>
      <p:pic>
        <p:nvPicPr>
          <p:cNvPr id="5" name="Picture 4" descr="A blue and yellow logo&#10;&#10;AI-generated content may be incorrect.">
            <a:extLst>
              <a:ext uri="{FF2B5EF4-FFF2-40B4-BE49-F238E27FC236}">
                <a16:creationId xmlns:a16="http://schemas.microsoft.com/office/drawing/2014/main" id="{3ECC265E-44DF-5871-3501-4EE45AFAEEC9}"/>
              </a:ext>
            </a:extLst>
          </p:cNvPr>
          <p:cNvPicPr>
            <a:picLocks noChangeAspect="1"/>
          </p:cNvPicPr>
          <p:nvPr/>
        </p:nvPicPr>
        <p:blipFill>
          <a:blip r:embed="rId4"/>
          <a:stretch>
            <a:fillRect/>
          </a:stretch>
        </p:blipFill>
        <p:spPr>
          <a:xfrm>
            <a:off x="8093295" y="5384894"/>
            <a:ext cx="3242492" cy="949989"/>
          </a:xfrm>
          <a:prstGeom prst="rect">
            <a:avLst/>
          </a:prstGeom>
        </p:spPr>
      </p:pic>
      <p:sp>
        <p:nvSpPr>
          <p:cNvPr id="6" name="TextBox 5">
            <a:extLst>
              <a:ext uri="{FF2B5EF4-FFF2-40B4-BE49-F238E27FC236}">
                <a16:creationId xmlns:a16="http://schemas.microsoft.com/office/drawing/2014/main" id="{D499910F-38C4-4BF3-0CF8-0463DB81F43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328242599"/>
      </p:ext>
    </p:extLst>
  </p:cSld>
  <p:clrMapOvr>
    <a:masterClrMapping/>
  </p:clrMapOvr>
  <p:extLst>
    <p:ext uri="{6950BFC3-D8DA-4A85-94F7-54DA5524770B}">
      <p188:commentRel xmlns:p188="http://schemas.microsoft.com/office/powerpoint/2018/8/main" r:id="rId2"/>
    </p:ext>
  </p:extLst>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F41AEB8-17A7-5B9D-EA5A-D77B297515CF}"/>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Why is this a good idea?</a:t>
            </a:r>
          </a:p>
        </p:txBody>
      </p:sp>
      <p:sp>
        <p:nvSpPr>
          <p:cNvPr id="3" name="Content Placeholder 2">
            <a:extLst>
              <a:ext uri="{FF2B5EF4-FFF2-40B4-BE49-F238E27FC236}">
                <a16:creationId xmlns:a16="http://schemas.microsoft.com/office/drawing/2014/main" id="{66F97B33-7223-8158-EB14-21A44A273019}"/>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sz="2200" kern="1200">
                <a:solidFill>
                  <a:srgbClr val="FFFFFF"/>
                </a:solidFill>
                <a:latin typeface="+mn-lt"/>
                <a:ea typeface="+mn-ea"/>
                <a:cs typeface="+mn-cs"/>
              </a:rPr>
              <a:t>Discuss with a partner then raise hands to answer</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11FF1BE-7048-1E91-5889-1FEF35845A5C}"/>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6BD022DA-A6D4-DD36-D4CF-D0495FCFAA0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38517532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EEEEAA75-AA19-426C-A43C-35F6F9119B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90464369-70FA-42AF-948F-80664CA7B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27CF46FC-3C51-1427-3DAD-1E87747874BB}"/>
              </a:ext>
            </a:extLst>
          </p:cNvPr>
          <p:cNvSpPr>
            <a:spLocks noGrp="1"/>
          </p:cNvSpPr>
          <p:nvPr>
            <p:ph type="title"/>
          </p:nvPr>
        </p:nvSpPr>
        <p:spPr>
          <a:xfrm>
            <a:off x="581647" y="349664"/>
            <a:ext cx="5562868" cy="1638377"/>
          </a:xfrm>
        </p:spPr>
        <p:txBody>
          <a:bodyPr anchor="b">
            <a:normAutofit/>
          </a:bodyPr>
          <a:lstStyle/>
          <a:p>
            <a:r>
              <a:rPr lang="en-US" sz="4800"/>
              <a:t>Benefits</a:t>
            </a:r>
          </a:p>
        </p:txBody>
      </p:sp>
      <p:graphicFrame>
        <p:nvGraphicFramePr>
          <p:cNvPr id="45" name="Text Placeholder 2">
            <a:extLst>
              <a:ext uri="{FF2B5EF4-FFF2-40B4-BE49-F238E27FC236}">
                <a16:creationId xmlns:a16="http://schemas.microsoft.com/office/drawing/2014/main" id="{92FDD600-6C74-CCB3-4EEE-FE7397CBFA12}"/>
              </a:ext>
            </a:extLst>
          </p:cNvPr>
          <p:cNvGraphicFramePr>
            <a:graphicFrameLocks noGrp="1"/>
          </p:cNvGraphicFramePr>
          <p:nvPr>
            <p:ph idx="1"/>
          </p:nvPr>
        </p:nvGraphicFramePr>
        <p:xfrm>
          <a:off x="587988" y="2620641"/>
          <a:ext cx="5555425" cy="30237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7" name="Rectangle 36">
            <a:extLst>
              <a:ext uri="{FF2B5EF4-FFF2-40B4-BE49-F238E27FC236}">
                <a16:creationId xmlns:a16="http://schemas.microsoft.com/office/drawing/2014/main" id="{CC552A98-EF7D-4D42-AB69-066B786AB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198171"/>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types_of_network_segmentation">
            <a:extLst>
              <a:ext uri="{FF2B5EF4-FFF2-40B4-BE49-F238E27FC236}">
                <a16:creationId xmlns:a16="http://schemas.microsoft.com/office/drawing/2014/main" id="{33A320C8-4CD2-DE3E-91DA-140C3E8108C6}"/>
              </a:ext>
            </a:extLst>
          </p:cNvPr>
          <p:cNvPicPr>
            <a:picLocks noChangeAspect="1"/>
          </p:cNvPicPr>
          <p:nvPr/>
        </p:nvPicPr>
        <p:blipFill>
          <a:blip r:embed="rId8"/>
          <a:stretch>
            <a:fillRect/>
          </a:stretch>
        </p:blipFill>
        <p:spPr>
          <a:xfrm>
            <a:off x="6949162" y="567906"/>
            <a:ext cx="4731046" cy="2365523"/>
          </a:xfrm>
          <a:prstGeom prst="rect">
            <a:avLst/>
          </a:prstGeom>
        </p:spPr>
      </p:pic>
      <p:sp>
        <p:nvSpPr>
          <p:cNvPr id="39" name="Rectangle 3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669568" y="277912"/>
            <a:ext cx="524256" cy="11863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BB19363-8354-4E75-A15C-A08F75517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3527725"/>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blue and yellow logo&#10;&#10;AI-generated content may be incorrect.">
            <a:extLst>
              <a:ext uri="{FF2B5EF4-FFF2-40B4-BE49-F238E27FC236}">
                <a16:creationId xmlns:a16="http://schemas.microsoft.com/office/drawing/2014/main" id="{5926E8CE-3E87-8B16-DD69-3166B925EC7A}"/>
              </a:ext>
            </a:extLst>
          </p:cNvPr>
          <p:cNvPicPr>
            <a:picLocks noChangeAspect="1"/>
          </p:cNvPicPr>
          <p:nvPr/>
        </p:nvPicPr>
        <p:blipFill>
          <a:blip r:embed="rId9"/>
          <a:stretch>
            <a:fillRect/>
          </a:stretch>
        </p:blipFill>
        <p:spPr>
          <a:xfrm>
            <a:off x="6949163" y="4388305"/>
            <a:ext cx="4731046" cy="1383831"/>
          </a:xfrm>
          <a:prstGeom prst="rect">
            <a:avLst/>
          </a:prstGeom>
        </p:spPr>
      </p:pic>
      <p:sp>
        <p:nvSpPr>
          <p:cNvPr id="43" name="Rectangle 42">
            <a:extLst>
              <a:ext uri="{FF2B5EF4-FFF2-40B4-BE49-F238E27FC236}">
                <a16:creationId xmlns:a16="http://schemas.microsoft.com/office/drawing/2014/main" id="{A648176E-454C-437C-B0FC-9B82FCF32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787731" y="6131892"/>
            <a:ext cx="524256"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F052D3B-73FB-5957-0F0F-A311645A3D2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4167199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blue and yellow logo&#10;&#10;AI-generated content may be incorrect.">
            <a:extLst>
              <a:ext uri="{FF2B5EF4-FFF2-40B4-BE49-F238E27FC236}">
                <a16:creationId xmlns:a16="http://schemas.microsoft.com/office/drawing/2014/main" id="{EC8862DB-36F3-E0F4-E3ED-1939FE0773DC}"/>
              </a:ext>
            </a:extLst>
          </p:cNvPr>
          <p:cNvPicPr>
            <a:picLocks noChangeAspect="1"/>
          </p:cNvPicPr>
          <p:nvPr/>
        </p:nvPicPr>
        <p:blipFill>
          <a:blip r:embed="rId2">
            <a:duotone>
              <a:schemeClr val="bg2">
                <a:shade val="45000"/>
                <a:satMod val="135000"/>
              </a:schemeClr>
              <a:prstClr val="white"/>
            </a:duotone>
          </a:blip>
          <a:srcRect r="48000" b="-1"/>
          <a:stretch>
            <a:fillRect/>
          </a:stretch>
        </p:blipFill>
        <p:spPr>
          <a:xfrm>
            <a:off x="20" y="10"/>
            <a:ext cx="12191980" cy="6857990"/>
          </a:xfrm>
          <a:prstGeom prst="rect">
            <a:avLst/>
          </a:prstGeom>
        </p:spPr>
      </p:pic>
      <p:sp>
        <p:nvSpPr>
          <p:cNvPr id="12" name="Rectangle 11">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892892-430A-7687-482B-B6B69A90A3ED}"/>
              </a:ext>
            </a:extLst>
          </p:cNvPr>
          <p:cNvSpPr>
            <a:spLocks noGrp="1"/>
          </p:cNvSpPr>
          <p:nvPr>
            <p:ph type="title"/>
          </p:nvPr>
        </p:nvSpPr>
        <p:spPr>
          <a:xfrm>
            <a:off x="838200" y="365125"/>
            <a:ext cx="10515600" cy="1325563"/>
          </a:xfrm>
        </p:spPr>
        <p:txBody>
          <a:bodyPr>
            <a:normAutofit/>
          </a:bodyPr>
          <a:lstStyle/>
          <a:p>
            <a:r>
              <a:rPr lang="en-US"/>
              <a:t>Activity Pt. 1</a:t>
            </a:r>
          </a:p>
        </p:txBody>
      </p:sp>
      <p:graphicFrame>
        <p:nvGraphicFramePr>
          <p:cNvPr id="7" name="Content Placeholder 2">
            <a:extLst>
              <a:ext uri="{FF2B5EF4-FFF2-40B4-BE49-F238E27FC236}">
                <a16:creationId xmlns:a16="http://schemas.microsoft.com/office/drawing/2014/main" id="{569B4E3C-3455-AD30-B32C-1743314B1076}"/>
              </a:ext>
            </a:extLst>
          </p:cNvPr>
          <p:cNvGraphicFramePr>
            <a:graphicFrameLocks noGrp="1"/>
          </p:cNvGraphicFramePr>
          <p:nvPr>
            <p:ph idx="1"/>
            <p:extLst>
              <p:ext uri="{D42A27DB-BD31-4B8C-83A1-F6EECF244321}">
                <p14:modId xmlns:p14="http://schemas.microsoft.com/office/powerpoint/2010/main" val="424758586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8D3E589B-D44F-22D3-1572-827BDBA9A9F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98" name="Picture 97" descr="A blue and yellow logo&#10;&#10;AI-generated content may be incorrect.">
            <a:extLst>
              <a:ext uri="{FF2B5EF4-FFF2-40B4-BE49-F238E27FC236}">
                <a16:creationId xmlns:a16="http://schemas.microsoft.com/office/drawing/2014/main" id="{285F9F3E-702B-47D3-CEB5-1178BFF9826D}"/>
              </a:ext>
            </a:extLst>
          </p:cNvPr>
          <p:cNvPicPr>
            <a:picLocks noChangeAspect="1"/>
          </p:cNvPicPr>
          <p:nvPr/>
        </p:nvPicPr>
        <p:blipFill>
          <a:blip r:embed="rId2"/>
          <a:stretch>
            <a:fillRect/>
          </a:stretch>
        </p:blipFill>
        <p:spPr>
          <a:xfrm>
            <a:off x="2721" y="6122079"/>
            <a:ext cx="2498272" cy="738869"/>
          </a:xfrm>
          <a:prstGeom prst="rect">
            <a:avLst/>
          </a:prstGeom>
        </p:spPr>
      </p:pic>
    </p:spTree>
    <p:extLst>
      <p:ext uri="{BB962C8B-B14F-4D97-AF65-F5344CB8AC3E}">
        <p14:creationId xmlns:p14="http://schemas.microsoft.com/office/powerpoint/2010/main" val="18471081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3D09407-53BC-485E-B4CE-BC5E4FC4B2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21DB988-49FC-4608-B0A2-E2F3A40190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122BFE-D214-68C6-D22B-F22E3483E84F}"/>
              </a:ext>
            </a:extLst>
          </p:cNvPr>
          <p:cNvSpPr>
            <a:spLocks noGrp="1"/>
          </p:cNvSpPr>
          <p:nvPr>
            <p:ph type="title"/>
          </p:nvPr>
        </p:nvSpPr>
        <p:spPr>
          <a:xfrm>
            <a:off x="755903" y="3399769"/>
            <a:ext cx="10640754" cy="775845"/>
          </a:xfrm>
        </p:spPr>
        <p:txBody>
          <a:bodyPr vert="horz" lIns="91440" tIns="45720" rIns="91440" bIns="45720" rtlCol="0" anchor="b">
            <a:normAutofit/>
          </a:bodyPr>
          <a:lstStyle/>
          <a:p>
            <a:pPr algn="ctr"/>
            <a:r>
              <a:rPr lang="en-US" sz="4000" kern="1200">
                <a:solidFill>
                  <a:schemeClr val="tx2"/>
                </a:solidFill>
                <a:latin typeface="+mj-lt"/>
                <a:ea typeface="+mj-ea"/>
                <a:cs typeface="+mj-cs"/>
              </a:rPr>
              <a:t>Logging Into Different Subnets</a:t>
            </a:r>
            <a:r>
              <a:rPr lang="en-US" sz="4000">
                <a:solidFill>
                  <a:schemeClr val="tx2"/>
                </a:solidFill>
              </a:rPr>
              <a:t> WSSH</a:t>
            </a:r>
            <a:endParaRPr lang="en-US" sz="4000" kern="1200">
              <a:solidFill>
                <a:schemeClr val="tx2"/>
              </a:solidFill>
              <a:latin typeface="+mj-lt"/>
              <a:ea typeface="+mj-ea"/>
              <a:cs typeface="+mj-cs"/>
            </a:endParaRPr>
          </a:p>
        </p:txBody>
      </p:sp>
      <p:grpSp>
        <p:nvGrpSpPr>
          <p:cNvPr id="14" name="Group 13">
            <a:extLst>
              <a:ext uri="{FF2B5EF4-FFF2-40B4-BE49-F238E27FC236}">
                <a16:creationId xmlns:a16="http://schemas.microsoft.com/office/drawing/2014/main" id="{E9B930FD-8671-4C4C-ADCF-73AC1D0CD4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5" name="Freeform: Shape 14">
              <a:extLst>
                <a:ext uri="{FF2B5EF4-FFF2-40B4-BE49-F238E27FC236}">
                  <a16:creationId xmlns:a16="http://schemas.microsoft.com/office/drawing/2014/main" id="{C35B12C1-569C-4E37-AA33-7EF215F201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23E2660-7810-46F6-8752-187127C830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991DC45-0378-45B3-B325-FB8F98545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8" name="Freeform: Shape 17">
              <a:extLst>
                <a:ext uri="{FF2B5EF4-FFF2-40B4-BE49-F238E27FC236}">
                  <a16:creationId xmlns:a16="http://schemas.microsoft.com/office/drawing/2014/main" id="{E228F5BA-5150-4554-B7EA-93F371F3B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A blue and yellow logo&#10;&#10;AI-generated content may be incorrect.">
            <a:extLst>
              <a:ext uri="{FF2B5EF4-FFF2-40B4-BE49-F238E27FC236}">
                <a16:creationId xmlns:a16="http://schemas.microsoft.com/office/drawing/2014/main" id="{6AD06522-45F4-C02E-E066-10BDEBDB48C2}"/>
              </a:ext>
            </a:extLst>
          </p:cNvPr>
          <p:cNvPicPr>
            <a:picLocks noChangeAspect="1"/>
          </p:cNvPicPr>
          <p:nvPr/>
        </p:nvPicPr>
        <p:blipFill>
          <a:blip r:embed="rId2"/>
          <a:stretch>
            <a:fillRect/>
          </a:stretch>
        </p:blipFill>
        <p:spPr>
          <a:xfrm>
            <a:off x="1216442" y="320231"/>
            <a:ext cx="9697663" cy="2836567"/>
          </a:xfrm>
          <a:prstGeom prst="rect">
            <a:avLst/>
          </a:prstGeom>
        </p:spPr>
      </p:pic>
      <p:grpSp>
        <p:nvGrpSpPr>
          <p:cNvPr id="20" name="Group 19">
            <a:extLst>
              <a:ext uri="{FF2B5EF4-FFF2-40B4-BE49-F238E27FC236}">
                <a16:creationId xmlns:a16="http://schemas.microsoft.com/office/drawing/2014/main" id="{383C2651-AE0C-4AE4-8725-E2F9414FE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1" name="Freeform: Shape 20">
              <a:extLst>
                <a:ext uri="{FF2B5EF4-FFF2-40B4-BE49-F238E27FC236}">
                  <a16:creationId xmlns:a16="http://schemas.microsoft.com/office/drawing/2014/main" id="{CCE13265-B5D2-47B4-A199-E05F390D5B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93EBD03-D832-462C-9304-7273698ED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0D53D3E2-805E-40D2-964F-352BF6D476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B7A9A916-A926-43E6-800F-432ABC3F24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389972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9F4673-67DD-EFA4-0EA4-A7758E0260AB}"/>
              </a:ext>
            </a:extLst>
          </p:cNvPr>
          <p:cNvSpPr>
            <a:spLocks noGrp="1"/>
          </p:cNvSpPr>
          <p:nvPr>
            <p:ph type="title"/>
          </p:nvPr>
        </p:nvSpPr>
        <p:spPr>
          <a:xfrm>
            <a:off x="589560" y="856180"/>
            <a:ext cx="5279408" cy="1128068"/>
          </a:xfrm>
        </p:spPr>
        <p:txBody>
          <a:bodyPr vert="horz" lIns="91440" tIns="45720" rIns="91440" bIns="45720" rtlCol="0" anchor="ctr">
            <a:normAutofit/>
          </a:bodyPr>
          <a:lstStyle/>
          <a:p>
            <a:r>
              <a:rPr lang="en-US" sz="3700"/>
              <a:t>What are SSH (Secure Shell), WSSH?</a:t>
            </a:r>
          </a:p>
        </p:txBody>
      </p:sp>
      <p:grpSp>
        <p:nvGrpSpPr>
          <p:cNvPr id="22" name="Group 21">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 name="Rectangle 2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71F3E5F-EBDE-F7CF-1132-BD9B96A514DF}"/>
              </a:ext>
            </a:extLst>
          </p:cNvPr>
          <p:cNvSpPr>
            <a:spLocks noGrp="1"/>
          </p:cNvSpPr>
          <p:nvPr>
            <p:ph idx="1"/>
          </p:nvPr>
        </p:nvSpPr>
        <p:spPr>
          <a:xfrm>
            <a:off x="590719" y="2330505"/>
            <a:ext cx="5278066" cy="3979585"/>
          </a:xfrm>
        </p:spPr>
        <p:txBody>
          <a:bodyPr vert="horz" lIns="91440" tIns="45720" rIns="91440" bIns="45720" rtlCol="0" anchor="ctr">
            <a:normAutofit/>
          </a:bodyPr>
          <a:lstStyle/>
          <a:p>
            <a:r>
              <a:rPr lang="en-US" sz="1900"/>
              <a:t>A service your computer has. Services run on virtual "ports"</a:t>
            </a:r>
            <a:endParaRPr lang="en-US"/>
          </a:p>
          <a:p>
            <a:r>
              <a:rPr lang="en-US" sz="1900"/>
              <a:t>Post office/box analogy</a:t>
            </a:r>
            <a:endParaRPr lang="en-US" sz="1900" dirty="0"/>
          </a:p>
          <a:p>
            <a:r>
              <a:rPr lang="en-US" sz="1900"/>
              <a:t>Secure remote access tool requiring a login</a:t>
            </a:r>
            <a:endParaRPr lang="en-US"/>
          </a:p>
          <a:p>
            <a:r>
              <a:rPr lang="en-US" sz="1900" dirty="0"/>
              <a:t>If allowed you can log into the root (administrative) terminal of another computer</a:t>
            </a:r>
          </a:p>
          <a:p>
            <a:r>
              <a:rPr lang="en-US" sz="1900"/>
              <a:t>WSSH is a public software allowing you to do  this through a web browser (Web-SSH)</a:t>
            </a:r>
          </a:p>
          <a:p>
            <a:endParaRPr lang="en-US" sz="1900"/>
          </a:p>
        </p:txBody>
      </p:sp>
      <p:sp>
        <p:nvSpPr>
          <p:cNvPr id="28" name="Rectangle 27">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3F95DC1B-7513-B608-8DC2-605D8D931E2B}"/>
              </a:ext>
            </a:extLst>
          </p:cNvPr>
          <p:cNvPicPr>
            <a:picLocks noChangeAspect="1"/>
          </p:cNvPicPr>
          <p:nvPr/>
        </p:nvPicPr>
        <p:blipFill>
          <a:blip r:embed="rId4"/>
          <a:stretch>
            <a:fillRect/>
          </a:stretch>
        </p:blipFill>
        <p:spPr>
          <a:xfrm>
            <a:off x="7083423" y="1198145"/>
            <a:ext cx="4397433" cy="1286249"/>
          </a:xfrm>
          <a:prstGeom prst="rect">
            <a:avLst/>
          </a:prstGeom>
        </p:spPr>
      </p:pic>
      <p:sp>
        <p:nvSpPr>
          <p:cNvPr id="32" name="Rectangle 31">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shot of a computer&#10;&#10;AI-generated content may be incorrect.">
            <a:extLst>
              <a:ext uri="{FF2B5EF4-FFF2-40B4-BE49-F238E27FC236}">
                <a16:creationId xmlns:a16="http://schemas.microsoft.com/office/drawing/2014/main" id="{195BC8F2-7F72-B20E-C353-8CA6B8477342}"/>
              </a:ext>
            </a:extLst>
          </p:cNvPr>
          <p:cNvPicPr>
            <a:picLocks noChangeAspect="1"/>
          </p:cNvPicPr>
          <p:nvPr/>
        </p:nvPicPr>
        <p:blipFill>
          <a:blip r:embed="rId5"/>
          <a:srcRect t="-177" r="62079" b="56870"/>
          <a:stretch>
            <a:fillRect/>
          </a:stretch>
        </p:blipFill>
        <p:spPr>
          <a:xfrm>
            <a:off x="7320757" y="3707894"/>
            <a:ext cx="3920900" cy="2518756"/>
          </a:xfrm>
          <a:prstGeom prst="rect">
            <a:avLst/>
          </a:prstGeom>
        </p:spPr>
      </p:pic>
      <p:sp>
        <p:nvSpPr>
          <p:cNvPr id="7" name="TextBox 6">
            <a:extLst>
              <a:ext uri="{FF2B5EF4-FFF2-40B4-BE49-F238E27FC236}">
                <a16:creationId xmlns:a16="http://schemas.microsoft.com/office/drawing/2014/main" id="{5C58C43D-2527-29F2-E66B-AC37DC133EF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1265271549"/>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455AD-0B1E-8610-5590-9FF12F5E0BA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D65CA-FFFE-907C-3113-A2E0E04113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A2AE0AA-262A-0AAE-BAA7-48CA1142E6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550823C-3AC0-CCF9-07C2-976A4AC32D3B}"/>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WSSH Login</a:t>
            </a:r>
          </a:p>
        </p:txBody>
      </p:sp>
      <p:sp>
        <p:nvSpPr>
          <p:cNvPr id="4" name="Text Placeholder 3">
            <a:extLst>
              <a:ext uri="{FF2B5EF4-FFF2-40B4-BE49-F238E27FC236}">
                <a16:creationId xmlns:a16="http://schemas.microsoft.com/office/drawing/2014/main" id="{C62BD662-5C09-0213-45F8-C2BFF0E43ABE}"/>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dirty="0">
                <a:solidFill>
                  <a:srgbClr val="FFFFFF"/>
                </a:solidFill>
                <a:ea typeface="+mn-lt"/>
                <a:cs typeface="+mn-lt"/>
              </a:rPr>
              <a:t>http://192.168.10.219:8888/</a:t>
            </a:r>
            <a:endParaRPr lang="en-US" dirty="0">
              <a:ea typeface="+mn-ea"/>
              <a:cs typeface="+mn-cs"/>
            </a:endParaRPr>
          </a:p>
        </p:txBody>
      </p:sp>
      <p:sp>
        <p:nvSpPr>
          <p:cNvPr id="15" name="sketch line">
            <a:extLst>
              <a:ext uri="{FF2B5EF4-FFF2-40B4-BE49-F238E27FC236}">
                <a16:creationId xmlns:a16="http://schemas.microsoft.com/office/drawing/2014/main" id="{F9283116-6826-E83E-CEF9-AE176F869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and yellow logo&#10;&#10;AI-generated content may be incorrect.">
            <a:extLst>
              <a:ext uri="{FF2B5EF4-FFF2-40B4-BE49-F238E27FC236}">
                <a16:creationId xmlns:a16="http://schemas.microsoft.com/office/drawing/2014/main" id="{6CD067A8-9BFF-26A7-1418-296478F7092D}"/>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5" name="TextBox 4">
            <a:extLst>
              <a:ext uri="{FF2B5EF4-FFF2-40B4-BE49-F238E27FC236}">
                <a16:creationId xmlns:a16="http://schemas.microsoft.com/office/drawing/2014/main" id="{94C5B056-74B2-F290-D558-870D9BDF84A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430627255"/>
      </p:ext>
    </p:extLst>
  </p:cSld>
  <p:clrMapOvr>
    <a:masterClrMapping/>
  </p:clrMapOvr>
  <p:extLst>
    <p:ext uri="{6950BFC3-D8DA-4A85-94F7-54DA5524770B}">
      <p188:commentRel xmlns:p188="http://schemas.microsoft.com/office/powerpoint/2018/8/main" r:id="rId2"/>
    </p:ext>
  </p:extLst>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C7016A54-A598-7C6E-8E2C-89FAB8C7FC10}"/>
              </a:ext>
            </a:extLst>
          </p:cNvPr>
          <p:cNvPicPr>
            <a:picLocks noChangeAspect="1"/>
          </p:cNvPicPr>
          <p:nvPr/>
        </p:nvPicPr>
        <p:blipFill>
          <a:blip r:embed="rId3"/>
          <a:stretch>
            <a:fillRect/>
          </a:stretch>
        </p:blipFill>
        <p:spPr>
          <a:xfrm>
            <a:off x="0" y="0"/>
            <a:ext cx="12192000" cy="6858000"/>
          </a:xfrm>
          <a:prstGeom prst="rect">
            <a:avLst/>
          </a:prstGeom>
        </p:spPr>
      </p:pic>
      <p:pic>
        <p:nvPicPr>
          <p:cNvPr id="3" name="Picture 2" descr="A blue and yellow logo&#10;&#10;AI-generated content may be incorrect.">
            <a:extLst>
              <a:ext uri="{FF2B5EF4-FFF2-40B4-BE49-F238E27FC236}">
                <a16:creationId xmlns:a16="http://schemas.microsoft.com/office/drawing/2014/main" id="{F65D9E15-194A-CEA4-4CA2-271473F6ACF1}"/>
              </a:ext>
            </a:extLst>
          </p:cNvPr>
          <p:cNvPicPr>
            <a:picLocks noChangeAspect="1"/>
          </p:cNvPicPr>
          <p:nvPr/>
        </p:nvPicPr>
        <p:blipFill>
          <a:blip r:embed="rId4"/>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DFAFE6D6-DB22-FBAB-3246-8E08700F18D4}"/>
              </a:ext>
            </a:extLst>
          </p:cNvPr>
          <p:cNvSpPr txBox="1"/>
          <p:nvPr/>
        </p:nvSpPr>
        <p:spPr>
          <a:xfrm>
            <a:off x="11058130"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4084785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9CCC3D8-2B5D-7EDA-EB68-0FF1B206B041}"/>
              </a:ext>
            </a:extLst>
          </p:cNvPr>
          <p:cNvSpPr>
            <a:spLocks noGrp="1"/>
          </p:cNvSpPr>
          <p:nvPr>
            <p:ph type="title"/>
          </p:nvPr>
        </p:nvSpPr>
        <p:spPr>
          <a:xfrm>
            <a:off x="1043631" y="809898"/>
            <a:ext cx="10173010" cy="1554480"/>
          </a:xfrm>
        </p:spPr>
        <p:txBody>
          <a:bodyPr anchor="ctr">
            <a:normAutofit/>
          </a:bodyPr>
          <a:lstStyle/>
          <a:p>
            <a:r>
              <a:rPr lang="en-US" sz="4800"/>
              <a:t>Login Directions</a:t>
            </a:r>
          </a:p>
        </p:txBody>
      </p:sp>
      <p:cxnSp>
        <p:nvCxnSpPr>
          <p:cNvPr id="20" name="Straight Connector 1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8" name="Text Placeholder 2">
            <a:extLst>
              <a:ext uri="{FF2B5EF4-FFF2-40B4-BE49-F238E27FC236}">
                <a16:creationId xmlns:a16="http://schemas.microsoft.com/office/drawing/2014/main" id="{98C05C3B-A166-52E0-6908-3683128299E3}"/>
              </a:ext>
            </a:extLst>
          </p:cNvPr>
          <p:cNvGraphicFramePr>
            <a:graphicFrameLocks noGrp="1"/>
          </p:cNvGraphicFramePr>
          <p:nvPr>
            <p:ph idx="1"/>
            <p:extLst>
              <p:ext uri="{D42A27DB-BD31-4B8C-83A1-F6EECF244321}">
                <p14:modId xmlns:p14="http://schemas.microsoft.com/office/powerpoint/2010/main" val="3357447600"/>
              </p:ext>
            </p:extLst>
          </p:nvPr>
        </p:nvGraphicFramePr>
        <p:xfrm>
          <a:off x="534489" y="2763519"/>
          <a:ext cx="5595983" cy="283978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33" name="Table 32">
            <a:extLst>
              <a:ext uri="{FF2B5EF4-FFF2-40B4-BE49-F238E27FC236}">
                <a16:creationId xmlns:a16="http://schemas.microsoft.com/office/drawing/2014/main" id="{9B9D71AD-B5CD-DCCC-B396-B7F3DE07CA72}"/>
              </a:ext>
            </a:extLst>
          </p:cNvPr>
          <p:cNvGraphicFramePr>
            <a:graphicFrameLocks noGrp="1"/>
          </p:cNvGraphicFramePr>
          <p:nvPr>
            <p:extLst>
              <p:ext uri="{D42A27DB-BD31-4B8C-83A1-F6EECF244321}">
                <p14:modId xmlns:p14="http://schemas.microsoft.com/office/powerpoint/2010/main" val="1328507815"/>
              </p:ext>
            </p:extLst>
          </p:nvPr>
        </p:nvGraphicFramePr>
        <p:xfrm>
          <a:off x="6633028" y="3534228"/>
          <a:ext cx="5422764" cy="2929720"/>
        </p:xfrm>
        <a:graphic>
          <a:graphicData uri="http://schemas.openxmlformats.org/drawingml/2006/table">
            <a:tbl>
              <a:tblPr firstRow="1" bandRow="1">
                <a:tableStyleId>{5C22544A-7EE6-4342-B048-85BDC9FD1C3A}</a:tableStyleId>
              </a:tblPr>
              <a:tblGrid>
                <a:gridCol w="2711382">
                  <a:extLst>
                    <a:ext uri="{9D8B030D-6E8A-4147-A177-3AD203B41FA5}">
                      <a16:colId xmlns:a16="http://schemas.microsoft.com/office/drawing/2014/main" val="246302470"/>
                    </a:ext>
                  </a:extLst>
                </a:gridCol>
                <a:gridCol w="2711382">
                  <a:extLst>
                    <a:ext uri="{9D8B030D-6E8A-4147-A177-3AD203B41FA5}">
                      <a16:colId xmlns:a16="http://schemas.microsoft.com/office/drawing/2014/main" val="706118701"/>
                    </a:ext>
                  </a:extLst>
                </a:gridCol>
              </a:tblGrid>
              <a:tr h="366215">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192.168.32.xxx</a:t>
                      </a:r>
                      <a:endParaRPr lang="en-US" dirty="0"/>
                    </a:p>
                  </a:txBody>
                  <a:tcPr/>
                </a:tc>
                <a:extLst>
                  <a:ext uri="{0D108BD9-81ED-4DB2-BD59-A6C34878D82A}">
                    <a16:rowId xmlns:a16="http://schemas.microsoft.com/office/drawing/2014/main" val="2056085489"/>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192.168.40.xxx</a:t>
                      </a:r>
                    </a:p>
                  </a:txBody>
                  <a:tcPr/>
                </a:tc>
                <a:extLst>
                  <a:ext uri="{0D108BD9-81ED-4DB2-BD59-A6C34878D82A}">
                    <a16:rowId xmlns:a16="http://schemas.microsoft.com/office/drawing/2014/main" val="4046780729"/>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192.168.41.xxx</a:t>
                      </a:r>
                    </a:p>
                  </a:txBody>
                  <a:tcPr/>
                </a:tc>
                <a:extLst>
                  <a:ext uri="{0D108BD9-81ED-4DB2-BD59-A6C34878D82A}">
                    <a16:rowId xmlns:a16="http://schemas.microsoft.com/office/drawing/2014/main" val="3125374924"/>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192.168.42.xxx</a:t>
                      </a:r>
                      <a:endParaRPr lang="en-US" dirty="0"/>
                    </a:p>
                  </a:txBody>
                  <a:tcPr/>
                </a:tc>
                <a:extLst>
                  <a:ext uri="{0D108BD9-81ED-4DB2-BD59-A6C34878D82A}">
                    <a16:rowId xmlns:a16="http://schemas.microsoft.com/office/drawing/2014/main" val="3261268162"/>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192.168.50.xxx</a:t>
                      </a:r>
                    </a:p>
                  </a:txBody>
                  <a:tcPr/>
                </a:tc>
                <a:extLst>
                  <a:ext uri="{0D108BD9-81ED-4DB2-BD59-A6C34878D82A}">
                    <a16:rowId xmlns:a16="http://schemas.microsoft.com/office/drawing/2014/main" val="1339171364"/>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192.168.51.xxx</a:t>
                      </a:r>
                    </a:p>
                  </a:txBody>
                  <a:tcPr/>
                </a:tc>
                <a:extLst>
                  <a:ext uri="{0D108BD9-81ED-4DB2-BD59-A6C34878D82A}">
                    <a16:rowId xmlns:a16="http://schemas.microsoft.com/office/drawing/2014/main" val="3605752031"/>
                  </a:ext>
                </a:extLst>
              </a:tr>
              <a:tr h="366215">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r>
                        <a:rPr lang="en-US"/>
                        <a:t>192.168.52.xxx</a:t>
                      </a:r>
                    </a:p>
                  </a:txBody>
                  <a:tcPr/>
                </a:tc>
                <a:extLst>
                  <a:ext uri="{0D108BD9-81ED-4DB2-BD59-A6C34878D82A}">
                    <a16:rowId xmlns:a16="http://schemas.microsoft.com/office/drawing/2014/main" val="1354636698"/>
                  </a:ext>
                </a:extLst>
              </a:tr>
            </a:tbl>
          </a:graphicData>
        </a:graphic>
      </p:graphicFrame>
      <p:graphicFrame>
        <p:nvGraphicFramePr>
          <p:cNvPr id="35" name="Table 34">
            <a:extLst>
              <a:ext uri="{FF2B5EF4-FFF2-40B4-BE49-F238E27FC236}">
                <a16:creationId xmlns:a16="http://schemas.microsoft.com/office/drawing/2014/main" id="{FF421B95-160C-CE64-38C6-7C2EE1DC6AD6}"/>
              </a:ext>
            </a:extLst>
          </p:cNvPr>
          <p:cNvGraphicFramePr>
            <a:graphicFrameLocks noGrp="1"/>
          </p:cNvGraphicFramePr>
          <p:nvPr>
            <p:extLst>
              <p:ext uri="{D42A27DB-BD31-4B8C-83A1-F6EECF244321}">
                <p14:modId xmlns:p14="http://schemas.microsoft.com/office/powerpoint/2010/main" val="2491907508"/>
              </p:ext>
            </p:extLst>
          </p:nvPr>
        </p:nvGraphicFramePr>
        <p:xfrm>
          <a:off x="6633028" y="1727199"/>
          <a:ext cx="5422764" cy="2194560"/>
        </p:xfrm>
        <a:graphic>
          <a:graphicData uri="http://schemas.openxmlformats.org/drawingml/2006/table">
            <a:tbl>
              <a:tblPr firstRow="1" bandRow="1">
                <a:tableStyleId>{5C22544A-7EE6-4342-B048-85BDC9FD1C3A}</a:tableStyleId>
              </a:tblPr>
              <a:tblGrid>
                <a:gridCol w="2711382">
                  <a:extLst>
                    <a:ext uri="{9D8B030D-6E8A-4147-A177-3AD203B41FA5}">
                      <a16:colId xmlns:a16="http://schemas.microsoft.com/office/drawing/2014/main" val="2328387232"/>
                    </a:ext>
                  </a:extLst>
                </a:gridCol>
                <a:gridCol w="2711382">
                  <a:extLst>
                    <a:ext uri="{9D8B030D-6E8A-4147-A177-3AD203B41FA5}">
                      <a16:colId xmlns:a16="http://schemas.microsoft.com/office/drawing/2014/main" val="669837372"/>
                    </a:ext>
                  </a:extLst>
                </a:gridCol>
              </a:tblGrid>
              <a:tr h="170351">
                <a:tc>
                  <a:txBody>
                    <a:bodyPr/>
                    <a:lstStyle/>
                    <a:p>
                      <a:r>
                        <a:rPr lang="en-US"/>
                        <a:t>Student</a:t>
                      </a:r>
                    </a:p>
                  </a:txBody>
                  <a:tcPr/>
                </a:tc>
                <a:tc>
                  <a:txBody>
                    <a:bodyPr/>
                    <a:lstStyle/>
                    <a:p>
                      <a:pPr lvl="0">
                        <a:buNone/>
                      </a:pPr>
                      <a:r>
                        <a:rPr lang="en-US"/>
                        <a:t>Hostname</a:t>
                      </a:r>
                    </a:p>
                  </a:txBody>
                  <a:tcPr/>
                </a:tc>
                <a:extLst>
                  <a:ext uri="{0D108BD9-81ED-4DB2-BD59-A6C34878D82A}">
                    <a16:rowId xmlns:a16="http://schemas.microsoft.com/office/drawing/2014/main" val="1158065527"/>
                  </a:ext>
                </a:extLst>
              </a:tr>
              <a:tr h="170351">
                <a:tc>
                  <a:txBody>
                    <a:bodyPr/>
                    <a:lstStyle/>
                    <a:p>
                      <a:r>
                        <a:rPr lang="en-US" dirty="0" err="1"/>
                        <a:t>StudentName</a:t>
                      </a:r>
                    </a:p>
                  </a:txBody>
                  <a:tcPr/>
                </a:tc>
                <a:tc>
                  <a:txBody>
                    <a:bodyPr/>
                    <a:lstStyle/>
                    <a:p>
                      <a:pPr lvl="0">
                        <a:buNone/>
                      </a:pPr>
                      <a:r>
                        <a:rPr lang="en-US"/>
                        <a:t>192.168.20.xxx</a:t>
                      </a:r>
                    </a:p>
                  </a:txBody>
                  <a:tcPr/>
                </a:tc>
                <a:extLst>
                  <a:ext uri="{0D108BD9-81ED-4DB2-BD59-A6C34878D82A}">
                    <a16:rowId xmlns:a16="http://schemas.microsoft.com/office/drawing/2014/main" val="3872719047"/>
                  </a:ext>
                </a:extLst>
              </a:tr>
              <a:tr h="170351">
                <a:tc>
                  <a:txBody>
                    <a:bodyPr/>
                    <a:lstStyle/>
                    <a:p>
                      <a:pPr lvl="0">
                        <a:buNone/>
                      </a:pPr>
                      <a:r>
                        <a:rPr lang="en-US" dirty="0" err="1"/>
                        <a:t>StudentName</a:t>
                      </a:r>
                    </a:p>
                  </a:txBody>
                  <a:tcPr/>
                </a:tc>
                <a:tc>
                  <a:txBody>
                    <a:bodyPr/>
                    <a:lstStyle/>
                    <a:p>
                      <a:r>
                        <a:rPr lang="en-US"/>
                        <a:t>191.168.21.xxx</a:t>
                      </a:r>
                    </a:p>
                  </a:txBody>
                  <a:tcPr/>
                </a:tc>
                <a:extLst>
                  <a:ext uri="{0D108BD9-81ED-4DB2-BD59-A6C34878D82A}">
                    <a16:rowId xmlns:a16="http://schemas.microsoft.com/office/drawing/2014/main" val="1467833407"/>
                  </a:ext>
                </a:extLst>
              </a:tr>
              <a:tr h="170351">
                <a:tc>
                  <a:txBody>
                    <a:bodyPr/>
                    <a:lstStyle/>
                    <a:p>
                      <a:pPr lvl="0">
                        <a:buNone/>
                      </a:pPr>
                      <a:r>
                        <a:rPr lang="en-US" dirty="0" err="1"/>
                        <a:t>StudentName</a:t>
                      </a:r>
                    </a:p>
                  </a:txBody>
                  <a:tcPr/>
                </a:tc>
                <a:tc>
                  <a:txBody>
                    <a:bodyPr/>
                    <a:lstStyle/>
                    <a:p>
                      <a:r>
                        <a:rPr lang="en-US"/>
                        <a:t>192.168.22.xxx</a:t>
                      </a:r>
                      <a:endParaRPr lang="en-US" dirty="0"/>
                    </a:p>
                  </a:txBody>
                  <a:tcPr/>
                </a:tc>
                <a:extLst>
                  <a:ext uri="{0D108BD9-81ED-4DB2-BD59-A6C34878D82A}">
                    <a16:rowId xmlns:a16="http://schemas.microsoft.com/office/drawing/2014/main" val="1053998084"/>
                  </a:ext>
                </a:extLst>
              </a:tr>
              <a:tr h="170351">
                <a:tc>
                  <a:txBody>
                    <a:bodyPr/>
                    <a:lstStyle/>
                    <a:p>
                      <a:pPr lvl="0">
                        <a:buNone/>
                      </a:pPr>
                      <a:r>
                        <a:rPr lang="en-US" dirty="0" err="1"/>
                        <a:t>StudentName</a:t>
                      </a:r>
                    </a:p>
                  </a:txBody>
                  <a:tcPr/>
                </a:tc>
                <a:tc>
                  <a:txBody>
                    <a:bodyPr/>
                    <a:lstStyle/>
                    <a:p>
                      <a:r>
                        <a:rPr lang="en-US"/>
                        <a:t>192.168.30.xxx</a:t>
                      </a:r>
                      <a:endParaRPr lang="en-US" dirty="0"/>
                    </a:p>
                  </a:txBody>
                  <a:tcPr/>
                </a:tc>
                <a:extLst>
                  <a:ext uri="{0D108BD9-81ED-4DB2-BD59-A6C34878D82A}">
                    <a16:rowId xmlns:a16="http://schemas.microsoft.com/office/drawing/2014/main" val="3940155608"/>
                  </a:ext>
                </a:extLst>
              </a:tr>
              <a:tr h="170351">
                <a:tc>
                  <a:txBody>
                    <a:bodyPr/>
                    <a:lstStyle/>
                    <a:p>
                      <a:pPr lvl="0">
                        <a:buNone/>
                      </a:pPr>
                      <a:r>
                        <a:rPr lang="en-US" dirty="0" err="1"/>
                        <a:t>StudentName</a:t>
                      </a:r>
                    </a:p>
                  </a:txBody>
                  <a:tcPr/>
                </a:tc>
                <a:tc>
                  <a:txBody>
                    <a:bodyPr/>
                    <a:lstStyle/>
                    <a:p>
                      <a:r>
                        <a:rPr lang="en-US"/>
                        <a:t>192.168.31.xxx</a:t>
                      </a:r>
                      <a:endParaRPr lang="en-US" dirty="0"/>
                    </a:p>
                  </a:txBody>
                  <a:tcPr/>
                </a:tc>
                <a:extLst>
                  <a:ext uri="{0D108BD9-81ED-4DB2-BD59-A6C34878D82A}">
                    <a16:rowId xmlns:a16="http://schemas.microsoft.com/office/drawing/2014/main" val="2286345971"/>
                  </a:ext>
                </a:extLst>
              </a:tr>
            </a:tbl>
          </a:graphicData>
        </a:graphic>
      </p:graphicFrame>
      <p:pic>
        <p:nvPicPr>
          <p:cNvPr id="52" name="Picture 51" descr="A blue and yellow logo&#10;&#10;AI-generated content may be incorrect.">
            <a:extLst>
              <a:ext uri="{FF2B5EF4-FFF2-40B4-BE49-F238E27FC236}">
                <a16:creationId xmlns:a16="http://schemas.microsoft.com/office/drawing/2014/main" id="{6D7EDF60-793B-631B-7AD1-D73EA8AC6371}"/>
              </a:ext>
            </a:extLst>
          </p:cNvPr>
          <p:cNvPicPr>
            <a:picLocks noChangeAspect="1"/>
          </p:cNvPicPr>
          <p:nvPr/>
        </p:nvPicPr>
        <p:blipFill>
          <a:blip r:embed="rId9"/>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E5AAB507-BD86-1C27-45D7-2BA995DFCD4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396550442"/>
      </p:ext>
    </p:extLst>
  </p:cSld>
  <p:clrMapOvr>
    <a:masterClrMapping/>
  </p:clrMapOvr>
  <p:extLst>
    <p:ext uri="{6950BFC3-D8DA-4A85-94F7-54DA5524770B}">
      <p188:commentRel xmlns:p188="http://schemas.microsoft.com/office/powerpoint/2018/8/main" r:id="rId3"/>
    </p:ext>
  </p:extLst>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29B3F5-A2B0-2523-9B59-D3764AE3026E}"/>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C393A-FB4F-35D7-03E1-195C6613EB42}"/>
              </a:ext>
            </a:extLst>
          </p:cNvPr>
          <p:cNvSpPr>
            <a:spLocks noGrp="1"/>
          </p:cNvSpPr>
          <p:nvPr>
            <p:ph type="title"/>
          </p:nvPr>
        </p:nvSpPr>
        <p:spPr>
          <a:xfrm>
            <a:off x="793662" y="386930"/>
            <a:ext cx="10066122" cy="1298448"/>
          </a:xfrm>
        </p:spPr>
        <p:txBody>
          <a:bodyPr anchor="b">
            <a:normAutofit/>
          </a:bodyPr>
          <a:lstStyle/>
          <a:p>
            <a:r>
              <a:rPr lang="en-US" sz="4800"/>
              <a:t>Activity Pt. 2</a:t>
            </a:r>
          </a:p>
        </p:txBody>
      </p:sp>
      <p:sp>
        <p:nvSpPr>
          <p:cNvPr id="15" name="Rectangle 1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7AF48461-1615-776D-2286-66369C74C74E}"/>
              </a:ext>
            </a:extLst>
          </p:cNvPr>
          <p:cNvPicPr>
            <a:picLocks noChangeAspect="1"/>
          </p:cNvPicPr>
          <p:nvPr/>
        </p:nvPicPr>
        <p:blipFill>
          <a:blip r:embed="rId3"/>
          <a:stretch>
            <a:fillRect/>
          </a:stretch>
        </p:blipFill>
        <p:spPr>
          <a:xfrm>
            <a:off x="5911532" y="3588149"/>
            <a:ext cx="5150277" cy="1506456"/>
          </a:xfrm>
          <a:prstGeom prst="rect">
            <a:avLst/>
          </a:prstGeom>
        </p:spPr>
      </p:pic>
      <p:sp>
        <p:nvSpPr>
          <p:cNvPr id="19" name="Rectangle 1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Content Placeholder 2">
            <a:extLst>
              <a:ext uri="{FF2B5EF4-FFF2-40B4-BE49-F238E27FC236}">
                <a16:creationId xmlns:a16="http://schemas.microsoft.com/office/drawing/2014/main" id="{0B18F299-3990-77EC-FEBA-D6F99C702441}"/>
              </a:ext>
            </a:extLst>
          </p:cNvPr>
          <p:cNvGraphicFramePr>
            <a:graphicFrameLocks noGrp="1"/>
          </p:cNvGraphicFramePr>
          <p:nvPr>
            <p:ph idx="1"/>
            <p:extLst>
              <p:ext uri="{D42A27DB-BD31-4B8C-83A1-F6EECF244321}">
                <p14:modId xmlns:p14="http://schemas.microsoft.com/office/powerpoint/2010/main" val="2943123568"/>
              </p:ext>
            </p:extLst>
          </p:nvPr>
        </p:nvGraphicFramePr>
        <p:xfrm>
          <a:off x="793661" y="2599509"/>
          <a:ext cx="4530898" cy="363945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3E943891-7CDF-C1A7-3D4D-F43B9280863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spTree>
    <p:extLst>
      <p:ext uri="{BB962C8B-B14F-4D97-AF65-F5344CB8AC3E}">
        <p14:creationId xmlns:p14="http://schemas.microsoft.com/office/powerpoint/2010/main" val="90487059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3A6B4-A337-7DB8-2152-054A12AFB978}"/>
              </a:ext>
            </a:extLst>
          </p:cNvPr>
          <p:cNvSpPr>
            <a:spLocks noGrp="1"/>
          </p:cNvSpPr>
          <p:nvPr>
            <p:ph type="title"/>
          </p:nvPr>
        </p:nvSpPr>
        <p:spPr/>
        <p:txBody>
          <a:bodyPr/>
          <a:lstStyle/>
          <a:p>
            <a:r>
              <a:rPr lang="en-US"/>
              <a:t>Diagram of Our Networks</a:t>
            </a:r>
          </a:p>
        </p:txBody>
      </p:sp>
      <p:pic>
        <p:nvPicPr>
          <p:cNvPr id="4" name="Content Placeholder 3">
            <a:extLst>
              <a:ext uri="{FF2B5EF4-FFF2-40B4-BE49-F238E27FC236}">
                <a16:creationId xmlns:a16="http://schemas.microsoft.com/office/drawing/2014/main" id="{67DCCD16-1CB5-9CCC-8A59-CFC0DB6E9DD6}"/>
              </a:ext>
            </a:extLst>
          </p:cNvPr>
          <p:cNvPicPr>
            <a:picLocks noGrp="1" noChangeAspect="1"/>
          </p:cNvPicPr>
          <p:nvPr>
            <p:ph idx="1"/>
          </p:nvPr>
        </p:nvPicPr>
        <p:blipFill>
          <a:blip r:embed="rId2"/>
          <a:stretch>
            <a:fillRect/>
          </a:stretch>
        </p:blipFill>
        <p:spPr>
          <a:xfrm>
            <a:off x="7660135" y="-1020"/>
            <a:ext cx="4535271" cy="6858000"/>
          </a:xfrm>
          <a:prstGeom prst="rect">
            <a:avLst/>
          </a:prstGeom>
        </p:spPr>
      </p:pic>
      <p:pic>
        <p:nvPicPr>
          <p:cNvPr id="6" name="Picture 5" descr="A blue and yellow logo&#10;&#10;AI-generated content may be incorrect.">
            <a:extLst>
              <a:ext uri="{FF2B5EF4-FFF2-40B4-BE49-F238E27FC236}">
                <a16:creationId xmlns:a16="http://schemas.microsoft.com/office/drawing/2014/main" id="{07892F56-BE87-1912-5582-201073BF6218}"/>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54EB655B-191D-0731-3235-541A93F05599}"/>
              </a:ext>
            </a:extLst>
          </p:cNvPr>
          <p:cNvSpPr txBox="1"/>
          <p:nvPr/>
        </p:nvSpPr>
        <p:spPr>
          <a:xfrm>
            <a:off x="1021267" y="1483968"/>
            <a:ext cx="4056742"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t>What parts can you match on these two diagrams?</a:t>
            </a:r>
            <a:endParaRPr lang="en-US"/>
          </a:p>
        </p:txBody>
      </p:sp>
      <p:pic>
        <p:nvPicPr>
          <p:cNvPr id="9" name="Picture 8" descr="A diagram of a diagram of a computer&#10;&#10;AI-generated content may be incorrect.">
            <a:extLst>
              <a:ext uri="{FF2B5EF4-FFF2-40B4-BE49-F238E27FC236}">
                <a16:creationId xmlns:a16="http://schemas.microsoft.com/office/drawing/2014/main" id="{4923E650-2AA8-F086-1DFA-6C920B844DA6}"/>
              </a:ext>
            </a:extLst>
          </p:cNvPr>
          <p:cNvPicPr>
            <a:picLocks noChangeAspect="1"/>
          </p:cNvPicPr>
          <p:nvPr/>
        </p:nvPicPr>
        <p:blipFill>
          <a:blip r:embed="rId4"/>
          <a:srcRect l="-315" t="32" r="1669" b="61555"/>
          <a:stretch>
            <a:fillRect/>
          </a:stretch>
        </p:blipFill>
        <p:spPr>
          <a:xfrm>
            <a:off x="836736" y="2480454"/>
            <a:ext cx="6178332" cy="3404249"/>
          </a:xfrm>
          <a:prstGeom prst="rect">
            <a:avLst/>
          </a:prstGeom>
        </p:spPr>
      </p:pic>
    </p:spTree>
    <p:extLst>
      <p:ext uri="{BB962C8B-B14F-4D97-AF65-F5344CB8AC3E}">
        <p14:creationId xmlns:p14="http://schemas.microsoft.com/office/powerpoint/2010/main" val="7488360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50860-56C6-66D1-3652-652F22B9B695}"/>
              </a:ext>
            </a:extLst>
          </p:cNvPr>
          <p:cNvSpPr>
            <a:spLocks noGrp="1"/>
          </p:cNvSpPr>
          <p:nvPr>
            <p:ph type="title"/>
          </p:nvPr>
        </p:nvSpPr>
        <p:spPr/>
        <p:txBody>
          <a:bodyPr/>
          <a:lstStyle/>
          <a:p>
            <a:r>
              <a:rPr lang="en-US"/>
              <a:t>Ports/Services</a:t>
            </a:r>
          </a:p>
        </p:txBody>
      </p:sp>
      <p:graphicFrame>
        <p:nvGraphicFramePr>
          <p:cNvPr id="13" name="Content Placeholder 2">
            <a:extLst>
              <a:ext uri="{FF2B5EF4-FFF2-40B4-BE49-F238E27FC236}">
                <a16:creationId xmlns:a16="http://schemas.microsoft.com/office/drawing/2014/main" id="{0A0E5EE9-C370-A3EB-8879-DE4969F61ED6}"/>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3A500E75-8155-F324-FE39-6DF5B7A82A0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4</a:t>
            </a:r>
          </a:p>
        </p:txBody>
      </p:sp>
      <p:pic>
        <p:nvPicPr>
          <p:cNvPr id="7" name="Picture 6" descr="A blue and yellow logo&#10;&#10;AI-generated content may be incorrect.">
            <a:extLst>
              <a:ext uri="{FF2B5EF4-FFF2-40B4-BE49-F238E27FC236}">
                <a16:creationId xmlns:a16="http://schemas.microsoft.com/office/drawing/2014/main" id="{13EE613D-731B-8270-64DC-10ED007E8608}"/>
              </a:ext>
            </a:extLst>
          </p:cNvPr>
          <p:cNvPicPr>
            <a:picLocks noChangeAspect="1"/>
          </p:cNvPicPr>
          <p:nvPr/>
        </p:nvPicPr>
        <p:blipFill>
          <a:blip r:embed="rId7"/>
          <a:stretch>
            <a:fillRect/>
          </a:stretch>
        </p:blipFill>
        <p:spPr>
          <a:xfrm>
            <a:off x="2721" y="6122079"/>
            <a:ext cx="2498272" cy="738869"/>
          </a:xfrm>
          <a:prstGeom prst="rect">
            <a:avLst/>
          </a:prstGeom>
        </p:spPr>
      </p:pic>
    </p:spTree>
    <p:extLst>
      <p:ext uri="{BB962C8B-B14F-4D97-AF65-F5344CB8AC3E}">
        <p14:creationId xmlns:p14="http://schemas.microsoft.com/office/powerpoint/2010/main" val="381944477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37FE72-0404-F949-399D-2EC492F045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AC5AC8A-33DA-E07F-55D5-57B7B73B24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860D919-4162-FFD0-6B7C-868DA33EFB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B43BE70-3C21-790D-BC17-2405A6585C7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20 Minute Break</a:t>
            </a:r>
          </a:p>
        </p:txBody>
      </p:sp>
      <p:sp>
        <p:nvSpPr>
          <p:cNvPr id="14" name="sketch line">
            <a:extLst>
              <a:ext uri="{FF2B5EF4-FFF2-40B4-BE49-F238E27FC236}">
                <a16:creationId xmlns:a16="http://schemas.microsoft.com/office/drawing/2014/main" id="{9D3013D6-31F0-747B-07CA-A92A4BFC99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759B6B9F-7199-A057-C861-91DCDC8208E6}"/>
              </a:ext>
            </a:extLst>
          </p:cNvPr>
          <p:cNvPicPr>
            <a:picLocks noChangeAspect="1"/>
          </p:cNvPicPr>
          <p:nvPr/>
        </p:nvPicPr>
        <p:blipFill>
          <a:blip r:embed="rId3"/>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2938936140"/>
      </p:ext>
    </p:extLst>
  </p:cSld>
  <p:clrMapOvr>
    <a:masterClrMapping/>
  </p:clrMapOvr>
  <p:extLst>
    <p:ext uri="{6950BFC3-D8DA-4A85-94F7-54DA5524770B}">
      <p188:commentRel xmlns:p188="http://schemas.microsoft.com/office/powerpoint/2018/8/main" r:id="rId2"/>
    </p:ext>
  </p:extLst>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6987D-4164-FD82-5242-1AC76E14C77D}"/>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3C3600FD-6EB0-5E3A-94FE-4AE872AAD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9050075B-F1EF-F725-CBAF-B0EAEA5E6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5E2683F-14DC-9009-DA2A-4A27EA840102}"/>
              </a:ext>
            </a:extLst>
          </p:cNvPr>
          <p:cNvSpPr>
            <a:spLocks noGrp="1"/>
          </p:cNvSpPr>
          <p:nvPr>
            <p:ph type="title"/>
          </p:nvPr>
        </p:nvSpPr>
        <p:spPr>
          <a:xfrm>
            <a:off x="1137034" y="609597"/>
            <a:ext cx="9392421" cy="1330841"/>
          </a:xfrm>
        </p:spPr>
        <p:txBody>
          <a:bodyPr>
            <a:normAutofit/>
          </a:bodyPr>
          <a:lstStyle/>
          <a:p>
            <a:r>
              <a:rPr lang="en-US" dirty="0"/>
              <a:t>Module 2 </a:t>
            </a:r>
            <a:r>
              <a:rPr lang="en-US"/>
              <a:t>Agenda: Firewalls</a:t>
            </a:r>
          </a:p>
        </p:txBody>
      </p:sp>
      <p:sp>
        <p:nvSpPr>
          <p:cNvPr id="3" name="Content Placeholder 2">
            <a:extLst>
              <a:ext uri="{FF2B5EF4-FFF2-40B4-BE49-F238E27FC236}">
                <a16:creationId xmlns:a16="http://schemas.microsoft.com/office/drawing/2014/main" id="{9557427E-6785-ACB1-C0A4-8991640DBEB5}"/>
              </a:ext>
            </a:extLst>
          </p:cNvPr>
          <p:cNvSpPr>
            <a:spLocks noGrp="1"/>
          </p:cNvSpPr>
          <p:nvPr>
            <p:ph idx="1"/>
          </p:nvPr>
        </p:nvSpPr>
        <p:spPr>
          <a:xfrm>
            <a:off x="4920" y="1937105"/>
            <a:ext cx="12187080" cy="3917773"/>
          </a:xfrm>
        </p:spPr>
        <p:txBody>
          <a:bodyPr vert="horz" lIns="91440" tIns="45720" rIns="91440" bIns="45720" rtlCol="0" anchor="t">
            <a:noAutofit/>
          </a:bodyPr>
          <a:lstStyle/>
          <a:p>
            <a:pPr marL="0" indent="0">
              <a:buNone/>
            </a:pPr>
            <a:r>
              <a:rPr lang="en-US" sz="2400" dirty="0">
                <a:ea typeface="+mn-lt"/>
                <a:cs typeface="+mn-lt"/>
              </a:rPr>
              <a:t>M2: </a:t>
            </a:r>
            <a:r>
              <a:rPr lang="en-US" sz="2400" b="1" i="1" u="sng" dirty="0">
                <a:ea typeface="+mn-lt"/>
                <a:cs typeface="+mn-lt"/>
              </a:rPr>
              <a:t>these are filler times and need to be changed per presentation, however this is intended to be a ~3 hour</a:t>
            </a:r>
            <a:r>
              <a:rPr lang="en-US" sz="2400" b="1" i="1" u="sng">
                <a:ea typeface="+mn-lt"/>
                <a:cs typeface="+mn-lt"/>
              </a:rPr>
              <a:t> module.</a:t>
            </a:r>
            <a:endParaRPr lang="en-US" b="1" i="1" u="sng" dirty="0">
              <a:ea typeface="+mn-lt"/>
              <a:cs typeface="+mn-lt"/>
            </a:endParaRPr>
          </a:p>
          <a:p>
            <a:r>
              <a:rPr lang="en-US" b="1" dirty="0">
                <a:ea typeface="+mn-lt"/>
                <a:cs typeface="+mn-lt"/>
              </a:rPr>
              <a:t>3:30pm – 4:10pm</a:t>
            </a:r>
            <a:r>
              <a:rPr lang="en-US" dirty="0">
                <a:ea typeface="+mn-lt"/>
                <a:cs typeface="+mn-lt"/>
              </a:rPr>
              <a:t> - </a:t>
            </a:r>
            <a:r>
              <a:rPr lang="en-US" i="1" dirty="0">
                <a:ea typeface="+mn-lt"/>
                <a:cs typeface="+mn-lt"/>
              </a:rPr>
              <a:t>What is a Firewall? Diagram Current Network, Get Into </a:t>
            </a:r>
            <a:r>
              <a:rPr lang="en-US" i="1" dirty="0" err="1">
                <a:ea typeface="+mn-lt"/>
                <a:cs typeface="+mn-lt"/>
              </a:rPr>
              <a:t>OPNsense</a:t>
            </a:r>
            <a:r>
              <a:rPr lang="en-US" i="1" dirty="0">
                <a:ea typeface="+mn-lt"/>
                <a:cs typeface="+mn-lt"/>
              </a:rPr>
              <a:t> WUI</a:t>
            </a:r>
          </a:p>
          <a:p>
            <a:r>
              <a:rPr lang="en-US" b="1" dirty="0">
                <a:ea typeface="+mn-lt"/>
                <a:cs typeface="+mn-lt"/>
              </a:rPr>
              <a:t>4:10pm – 4:20pm</a:t>
            </a:r>
            <a:r>
              <a:rPr lang="en-US" dirty="0">
                <a:ea typeface="+mn-lt"/>
                <a:cs typeface="+mn-lt"/>
              </a:rPr>
              <a:t> - </a:t>
            </a:r>
            <a:r>
              <a:rPr lang="en-US" i="1" dirty="0">
                <a:ea typeface="+mn-lt"/>
                <a:cs typeface="+mn-lt"/>
              </a:rPr>
              <a:t>10 minute break</a:t>
            </a:r>
            <a:endParaRPr lang="en-US" dirty="0"/>
          </a:p>
          <a:p>
            <a:r>
              <a:rPr lang="en-US" b="1">
                <a:ea typeface="+mn-lt"/>
                <a:cs typeface="+mn-lt"/>
              </a:rPr>
              <a:t>4:20pm – 5:20pm</a:t>
            </a:r>
            <a:r>
              <a:rPr lang="en-US">
                <a:ea typeface="+mn-lt"/>
                <a:cs typeface="+mn-lt"/>
              </a:rPr>
              <a:t> - </a:t>
            </a:r>
            <a:r>
              <a:rPr lang="en-US" i="1">
                <a:ea typeface="+mn-lt"/>
                <a:cs typeface="+mn-lt"/>
              </a:rPr>
              <a:t>Configure VM DHCP, DNS, and NTP, Testing With </a:t>
            </a:r>
            <a:r>
              <a:rPr lang="en-US" i="1" err="1">
                <a:ea typeface="+mn-lt"/>
                <a:cs typeface="+mn-lt"/>
              </a:rPr>
              <a:t>Chrony</a:t>
            </a:r>
            <a:r>
              <a:rPr lang="en-US" i="1" dirty="0">
                <a:ea typeface="+mn-lt"/>
                <a:cs typeface="+mn-lt"/>
              </a:rPr>
              <a:t> and Pings</a:t>
            </a:r>
          </a:p>
          <a:p>
            <a:r>
              <a:rPr lang="en-US" b="1"/>
              <a:t>5:20pm – 6:20pm </a:t>
            </a:r>
            <a:r>
              <a:rPr lang="en-US"/>
              <a:t>- </a:t>
            </a:r>
            <a:r>
              <a:rPr lang="en-US" i="1"/>
              <a:t>Firewall Rules, Configuration, Testing</a:t>
            </a:r>
          </a:p>
          <a:p>
            <a:r>
              <a:rPr lang="en-US" b="1"/>
              <a:t>6:20pm – 6:30pm </a:t>
            </a:r>
            <a:r>
              <a:rPr lang="en-US"/>
              <a:t>- </a:t>
            </a:r>
            <a:r>
              <a:rPr lang="en-US" i="1"/>
              <a:t>Feedback Form, END</a:t>
            </a:r>
          </a:p>
          <a:p>
            <a:endParaRPr lang="en-US" sz="2400" dirty="0"/>
          </a:p>
        </p:txBody>
      </p:sp>
      <p:pic>
        <p:nvPicPr>
          <p:cNvPr id="5" name="Picture 4" descr="A blue and yellow logo&#10;&#10;AI-generated content may be incorrect.">
            <a:extLst>
              <a:ext uri="{FF2B5EF4-FFF2-40B4-BE49-F238E27FC236}">
                <a16:creationId xmlns:a16="http://schemas.microsoft.com/office/drawing/2014/main" id="{D40906FB-1045-2A8C-726D-B836C348A116}"/>
              </a:ext>
            </a:extLst>
          </p:cNvPr>
          <p:cNvPicPr>
            <a:picLocks noChangeAspect="1"/>
          </p:cNvPicPr>
          <p:nvPr/>
        </p:nvPicPr>
        <p:blipFill>
          <a:blip r:embed="rId3"/>
          <a:stretch>
            <a:fillRect/>
          </a:stretch>
        </p:blipFill>
        <p:spPr>
          <a:xfrm>
            <a:off x="-748" y="6236382"/>
            <a:ext cx="1900163" cy="587837"/>
          </a:xfrm>
          <a:prstGeom prst="rect">
            <a:avLst/>
          </a:prstGeom>
        </p:spPr>
      </p:pic>
      <p:sp>
        <p:nvSpPr>
          <p:cNvPr id="48" name="Freeform: Shape 47">
            <a:extLst>
              <a:ext uri="{FF2B5EF4-FFF2-40B4-BE49-F238E27FC236}">
                <a16:creationId xmlns:a16="http://schemas.microsoft.com/office/drawing/2014/main" id="{1D40B9C7-097D-2BA1-DEAC-A194DC273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8797873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31CD35-6854-8617-A2B6-E2749157FC03}"/>
              </a:ext>
            </a:extLst>
          </p:cNvPr>
          <p:cNvSpPr>
            <a:spLocks noGrp="1"/>
          </p:cNvSpPr>
          <p:nvPr>
            <p:ph type="title"/>
          </p:nvPr>
        </p:nvSpPr>
        <p:spPr>
          <a:xfrm>
            <a:off x="640080" y="329184"/>
            <a:ext cx="6894576" cy="1783080"/>
          </a:xfrm>
        </p:spPr>
        <p:txBody>
          <a:bodyPr anchor="b">
            <a:normAutofit/>
          </a:bodyPr>
          <a:lstStyle/>
          <a:p>
            <a:r>
              <a:rPr lang="en-US" sz="5400"/>
              <a:t>What Is A Firewall</a:t>
            </a:r>
          </a:p>
        </p:txBody>
      </p:sp>
      <p:sp>
        <p:nvSpPr>
          <p:cNvPr id="18"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D33D14E-FACB-4EB1-BC78-E1B2FB443B2A}"/>
              </a:ext>
            </a:extLst>
          </p:cNvPr>
          <p:cNvSpPr>
            <a:spLocks noGrp="1"/>
          </p:cNvSpPr>
          <p:nvPr>
            <p:ph idx="1"/>
          </p:nvPr>
        </p:nvSpPr>
        <p:spPr>
          <a:xfrm>
            <a:off x="640080" y="2706624"/>
            <a:ext cx="6118062" cy="3483864"/>
          </a:xfrm>
        </p:spPr>
        <p:txBody>
          <a:bodyPr vert="horz" lIns="91440" tIns="45720" rIns="91440" bIns="45720" rtlCol="0">
            <a:normAutofit/>
          </a:bodyPr>
          <a:lstStyle/>
          <a:p>
            <a:r>
              <a:rPr lang="en-US" sz="2200"/>
              <a:t>The bouncer at a party's front door</a:t>
            </a:r>
          </a:p>
          <a:p>
            <a:r>
              <a:rPr lang="en-US" sz="2200"/>
              <a:t>Boundary of two networks, LANs or WANs in any combo</a:t>
            </a:r>
          </a:p>
          <a:p>
            <a:r>
              <a:rPr lang="en-US" sz="2200"/>
              <a:t>Rules guide what's allowed; ports, subnets, etc.</a:t>
            </a:r>
          </a:p>
          <a:p>
            <a:r>
              <a:rPr lang="en-US" sz="2200"/>
              <a:t>Without one, devices on your network are exposed to</a:t>
            </a:r>
          </a:p>
          <a:p>
            <a:pPr marL="0" indent="0">
              <a:buNone/>
            </a:pPr>
            <a:r>
              <a:rPr lang="en-US" sz="2200"/>
              <a:t>     anything on the internet trying to reach it</a:t>
            </a:r>
          </a:p>
          <a:p>
            <a:endParaRPr lang="en-US" sz="2200"/>
          </a:p>
        </p:txBody>
      </p:sp>
      <p:pic>
        <p:nvPicPr>
          <p:cNvPr id="6" name="Picture 5">
            <a:extLst>
              <a:ext uri="{FF2B5EF4-FFF2-40B4-BE49-F238E27FC236}">
                <a16:creationId xmlns:a16="http://schemas.microsoft.com/office/drawing/2014/main" id="{3041BCE7-027A-C4C6-372C-0D96AB14D404}"/>
              </a:ext>
            </a:extLst>
          </p:cNvPr>
          <p:cNvPicPr>
            <a:picLocks noChangeAspect="1"/>
          </p:cNvPicPr>
          <p:nvPr/>
        </p:nvPicPr>
        <p:blipFill>
          <a:blip r:embed="rId4"/>
          <a:stretch>
            <a:fillRect/>
          </a:stretch>
        </p:blipFill>
        <p:spPr>
          <a:xfrm>
            <a:off x="6755677" y="1221812"/>
            <a:ext cx="5098427" cy="4692711"/>
          </a:xfrm>
          <a:prstGeom prst="rect">
            <a:avLst/>
          </a:prstGeom>
        </p:spPr>
      </p:pic>
      <p:pic>
        <p:nvPicPr>
          <p:cNvPr id="5" name="Picture 4" descr="A blue and yellow logo&#10;&#10;AI-generated content may be incorrect.">
            <a:extLst>
              <a:ext uri="{FF2B5EF4-FFF2-40B4-BE49-F238E27FC236}">
                <a16:creationId xmlns:a16="http://schemas.microsoft.com/office/drawing/2014/main" id="{DFFE7DDC-018A-0DAF-5C5E-76A33DED01C1}"/>
              </a:ext>
            </a:extLst>
          </p:cNvPr>
          <p:cNvPicPr>
            <a:picLocks noChangeAspect="1"/>
          </p:cNvPicPr>
          <p:nvPr/>
        </p:nvPicPr>
        <p:blipFill>
          <a:blip r:embed="rId5"/>
          <a:srcRect r="-291" b="980"/>
          <a:stretch>
            <a:fillRect/>
          </a:stretch>
        </p:blipFill>
        <p:spPr>
          <a:xfrm>
            <a:off x="-2903" y="6049016"/>
            <a:ext cx="2791243" cy="805654"/>
          </a:xfrm>
          <a:prstGeom prst="rect">
            <a:avLst/>
          </a:prstGeom>
        </p:spPr>
      </p:pic>
      <p:sp>
        <p:nvSpPr>
          <p:cNvPr id="7" name="TextBox 6">
            <a:extLst>
              <a:ext uri="{FF2B5EF4-FFF2-40B4-BE49-F238E27FC236}">
                <a16:creationId xmlns:a16="http://schemas.microsoft.com/office/drawing/2014/main" id="{D8E9195E-E1F1-A319-F8A8-37392464523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600"/>
              </a:spcAft>
            </a:pPr>
            <a:r>
              <a:rPr lang="en-US" sz="2000" b="1" u="sng"/>
              <a:t>Lesson 1</a:t>
            </a:r>
          </a:p>
        </p:txBody>
      </p:sp>
    </p:spTree>
    <p:extLst>
      <p:ext uri="{BB962C8B-B14F-4D97-AF65-F5344CB8AC3E}">
        <p14:creationId xmlns:p14="http://schemas.microsoft.com/office/powerpoint/2010/main" val="852707806"/>
      </p:ext>
    </p:extLst>
  </p:cSld>
  <p:clrMapOvr>
    <a:masterClrMapping/>
  </p:clrMapOvr>
  <p:extLst>
    <p:ext uri="{6950BFC3-D8DA-4A85-94F7-54DA5524770B}">
      <p188:commentRel xmlns:p188="http://schemas.microsoft.com/office/powerpoint/2018/8/main" r:id="rId3"/>
    </p:ext>
  </p:extLst>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6906711-0AFB-47DD-A4B6-4E94B38B8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A91F649-894C-41F6-A21D-3D1AC558E9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9B461-C399-0B47-8D9E-B2EA87E55247}"/>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kern="1200">
                <a:solidFill>
                  <a:srgbClr val="FFFFFF"/>
                </a:solidFill>
                <a:latin typeface="+mj-lt"/>
                <a:ea typeface="+mj-ea"/>
                <a:cs typeface="+mj-cs"/>
              </a:rPr>
              <a:t>Showing Rule Changes </a:t>
            </a:r>
          </a:p>
        </p:txBody>
      </p:sp>
      <p:sp>
        <p:nvSpPr>
          <p:cNvPr id="3" name="Content Placeholder 2">
            <a:extLst>
              <a:ext uri="{FF2B5EF4-FFF2-40B4-BE49-F238E27FC236}">
                <a16:creationId xmlns:a16="http://schemas.microsoft.com/office/drawing/2014/main" id="{F44AD8F2-BC5D-0A98-AA53-FE9118E76544}"/>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kern="1200" dirty="0">
                <a:solidFill>
                  <a:srgbClr val="FFFFFF"/>
                </a:solidFill>
                <a:latin typeface="+mn-lt"/>
                <a:ea typeface="+mn-ea"/>
                <a:cs typeface="+mn-cs"/>
              </a:rPr>
              <a:t>Editing my completed </a:t>
            </a:r>
            <a:r>
              <a:rPr lang="en-US" kern="1200" dirty="0" err="1">
                <a:solidFill>
                  <a:srgbClr val="FFFFFF"/>
                </a:solidFill>
                <a:latin typeface="+mn-lt"/>
                <a:ea typeface="+mn-ea"/>
                <a:cs typeface="+mn-cs"/>
              </a:rPr>
              <a:t>OPNsense</a:t>
            </a:r>
            <a:r>
              <a:rPr lang="en-US" kern="1200" dirty="0">
                <a:solidFill>
                  <a:srgbClr val="FFFFFF"/>
                </a:solidFill>
                <a:latin typeface="+mn-lt"/>
                <a:ea typeface="+mn-ea"/>
                <a:cs typeface="+mn-cs"/>
              </a:rPr>
              <a:t> VMs</a:t>
            </a:r>
          </a:p>
        </p:txBody>
      </p:sp>
      <p:sp>
        <p:nvSpPr>
          <p:cNvPr id="14" name="sketch line">
            <a:extLst>
              <a:ext uri="{FF2B5EF4-FFF2-40B4-BE49-F238E27FC236}">
                <a16:creationId xmlns:a16="http://schemas.microsoft.com/office/drawing/2014/main" id="{56037404-66BD-46B5-9323-1B5313196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D3CF8D01-45F3-E6CD-ACB7-75133663C434}"/>
              </a:ext>
            </a:extLst>
          </p:cNvPr>
          <p:cNvPicPr>
            <a:picLocks noChangeAspect="1"/>
          </p:cNvPicPr>
          <p:nvPr/>
        </p:nvPicPr>
        <p:blipFill>
          <a:blip r:embed="rId4"/>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64D992DA-E8DB-9C4E-2467-10328D33307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2342032098"/>
      </p:ext>
    </p:extLst>
  </p:cSld>
  <p:clrMapOvr>
    <a:masterClrMapping/>
  </p:clrMapOvr>
  <p:extLst>
    <p:ext uri="{6950BFC3-D8DA-4A85-94F7-54DA5524770B}">
      <p188:commentRel xmlns:p188="http://schemas.microsoft.com/office/powerpoint/2018/8/main" r:id="rId3"/>
    </p:ext>
  </p:extLst>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8B43E5-14FB-4CDE-67DF-3722B218C6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591AA69-EB29-056A-9B90-4E442A3BB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C9418F5-9B57-4444-B9B2-154A48C26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0B5B361-CBD7-5601-24C0-93F875059DC0}"/>
              </a:ext>
            </a:extLst>
          </p:cNvPr>
          <p:cNvSpPr>
            <a:spLocks noGrp="1"/>
          </p:cNvSpPr>
          <p:nvPr>
            <p:ph type="title"/>
          </p:nvPr>
        </p:nvSpPr>
        <p:spPr>
          <a:xfrm>
            <a:off x="638881" y="390525"/>
            <a:ext cx="10909640" cy="1510301"/>
          </a:xfrm>
        </p:spPr>
        <p:txBody>
          <a:bodyPr vert="horz" lIns="91440" tIns="45720" rIns="91440" bIns="45720" rtlCol="0" anchor="ctr">
            <a:normAutofit/>
          </a:bodyPr>
          <a:lstStyle/>
          <a:p>
            <a:pPr algn="ctr"/>
            <a:r>
              <a:rPr lang="en-US" sz="6600">
                <a:solidFill>
                  <a:srgbClr val="FFFFFF"/>
                </a:solidFill>
              </a:rPr>
              <a:t>Logging In</a:t>
            </a:r>
            <a:endParaRPr lang="en-US"/>
          </a:p>
        </p:txBody>
      </p:sp>
      <p:sp>
        <p:nvSpPr>
          <p:cNvPr id="3" name="Content Placeholder 2">
            <a:extLst>
              <a:ext uri="{FF2B5EF4-FFF2-40B4-BE49-F238E27FC236}">
                <a16:creationId xmlns:a16="http://schemas.microsoft.com/office/drawing/2014/main" id="{F0A85E93-1389-DDE9-A932-294558C96E51}"/>
              </a:ext>
            </a:extLst>
          </p:cNvPr>
          <p:cNvSpPr>
            <a:spLocks noGrp="1"/>
          </p:cNvSpPr>
          <p:nvPr>
            <p:ph type="body" idx="1"/>
          </p:nvPr>
        </p:nvSpPr>
        <p:spPr>
          <a:xfrm>
            <a:off x="2895601" y="1900826"/>
            <a:ext cx="6396204" cy="662542"/>
          </a:xfrm>
        </p:spPr>
        <p:txBody>
          <a:bodyPr vert="horz" lIns="91440" tIns="45720" rIns="91440" bIns="45720" rtlCol="0" anchor="ctr">
            <a:normAutofit/>
          </a:bodyPr>
          <a:lstStyle/>
          <a:p>
            <a:pPr algn="ctr"/>
            <a:r>
              <a:rPr lang="en-US" dirty="0">
                <a:solidFill>
                  <a:srgbClr val="FFFFFF"/>
                </a:solidFill>
              </a:rPr>
              <a:t>Your own </a:t>
            </a:r>
            <a:r>
              <a:rPr lang="en-US" dirty="0" err="1">
                <a:solidFill>
                  <a:srgbClr val="FFFFFF"/>
                </a:solidFill>
              </a:rPr>
              <a:t>OPNsense</a:t>
            </a:r>
            <a:r>
              <a:rPr lang="en-US" dirty="0">
                <a:solidFill>
                  <a:srgbClr val="FFFFFF"/>
                </a:solidFill>
              </a:rPr>
              <a:t> firewall VMs</a:t>
            </a:r>
            <a:endParaRPr lang="en-US" dirty="0">
              <a:ea typeface="+mn-ea"/>
              <a:cs typeface="+mn-cs"/>
            </a:endParaRPr>
          </a:p>
        </p:txBody>
      </p:sp>
      <p:sp>
        <p:nvSpPr>
          <p:cNvPr id="14" name="sketch line">
            <a:extLst>
              <a:ext uri="{FF2B5EF4-FFF2-40B4-BE49-F238E27FC236}">
                <a16:creationId xmlns:a16="http://schemas.microsoft.com/office/drawing/2014/main" id="{70FC4C93-16DF-1905-B9CE-B5EA7D881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59B0750E-B0FE-9667-42C2-0B0C003EA3F8}"/>
              </a:ext>
            </a:extLst>
          </p:cNvPr>
          <p:cNvPicPr>
            <a:picLocks noChangeAspect="1"/>
          </p:cNvPicPr>
          <p:nvPr/>
        </p:nvPicPr>
        <p:blipFill>
          <a:blip r:embed="rId3"/>
          <a:stretch>
            <a:fillRect/>
          </a:stretch>
        </p:blipFill>
        <p:spPr>
          <a:xfrm>
            <a:off x="1035177" y="3096973"/>
            <a:ext cx="10118598" cy="2959690"/>
          </a:xfrm>
          <a:prstGeom prst="rect">
            <a:avLst/>
          </a:prstGeom>
        </p:spPr>
      </p:pic>
      <p:sp>
        <p:nvSpPr>
          <p:cNvPr id="6" name="TextBox 5">
            <a:extLst>
              <a:ext uri="{FF2B5EF4-FFF2-40B4-BE49-F238E27FC236}">
                <a16:creationId xmlns:a16="http://schemas.microsoft.com/office/drawing/2014/main" id="{2088CBB9-2177-3481-4644-70BD399AB95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40492604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CE00C-AA9A-40D9-59E2-CA0F3A100E2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67D6A69-71E5-5C54-257D-395328FEBD29}"/>
              </a:ext>
            </a:extLst>
          </p:cNvPr>
          <p:cNvSpPr>
            <a:spLocks noGrp="1"/>
          </p:cNvSpPr>
          <p:nvPr>
            <p:ph type="body" idx="1"/>
          </p:nvPr>
        </p:nvSpPr>
        <p:spPr>
          <a:xfrm>
            <a:off x="-24493" y="4865234"/>
            <a:ext cx="11386457" cy="1463902"/>
          </a:xfrm>
        </p:spPr>
        <p:txBody>
          <a:bodyPr vert="horz" lIns="91440" tIns="45720" rIns="91440" bIns="45720" rtlCol="0" anchor="t">
            <a:normAutofit lnSpcReduction="10000"/>
          </a:bodyPr>
          <a:lstStyle/>
          <a:p>
            <a:r>
              <a:rPr lang="en-US" sz="3600" b="1" dirty="0">
                <a:solidFill>
                  <a:schemeClr val="tx1"/>
                </a:solidFill>
              </a:rPr>
              <a:t>Your </a:t>
            </a:r>
            <a:r>
              <a:rPr lang="en-US" sz="3600" b="1" dirty="0" err="1">
                <a:solidFill>
                  <a:schemeClr val="tx1"/>
                </a:solidFill>
              </a:rPr>
              <a:t>OPNsense</a:t>
            </a:r>
            <a:r>
              <a:rPr lang="en-US" sz="3600" b="1" dirty="0">
                <a:solidFill>
                  <a:schemeClr val="tx1"/>
                </a:solidFill>
              </a:rPr>
              <a:t> VM will manage only your VLAN, and thus only your VM. Start up your </a:t>
            </a:r>
            <a:r>
              <a:rPr lang="en-US" sz="3600" b="1" dirty="0" err="1">
                <a:solidFill>
                  <a:schemeClr val="tx1"/>
                </a:solidFill>
              </a:rPr>
              <a:t>OPNsense</a:t>
            </a:r>
            <a:r>
              <a:rPr lang="en-US" sz="3600" b="1" dirty="0">
                <a:solidFill>
                  <a:schemeClr val="tx1"/>
                </a:solidFill>
              </a:rPr>
              <a:t> VM and open its console. </a:t>
            </a:r>
          </a:p>
        </p:txBody>
      </p:sp>
      <p:graphicFrame>
        <p:nvGraphicFramePr>
          <p:cNvPr id="6" name="Table 5">
            <a:extLst>
              <a:ext uri="{FF2B5EF4-FFF2-40B4-BE49-F238E27FC236}">
                <a16:creationId xmlns:a16="http://schemas.microsoft.com/office/drawing/2014/main" id="{A5BCFF58-62C2-71CC-593C-4BC2FD41356B}"/>
              </a:ext>
            </a:extLst>
          </p:cNvPr>
          <p:cNvGraphicFramePr>
            <a:graphicFrameLocks noGrp="1"/>
          </p:cNvGraphicFramePr>
          <p:nvPr>
            <p:extLst>
              <p:ext uri="{D42A27DB-BD31-4B8C-83A1-F6EECF244321}">
                <p14:modId xmlns:p14="http://schemas.microsoft.com/office/powerpoint/2010/main" val="651454139"/>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132</a:t>
                      </a: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140</a:t>
                      </a: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141</a:t>
                      </a: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142</a:t>
                      </a: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150</a:t>
                      </a: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151</a:t>
                      </a: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TBD</a:t>
                      </a:r>
                      <a:endParaRPr lang="en-US"/>
                    </a:p>
                  </a:txBody>
                  <a:tcPr/>
                </a:tc>
                <a:tc>
                  <a:txBody>
                    <a:bodyPr/>
                    <a:lstStyle/>
                    <a:p>
                      <a:r>
                        <a:rPr lang="en-US"/>
                        <a:t>152</a:t>
                      </a: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4E70BD00-2E93-26A0-1B41-AAC2F1ECA4C5}"/>
              </a:ext>
            </a:extLst>
          </p:cNvPr>
          <p:cNvGraphicFramePr>
            <a:graphicFrameLocks noGrp="1"/>
          </p:cNvGraphicFramePr>
          <p:nvPr>
            <p:extLst>
              <p:ext uri="{D42A27DB-BD31-4B8C-83A1-F6EECF244321}">
                <p14:modId xmlns:p14="http://schemas.microsoft.com/office/powerpoint/2010/main" val="708707679"/>
              </p:ext>
            </p:extLst>
          </p:nvPr>
        </p:nvGraphicFramePr>
        <p:xfrm>
          <a:off x="-27577" y="32947"/>
          <a:ext cx="8168640" cy="222504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dirty="0" err="1"/>
                        <a:t>OPNsense</a:t>
                      </a:r>
                      <a:r>
                        <a:rPr lang="en-US" dirty="0"/>
                        <a:t> VM IP</a:t>
                      </a:r>
                    </a:p>
                  </a:txBody>
                  <a:tcPr/>
                </a:tc>
                <a:tc>
                  <a:txBody>
                    <a:bodyPr/>
                    <a:lstStyle/>
                    <a:p>
                      <a:pPr lvl="0">
                        <a:buNone/>
                      </a:pPr>
                      <a:r>
                        <a:rPr lang="en-US"/>
                        <a:t>Your VM ID</a:t>
                      </a:r>
                    </a:p>
                  </a:txBody>
                  <a:tcPr/>
                </a:tc>
                <a:extLst>
                  <a:ext uri="{0D108BD9-81ED-4DB2-BD59-A6C34878D82A}">
                    <a16:rowId xmlns:a16="http://schemas.microsoft.com/office/drawing/2014/main" val="1158065527"/>
                  </a:ext>
                </a:extLst>
              </a:tr>
              <a:tr h="370840">
                <a:tc>
                  <a:txBody>
                    <a:bodyPr/>
                    <a:lstStyle/>
                    <a:p>
                      <a:pPr lvl="0">
                        <a:buNone/>
                      </a:pPr>
                      <a:r>
                        <a:rPr lang="en-US" sz="1800" b="0" i="0" u="none" strike="noStrike" noProof="0">
                          <a:solidFill>
                            <a:srgbClr val="000000"/>
                          </a:solidFill>
                          <a:latin typeface="Aptos"/>
                        </a:rPr>
                        <a:t>TBD</a:t>
                      </a:r>
                    </a:p>
                  </a:txBody>
                  <a:tcPr/>
                </a:tc>
                <a:tc>
                  <a:txBody>
                    <a:bodyPr/>
                    <a:lstStyle/>
                    <a:p>
                      <a:r>
                        <a:rPr lang="en-US"/>
                        <a:t>120</a:t>
                      </a:r>
                    </a:p>
                  </a:txBody>
                  <a:tcPr/>
                </a:tc>
                <a:extLst>
                  <a:ext uri="{0D108BD9-81ED-4DB2-BD59-A6C34878D82A}">
                    <a16:rowId xmlns:a16="http://schemas.microsoft.com/office/drawing/2014/main" val="3872719047"/>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121</a:t>
                      </a:r>
                    </a:p>
                  </a:txBody>
                  <a:tcPr/>
                </a:tc>
                <a:extLst>
                  <a:ext uri="{0D108BD9-81ED-4DB2-BD59-A6C34878D82A}">
                    <a16:rowId xmlns:a16="http://schemas.microsoft.com/office/drawing/2014/main" val="1467833407"/>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122</a:t>
                      </a:r>
                    </a:p>
                  </a:txBody>
                  <a:tcPr/>
                </a:tc>
                <a:extLst>
                  <a:ext uri="{0D108BD9-81ED-4DB2-BD59-A6C34878D82A}">
                    <a16:rowId xmlns:a16="http://schemas.microsoft.com/office/drawing/2014/main" val="1053998084"/>
                  </a:ext>
                </a:extLst>
              </a:tr>
              <a:tr h="370840">
                <a:tc>
                  <a:txBody>
                    <a:bodyPr/>
                    <a:lstStyle/>
                    <a:p>
                      <a:pPr lvl="0">
                        <a:buNone/>
                      </a:pPr>
                      <a:r>
                        <a:rPr lang="en-US" sz="1800" b="0" i="0" u="none" strike="noStrike" noProof="0">
                          <a:solidFill>
                            <a:srgbClr val="000000"/>
                          </a:solidFill>
                          <a:latin typeface="Aptos"/>
                        </a:rPr>
                        <a:t>TBD</a:t>
                      </a:r>
                      <a:endParaRPr lang="en-US"/>
                    </a:p>
                  </a:txBody>
                  <a:tcPr/>
                </a:tc>
                <a:tc>
                  <a:txBody>
                    <a:bodyPr/>
                    <a:lstStyle/>
                    <a:p>
                      <a:r>
                        <a:rPr lang="en-US"/>
                        <a:t>130</a:t>
                      </a:r>
                    </a:p>
                  </a:txBody>
                  <a:tcPr/>
                </a:tc>
                <a:extLst>
                  <a:ext uri="{0D108BD9-81ED-4DB2-BD59-A6C34878D82A}">
                    <a16:rowId xmlns:a16="http://schemas.microsoft.com/office/drawing/2014/main" val="3940155608"/>
                  </a:ext>
                </a:extLst>
              </a:tr>
              <a:tr h="370840">
                <a:tc>
                  <a:txBody>
                    <a:bodyPr/>
                    <a:lstStyle/>
                    <a:p>
                      <a:pPr lvl="0">
                        <a:buNone/>
                      </a:pPr>
                      <a:r>
                        <a:rPr lang="en-US" sz="1800" b="0" i="0" u="none" strike="noStrike" noProof="0">
                          <a:solidFill>
                            <a:srgbClr val="000000"/>
                          </a:solidFill>
                          <a:latin typeface="Aptos"/>
                        </a:rPr>
                        <a:t>TBD</a:t>
                      </a:r>
                      <a:endParaRPr lang="en-US" sz="1800" b="0" i="0" u="none" strike="noStrike" noProof="0"/>
                    </a:p>
                  </a:txBody>
                  <a:tcPr/>
                </a:tc>
                <a:tc>
                  <a:txBody>
                    <a:bodyPr/>
                    <a:lstStyle/>
                    <a:p>
                      <a:r>
                        <a:rPr lang="en-US"/>
                        <a:t>131</a:t>
                      </a: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9B43B36E-19A6-669D-8703-92C09F29F440}"/>
              </a:ext>
            </a:extLst>
          </p:cNvPr>
          <p:cNvPicPr>
            <a:picLocks noChangeAspect="1"/>
          </p:cNvPicPr>
          <p:nvPr/>
        </p:nvPicPr>
        <p:blipFill>
          <a:blip r:embed="rId2"/>
          <a:stretch>
            <a:fillRect/>
          </a:stretch>
        </p:blipFill>
        <p:spPr>
          <a:xfrm>
            <a:off x="2721" y="6216421"/>
            <a:ext cx="2178959" cy="644527"/>
          </a:xfrm>
          <a:prstGeom prst="rect">
            <a:avLst/>
          </a:prstGeom>
        </p:spPr>
      </p:pic>
      <p:sp>
        <p:nvSpPr>
          <p:cNvPr id="4" name="TextBox 3">
            <a:extLst>
              <a:ext uri="{FF2B5EF4-FFF2-40B4-BE49-F238E27FC236}">
                <a16:creationId xmlns:a16="http://schemas.microsoft.com/office/drawing/2014/main" id="{71955AC9-24C5-60DD-BD56-98D466C5BA0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
        <p:nvSpPr>
          <p:cNvPr id="2" name="TextBox 1">
            <a:extLst>
              <a:ext uri="{FF2B5EF4-FFF2-40B4-BE49-F238E27FC236}">
                <a16:creationId xmlns:a16="http://schemas.microsoft.com/office/drawing/2014/main" id="{11A7E12B-4866-A39F-2391-5B81ED692186}"/>
              </a:ext>
            </a:extLst>
          </p:cNvPr>
          <p:cNvSpPr txBox="1"/>
          <p:nvPr/>
        </p:nvSpPr>
        <p:spPr>
          <a:xfrm>
            <a:off x="8149772" y="19079"/>
            <a:ext cx="4042227" cy="427809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u="sng" dirty="0"/>
              <a:t>Everyone has this </a:t>
            </a:r>
            <a:r>
              <a:rPr lang="en-US" sz="3400" u="sng"/>
              <a:t>info</a:t>
            </a:r>
            <a:endParaRPr lang="en-US" sz="3400" u="sng" dirty="0"/>
          </a:p>
          <a:p>
            <a:r>
              <a:rPr lang="en-US" sz="3400" u="sng"/>
              <a:t>User: root</a:t>
            </a:r>
            <a:endParaRPr lang="en-US" sz="3400" u="sng" dirty="0"/>
          </a:p>
          <a:p>
            <a:r>
              <a:rPr lang="en-US" sz="3400" u="sng" dirty="0"/>
              <a:t>Password: </a:t>
            </a:r>
            <a:r>
              <a:rPr lang="en-US" sz="3400" u="sng" dirty="0" err="1"/>
              <a:t>opnsense</a:t>
            </a:r>
          </a:p>
          <a:p>
            <a:r>
              <a:rPr lang="en-US" sz="3400" b="1" u="sng"/>
              <a:t>Enter the IP into your browser to access web interface</a:t>
            </a:r>
            <a:endParaRPr lang="en-US" sz="3400" b="1" u="sng" dirty="0"/>
          </a:p>
        </p:txBody>
      </p:sp>
    </p:spTree>
    <p:extLst>
      <p:ext uri="{BB962C8B-B14F-4D97-AF65-F5344CB8AC3E}">
        <p14:creationId xmlns:p14="http://schemas.microsoft.com/office/powerpoint/2010/main" val="26251657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F07761B-5223-DBA2-49EB-BD042D090898}"/>
              </a:ext>
            </a:extLst>
          </p:cNvPr>
          <p:cNvPicPr>
            <a:picLocks noChangeAspect="1"/>
          </p:cNvPicPr>
          <p:nvPr/>
        </p:nvPicPr>
        <p:blipFill>
          <a:blip r:embed="rId2"/>
          <a:srcRect l="31071" t="45291" r="35000" b="29947"/>
          <a:stretch>
            <a:fillRect/>
          </a:stretch>
        </p:blipFill>
        <p:spPr>
          <a:xfrm>
            <a:off x="0" y="1"/>
            <a:ext cx="12199261" cy="5007435"/>
          </a:xfrm>
          <a:prstGeom prst="rect">
            <a:avLst/>
          </a:prstGeom>
        </p:spPr>
      </p:pic>
      <p:sp>
        <p:nvSpPr>
          <p:cNvPr id="6" name="TextBox 5">
            <a:extLst>
              <a:ext uri="{FF2B5EF4-FFF2-40B4-BE49-F238E27FC236}">
                <a16:creationId xmlns:a16="http://schemas.microsoft.com/office/drawing/2014/main" id="{913BC5EF-F105-C6F2-3786-3A45B39DA079}"/>
              </a:ext>
            </a:extLst>
          </p:cNvPr>
          <p:cNvSpPr txBox="1"/>
          <p:nvPr/>
        </p:nvSpPr>
        <p:spPr>
          <a:xfrm>
            <a:off x="154858" y="5006960"/>
            <a:ext cx="11887200" cy="22159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3000" dirty="0"/>
              <a:t>It should look like this. ADMIN is LAN on .10 subnet, WAN is .9, and your VLAN is configured </a:t>
            </a:r>
            <a:r>
              <a:rPr lang="en-US" sz="3000"/>
              <a:t>to a gateway IP</a:t>
            </a:r>
            <a:endParaRPr lang="en-US" sz="3000" dirty="0"/>
          </a:p>
          <a:p>
            <a:pPr marL="457200" indent="-457200">
              <a:buFont typeface="Arial"/>
              <a:buChar char="•"/>
            </a:pPr>
            <a:r>
              <a:rPr lang="en-US" sz="3000"/>
              <a:t>We need the ADMIN IP since that is the IP we type into the search bar </a:t>
            </a:r>
            <a:r>
              <a:rPr lang="en-US" sz="3000" dirty="0"/>
              <a:t>to see the web interface</a:t>
            </a:r>
          </a:p>
          <a:p>
            <a:endParaRPr lang="en-US" dirty="0"/>
          </a:p>
        </p:txBody>
      </p:sp>
      <p:pic>
        <p:nvPicPr>
          <p:cNvPr id="8" name="Picture 7" descr="A blue and yellow logo&#10;&#10;AI-generated content may be incorrect.">
            <a:extLst>
              <a:ext uri="{FF2B5EF4-FFF2-40B4-BE49-F238E27FC236}">
                <a16:creationId xmlns:a16="http://schemas.microsoft.com/office/drawing/2014/main" id="{91100979-E62B-037F-EAF3-E3EC6AE20574}"/>
              </a:ext>
            </a:extLst>
          </p:cNvPr>
          <p:cNvPicPr>
            <a:picLocks noChangeAspect="1"/>
          </p:cNvPicPr>
          <p:nvPr/>
        </p:nvPicPr>
        <p:blipFill>
          <a:blip r:embed="rId3"/>
          <a:stretch>
            <a:fillRect/>
          </a:stretch>
        </p:blipFill>
        <p:spPr>
          <a:xfrm>
            <a:off x="9574892" y="6434135"/>
            <a:ext cx="1344388" cy="426813"/>
          </a:xfrm>
          <a:prstGeom prst="rect">
            <a:avLst/>
          </a:prstGeom>
        </p:spPr>
      </p:pic>
      <p:sp>
        <p:nvSpPr>
          <p:cNvPr id="5" name="TextBox 4">
            <a:extLst>
              <a:ext uri="{FF2B5EF4-FFF2-40B4-BE49-F238E27FC236}">
                <a16:creationId xmlns:a16="http://schemas.microsoft.com/office/drawing/2014/main" id="{63F7CB7E-F4B1-592E-1ED0-CD68EB8FBA0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12889461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2F78A1-91E6-6AC8-DF6C-3CD4875E855F}"/>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B62F498-D7E9-5D86-3A7F-211A8ABD5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5A4289-8EC9-2102-43EF-E70681728E4F}"/>
              </a:ext>
            </a:extLst>
          </p:cNvPr>
          <p:cNvSpPr>
            <a:spLocks noGrp="1"/>
          </p:cNvSpPr>
          <p:nvPr>
            <p:ph type="title"/>
          </p:nvPr>
        </p:nvSpPr>
        <p:spPr>
          <a:xfrm>
            <a:off x="645064" y="525982"/>
            <a:ext cx="4282983" cy="1200361"/>
          </a:xfrm>
        </p:spPr>
        <p:txBody>
          <a:bodyPr anchor="b">
            <a:normAutofit/>
          </a:bodyPr>
          <a:lstStyle/>
          <a:p>
            <a:r>
              <a:rPr lang="en-US" sz="3600"/>
              <a:t>Acess the Web User Interface</a:t>
            </a:r>
          </a:p>
        </p:txBody>
      </p:sp>
      <p:sp>
        <p:nvSpPr>
          <p:cNvPr id="18" name="Rectangle 17">
            <a:extLst>
              <a:ext uri="{FF2B5EF4-FFF2-40B4-BE49-F238E27FC236}">
                <a16:creationId xmlns:a16="http://schemas.microsoft.com/office/drawing/2014/main" id="{1CF1AA3C-EAE4-0BD4-144D-B863ABC2E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11C415-A985-9D6E-1DE2-517B598CD695}"/>
              </a:ext>
            </a:extLst>
          </p:cNvPr>
          <p:cNvSpPr>
            <a:spLocks noGrp="1"/>
          </p:cNvSpPr>
          <p:nvPr>
            <p:ph idx="1"/>
          </p:nvPr>
        </p:nvSpPr>
        <p:spPr>
          <a:xfrm>
            <a:off x="645066" y="2031101"/>
            <a:ext cx="4282984" cy="3511943"/>
          </a:xfrm>
        </p:spPr>
        <p:txBody>
          <a:bodyPr vert="horz" lIns="91440" tIns="45720" rIns="91440" bIns="45720" rtlCol="0" anchor="ctr">
            <a:normAutofit/>
          </a:bodyPr>
          <a:lstStyle/>
          <a:p>
            <a:r>
              <a:rPr lang="en-US" sz="1800" b="1" dirty="0"/>
              <a:t>This will be different for everyone's </a:t>
            </a:r>
            <a:r>
              <a:rPr lang="en-US" sz="1800" b="1" dirty="0" err="1"/>
              <a:t>OPNsense</a:t>
            </a:r>
            <a:r>
              <a:rPr lang="en-US" sz="1800" b="1" dirty="0"/>
              <a:t> VM's!! </a:t>
            </a:r>
            <a:r>
              <a:rPr lang="en-US" sz="1800" b="1" dirty="0" err="1"/>
              <a:t>Inser</a:t>
            </a:r>
            <a:r>
              <a:rPr lang="en-US" sz="1800" b="1" dirty="0"/>
              <a:t>t your own</a:t>
            </a:r>
          </a:p>
          <a:p>
            <a:r>
              <a:rPr lang="en-US" sz="1800"/>
              <a:t>Type </a:t>
            </a:r>
            <a:r>
              <a:rPr lang="en-US" sz="1800" b="1"/>
              <a:t>your vtnet1 LAN IP</a:t>
            </a:r>
            <a:r>
              <a:rPr lang="en-US" sz="1800"/>
              <a:t> into the search bar (not the one in the picture)</a:t>
            </a:r>
          </a:p>
          <a:p>
            <a:r>
              <a:rPr lang="en-US" sz="1800"/>
              <a:t>User: root</a:t>
            </a:r>
          </a:p>
          <a:p>
            <a:r>
              <a:rPr lang="en-US" sz="1800" dirty="0"/>
              <a:t>Password: </a:t>
            </a:r>
            <a:r>
              <a:rPr lang="en-US" sz="1800" dirty="0" err="1"/>
              <a:t>opnsense</a:t>
            </a:r>
            <a:endParaRPr lang="en-US" sz="1800"/>
          </a:p>
          <a:p>
            <a:endParaRPr lang="en-US" sz="1800"/>
          </a:p>
        </p:txBody>
      </p:sp>
      <p:sp>
        <p:nvSpPr>
          <p:cNvPr id="19" name="Rectangle 18">
            <a:extLst>
              <a:ext uri="{FF2B5EF4-FFF2-40B4-BE49-F238E27FC236}">
                <a16:creationId xmlns:a16="http://schemas.microsoft.com/office/drawing/2014/main" id="{B58EEE5A-2B15-107A-0F1D-3C9EC50EE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1A0710F-13EB-DB4B-7D5E-C394A11EC2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6B25BA7-7184-A771-ECB8-FE51604195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FBCFE39-D8B2-881C-F093-DC4CF3422E29}"/>
              </a:ext>
            </a:extLst>
          </p:cNvPr>
          <p:cNvPicPr>
            <a:picLocks noChangeAspect="1"/>
          </p:cNvPicPr>
          <p:nvPr/>
        </p:nvPicPr>
        <p:blipFill>
          <a:blip r:embed="rId2"/>
          <a:srcRect l="21250" t="1799" r="67440" b="89630"/>
          <a:stretch>
            <a:fillRect/>
          </a:stretch>
        </p:blipFill>
        <p:spPr>
          <a:xfrm>
            <a:off x="5835338" y="2033186"/>
            <a:ext cx="5896532" cy="2486186"/>
          </a:xfrm>
          <a:prstGeom prst="rect">
            <a:avLst/>
          </a:prstGeom>
        </p:spPr>
      </p:pic>
      <p:pic>
        <p:nvPicPr>
          <p:cNvPr id="6" name="Picture 5" descr="A blue and yellow logo&#10;&#10;AI-generated content may be incorrect.">
            <a:extLst>
              <a:ext uri="{FF2B5EF4-FFF2-40B4-BE49-F238E27FC236}">
                <a16:creationId xmlns:a16="http://schemas.microsoft.com/office/drawing/2014/main" id="{C064B1FF-2897-0A31-DFFD-70756EC47A45}"/>
              </a:ext>
            </a:extLst>
          </p:cNvPr>
          <p:cNvPicPr>
            <a:picLocks noChangeAspect="1"/>
          </p:cNvPicPr>
          <p:nvPr/>
        </p:nvPicPr>
        <p:blipFill>
          <a:blip r:embed="rId3"/>
          <a:stretch>
            <a:fillRect/>
          </a:stretch>
        </p:blipFill>
        <p:spPr>
          <a:xfrm>
            <a:off x="2721" y="5033508"/>
            <a:ext cx="2498272" cy="738869"/>
          </a:xfrm>
          <a:prstGeom prst="rect">
            <a:avLst/>
          </a:prstGeom>
        </p:spPr>
      </p:pic>
      <p:sp>
        <p:nvSpPr>
          <p:cNvPr id="7" name="TextBox 6">
            <a:extLst>
              <a:ext uri="{FF2B5EF4-FFF2-40B4-BE49-F238E27FC236}">
                <a16:creationId xmlns:a16="http://schemas.microsoft.com/office/drawing/2014/main" id="{314DD885-783F-EF8F-0BFA-279DDDCCC8F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63430601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571767-19B5-E68E-566A-E3232502AA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F54B317-ADAF-829F-1C70-F2AAE68828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4B323DBF-A81D-1BC4-DE55-AFF637A862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Content Placeholder 3">
            <a:extLst>
              <a:ext uri="{FF2B5EF4-FFF2-40B4-BE49-F238E27FC236}">
                <a16:creationId xmlns:a16="http://schemas.microsoft.com/office/drawing/2014/main" id="{A3BE6DA8-8C33-CCFA-0FBE-0ABFD2653ACC}"/>
              </a:ext>
            </a:extLst>
          </p:cNvPr>
          <p:cNvPicPr>
            <a:picLocks noGrp="1" noChangeAspect="1"/>
          </p:cNvPicPr>
          <p:nvPr>
            <p:ph idx="1"/>
          </p:nvPr>
        </p:nvPicPr>
        <p:blipFill>
          <a:blip r:embed="rId2"/>
          <a:srcRect l="-1640" t="10098" r="1626" b="19915"/>
          <a:stretch>
            <a:fillRect/>
          </a:stretch>
        </p:blipFill>
        <p:spPr>
          <a:xfrm>
            <a:off x="-214085" y="25931"/>
            <a:ext cx="12406085" cy="5220452"/>
          </a:xfrm>
          <a:prstGeom prst="rect">
            <a:avLst/>
          </a:prstGeom>
        </p:spPr>
      </p:pic>
      <p:pic>
        <p:nvPicPr>
          <p:cNvPr id="6" name="Picture 5" descr="A blue and yellow logo&#10;&#10;AI-generated content may be incorrect.">
            <a:extLst>
              <a:ext uri="{FF2B5EF4-FFF2-40B4-BE49-F238E27FC236}">
                <a16:creationId xmlns:a16="http://schemas.microsoft.com/office/drawing/2014/main" id="{FBA35AD5-77CC-AC70-10FD-7BE2A9240C3A}"/>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006BCF80-9E74-17E2-3C99-A033C9A8CA8D}"/>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48949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30DE02-2E72-34BC-1F31-AF9AE86DCF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6E4111-B041-23C1-30D3-BB043571F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E32BD94E-15A1-D794-85C6-42D427FEC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279E219-24F2-2309-465C-41E2A04F6E3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10 Minute Break</a:t>
            </a:r>
          </a:p>
        </p:txBody>
      </p:sp>
      <p:sp>
        <p:nvSpPr>
          <p:cNvPr id="14" name="sketch line">
            <a:extLst>
              <a:ext uri="{FF2B5EF4-FFF2-40B4-BE49-F238E27FC236}">
                <a16:creationId xmlns:a16="http://schemas.microsoft.com/office/drawing/2014/main" id="{44F83751-E493-BC9C-532F-67186B41B1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6C0A41AE-0EB6-D7F8-7071-B8C2D409D122}"/>
              </a:ext>
            </a:extLst>
          </p:cNvPr>
          <p:cNvPicPr>
            <a:picLocks noChangeAspect="1"/>
          </p:cNvPicPr>
          <p:nvPr/>
        </p:nvPicPr>
        <p:blipFill>
          <a:blip r:embed="rId2"/>
          <a:stretch>
            <a:fillRect/>
          </a:stretch>
        </p:blipFill>
        <p:spPr>
          <a:xfrm>
            <a:off x="1035177" y="3096973"/>
            <a:ext cx="10118598" cy="2959690"/>
          </a:xfrm>
          <a:prstGeom prst="rect">
            <a:avLst/>
          </a:prstGeom>
        </p:spPr>
      </p:pic>
    </p:spTree>
    <p:extLst>
      <p:ext uri="{BB962C8B-B14F-4D97-AF65-F5344CB8AC3E}">
        <p14:creationId xmlns:p14="http://schemas.microsoft.com/office/powerpoint/2010/main" val="42209621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6C11B3-D9D7-5CB4-9109-771BB5142976}"/>
            </a:ext>
          </a:extLst>
        </p:cNvPr>
        <p:cNvGrpSpPr/>
        <p:nvPr/>
      </p:nvGrpSpPr>
      <p:grpSpPr>
        <a:xfrm>
          <a:off x="0" y="0"/>
          <a:ext cx="0" cy="0"/>
          <a:chOff x="0" y="0"/>
          <a:chExt cx="0" cy="0"/>
        </a:xfrm>
      </p:grpSpPr>
      <p:sp>
        <p:nvSpPr>
          <p:cNvPr id="21" name="Flowchart: Document 20">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F1D834-9A3F-9ACB-626D-F8D3E40CB635}"/>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Configuring Services</a:t>
            </a:r>
          </a:p>
        </p:txBody>
      </p:sp>
      <p:pic>
        <p:nvPicPr>
          <p:cNvPr id="7" name="Picture 6" descr="A blue and yellow logo&#10;&#10;AI-generated content may be incorrect.">
            <a:extLst>
              <a:ext uri="{FF2B5EF4-FFF2-40B4-BE49-F238E27FC236}">
                <a16:creationId xmlns:a16="http://schemas.microsoft.com/office/drawing/2014/main" id="{8C07021F-1068-062F-A527-C48B5501B537}"/>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3CC3B983-EB5D-5185-07F8-3A11A83F0B62}"/>
              </a:ext>
            </a:extLst>
          </p:cNvPr>
          <p:cNvSpPr txBox="1"/>
          <p:nvPr/>
        </p:nvSpPr>
        <p:spPr>
          <a:xfrm>
            <a:off x="664263" y="3834580"/>
            <a:ext cx="3693885" cy="169277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600" b="1" dirty="0"/>
              <a:t>This is what our </a:t>
            </a:r>
            <a:r>
              <a:rPr lang="en-US" sz="2600" b="1" dirty="0" err="1"/>
              <a:t>OPNsense</a:t>
            </a:r>
            <a:r>
              <a:rPr lang="en-US" sz="2600" b="1" dirty="0"/>
              <a:t> firewall will be distributing service-wise to your host(s)</a:t>
            </a:r>
          </a:p>
        </p:txBody>
      </p:sp>
      <p:pic>
        <p:nvPicPr>
          <p:cNvPr id="6" name="Picture 5">
            <a:extLst>
              <a:ext uri="{FF2B5EF4-FFF2-40B4-BE49-F238E27FC236}">
                <a16:creationId xmlns:a16="http://schemas.microsoft.com/office/drawing/2014/main" id="{02BD1956-0CB3-0B0B-7EB7-5997E805807D}"/>
              </a:ext>
            </a:extLst>
          </p:cNvPr>
          <p:cNvPicPr>
            <a:picLocks noChangeAspect="1"/>
          </p:cNvPicPr>
          <p:nvPr/>
        </p:nvPicPr>
        <p:blipFill>
          <a:blip r:embed="rId4"/>
          <a:stretch>
            <a:fillRect/>
          </a:stretch>
        </p:blipFill>
        <p:spPr>
          <a:xfrm>
            <a:off x="4354996" y="0"/>
            <a:ext cx="4599609" cy="6858000"/>
          </a:xfrm>
          <a:prstGeom prst="rect">
            <a:avLst/>
          </a:prstGeom>
        </p:spPr>
      </p:pic>
      <p:sp>
        <p:nvSpPr>
          <p:cNvPr id="9" name="TextBox 8">
            <a:extLst>
              <a:ext uri="{FF2B5EF4-FFF2-40B4-BE49-F238E27FC236}">
                <a16:creationId xmlns:a16="http://schemas.microsoft.com/office/drawing/2014/main" id="{CE2A213E-5268-B3EC-49ED-95E20AB9857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4277450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B2E004-26F2-DFE8-8999-47E1E3C9906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E22FDB-C04E-D9ED-1361-8C45A14CB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A8C7341-664E-1A84-2CAE-84DD1111B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548F403-5DC5-6F7B-364D-92966803576E}"/>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DHCP/DNS Config</a:t>
            </a:r>
            <a:endParaRPr lang="en-US"/>
          </a:p>
        </p:txBody>
      </p:sp>
      <p:sp>
        <p:nvSpPr>
          <p:cNvPr id="14" name="sketch line">
            <a:extLst>
              <a:ext uri="{FF2B5EF4-FFF2-40B4-BE49-F238E27FC236}">
                <a16:creationId xmlns:a16="http://schemas.microsoft.com/office/drawing/2014/main" id="{5C9339DE-02F6-D073-3C0A-31C14E6E03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8E76813E-34D3-2C95-3545-FC696AD03ABA}"/>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ADE6A262-98D8-6D83-F302-3FB37136DF86}"/>
              </a:ext>
            </a:extLst>
          </p:cNvPr>
          <p:cNvSpPr txBox="1"/>
          <p:nvPr/>
        </p:nvSpPr>
        <p:spPr>
          <a:xfrm>
            <a:off x="11050873" y="6470445"/>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2603020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0168F-0785-F95D-2225-D73668E06E66}"/>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798549-B427-0C8D-45F4-3ED50111714A}"/>
              </a:ext>
            </a:extLst>
          </p:cNvPr>
          <p:cNvSpPr>
            <a:spLocks noGrp="1"/>
          </p:cNvSpPr>
          <p:nvPr>
            <p:ph type="title"/>
          </p:nvPr>
        </p:nvSpPr>
        <p:spPr>
          <a:xfrm>
            <a:off x="411480" y="991443"/>
            <a:ext cx="4443154" cy="1087819"/>
          </a:xfrm>
        </p:spPr>
        <p:txBody>
          <a:bodyPr anchor="b">
            <a:normAutofit/>
          </a:bodyPr>
          <a:lstStyle/>
          <a:p>
            <a:r>
              <a:rPr lang="en-US" sz="3400"/>
              <a:t>Example</a:t>
            </a:r>
          </a:p>
        </p:txBody>
      </p:sp>
      <p:sp>
        <p:nvSpPr>
          <p:cNvPr id="11" name="Rectangle 10">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F64861CF-86B3-201D-B208-F30DB57CC6F8}"/>
              </a:ext>
            </a:extLst>
          </p:cNvPr>
          <p:cNvSpPr>
            <a:spLocks noGrp="1"/>
          </p:cNvSpPr>
          <p:nvPr>
            <p:ph idx="1"/>
          </p:nvPr>
        </p:nvSpPr>
        <p:spPr>
          <a:xfrm>
            <a:off x="411480" y="2684095"/>
            <a:ext cx="4443154" cy="3492868"/>
          </a:xfrm>
        </p:spPr>
        <p:txBody>
          <a:bodyPr vert="horz" lIns="91440" tIns="45720" rIns="91440" bIns="45720" rtlCol="0" anchor="t">
            <a:noAutofit/>
          </a:bodyPr>
          <a:lstStyle/>
          <a:p>
            <a:r>
              <a:rPr lang="en-US" dirty="0"/>
              <a:t>Type cat/</a:t>
            </a:r>
            <a:r>
              <a:rPr lang="en-US" dirty="0" err="1"/>
              <a:t>etc</a:t>
            </a:r>
            <a:r>
              <a:rPr lang="en-US" dirty="0"/>
              <a:t>/</a:t>
            </a:r>
            <a:r>
              <a:rPr lang="en-US" dirty="0" err="1"/>
              <a:t>resolv.conf</a:t>
            </a:r>
            <a:endParaRPr lang="en-US"/>
          </a:p>
          <a:p>
            <a:r>
              <a:rPr lang="en-US">
                <a:latin typeface="Aptos"/>
              </a:rPr>
              <a:t>Internal</a:t>
            </a:r>
            <a:r>
              <a:rPr lang="en-US">
                <a:ea typeface="+mn-lt"/>
                <a:cs typeface="+mn-lt"/>
              </a:rPr>
              <a:t> is a </a:t>
            </a:r>
            <a:r>
              <a:rPr lang="en-US" b="1">
                <a:ea typeface="+mn-lt"/>
                <a:cs typeface="+mn-lt"/>
              </a:rPr>
              <a:t>local domain name</a:t>
            </a:r>
            <a:endParaRPr lang="en-US">
              <a:ea typeface="+mn-lt"/>
              <a:cs typeface="+mn-lt"/>
            </a:endParaRPr>
          </a:p>
          <a:p>
            <a:r>
              <a:rPr lang="en-US">
                <a:ea typeface="+mn-lt"/>
                <a:cs typeface="+mn-lt"/>
              </a:rPr>
              <a:t>Common placeholder for devices inside a private network</a:t>
            </a:r>
          </a:p>
          <a:p>
            <a:r>
              <a:rPr lang="en-US"/>
              <a:t>We will change it for organizational purposes</a:t>
            </a:r>
          </a:p>
        </p:txBody>
      </p:sp>
      <p:pic>
        <p:nvPicPr>
          <p:cNvPr id="4" name="Picture 3">
            <a:extLst>
              <a:ext uri="{FF2B5EF4-FFF2-40B4-BE49-F238E27FC236}">
                <a16:creationId xmlns:a16="http://schemas.microsoft.com/office/drawing/2014/main" id="{3246FE7D-B14D-CDB7-17A3-E1B905EBEF9F}"/>
              </a:ext>
            </a:extLst>
          </p:cNvPr>
          <p:cNvPicPr>
            <a:picLocks noChangeAspect="1"/>
          </p:cNvPicPr>
          <p:nvPr/>
        </p:nvPicPr>
        <p:blipFill>
          <a:blip r:embed="rId2"/>
          <a:srcRect l="16580" t="63189" r="58245" b="27574"/>
          <a:stretch>
            <a:fillRect/>
          </a:stretch>
        </p:blipFill>
        <p:spPr>
          <a:xfrm>
            <a:off x="4801453" y="2481076"/>
            <a:ext cx="9408007" cy="194518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D0D8B4E0-044C-A951-67C2-51395746FAD3}"/>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2459100D-869B-8621-9098-B3623F96CA7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0697010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B7E3E-B2E1-9B27-A9AC-12C0F2C9985A}"/>
              </a:ext>
            </a:extLst>
          </p:cNvPr>
          <p:cNvSpPr>
            <a:spLocks noGrp="1"/>
          </p:cNvSpPr>
          <p:nvPr>
            <p:ph type="title"/>
          </p:nvPr>
        </p:nvSpPr>
        <p:spPr/>
        <p:txBody>
          <a:bodyPr/>
          <a:lstStyle/>
          <a:p>
            <a:r>
              <a:rPr lang="en-US"/>
              <a:t>DHCP</a:t>
            </a:r>
          </a:p>
        </p:txBody>
      </p:sp>
      <p:graphicFrame>
        <p:nvGraphicFramePr>
          <p:cNvPr id="10" name="Content Placeholder 2">
            <a:extLst>
              <a:ext uri="{FF2B5EF4-FFF2-40B4-BE49-F238E27FC236}">
                <a16:creationId xmlns:a16="http://schemas.microsoft.com/office/drawing/2014/main" id="{6E06663D-78D1-85C8-EE1C-3CE5BAFF85FD}"/>
              </a:ext>
            </a:extLst>
          </p:cNvPr>
          <p:cNvGraphicFramePr>
            <a:graphicFrameLocks noGrp="1"/>
          </p:cNvGraphicFramePr>
          <p:nvPr>
            <p:ph idx="1"/>
          </p:nvPr>
        </p:nvGraphicFramePr>
        <p:xfrm>
          <a:off x="838200" y="1825625"/>
          <a:ext cx="5820229" cy="43223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Picture 4" descr="A blue and yellow logo&#10;&#10;AI-generated content may be incorrect.">
            <a:extLst>
              <a:ext uri="{FF2B5EF4-FFF2-40B4-BE49-F238E27FC236}">
                <a16:creationId xmlns:a16="http://schemas.microsoft.com/office/drawing/2014/main" id="{99265D08-CD34-6336-37B5-D8C544560F85}"/>
              </a:ext>
            </a:extLst>
          </p:cNvPr>
          <p:cNvPicPr>
            <a:picLocks noChangeAspect="1"/>
          </p:cNvPicPr>
          <p:nvPr/>
        </p:nvPicPr>
        <p:blipFill>
          <a:blip r:embed="rId8"/>
          <a:stretch>
            <a:fillRect/>
          </a:stretch>
        </p:blipFill>
        <p:spPr>
          <a:xfrm>
            <a:off x="2721" y="6122079"/>
            <a:ext cx="2498272" cy="738869"/>
          </a:xfrm>
          <a:prstGeom prst="rect">
            <a:avLst/>
          </a:prstGeom>
        </p:spPr>
      </p:pic>
      <p:pic>
        <p:nvPicPr>
          <p:cNvPr id="7" name="Picture 6" descr="A diagram of a device&#10;&#10;AI-generated content may be incorrect.">
            <a:extLst>
              <a:ext uri="{FF2B5EF4-FFF2-40B4-BE49-F238E27FC236}">
                <a16:creationId xmlns:a16="http://schemas.microsoft.com/office/drawing/2014/main" id="{F1CD5D72-7F37-1276-7C5D-C61E0F473624}"/>
              </a:ext>
            </a:extLst>
          </p:cNvPr>
          <p:cNvPicPr>
            <a:picLocks noChangeAspect="1"/>
          </p:cNvPicPr>
          <p:nvPr/>
        </p:nvPicPr>
        <p:blipFill>
          <a:blip r:embed="rId9"/>
          <a:stretch>
            <a:fillRect/>
          </a:stretch>
        </p:blipFill>
        <p:spPr>
          <a:xfrm>
            <a:off x="6495625" y="-2228"/>
            <a:ext cx="5697604" cy="4620430"/>
          </a:xfrm>
          <a:prstGeom prst="rect">
            <a:avLst/>
          </a:prstGeom>
        </p:spPr>
      </p:pic>
      <p:sp>
        <p:nvSpPr>
          <p:cNvPr id="8" name="TextBox 7">
            <a:extLst>
              <a:ext uri="{FF2B5EF4-FFF2-40B4-BE49-F238E27FC236}">
                <a16:creationId xmlns:a16="http://schemas.microsoft.com/office/drawing/2014/main" id="{AF4D3592-0D0C-A996-4D78-C46F22F4C1F1}"/>
              </a:ext>
            </a:extLst>
          </p:cNvPr>
          <p:cNvSpPr txBox="1"/>
          <p:nvPr/>
        </p:nvSpPr>
        <p:spPr>
          <a:xfrm>
            <a:off x="9765515" y="36318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Firewall DHCP Service</a:t>
            </a:r>
          </a:p>
        </p:txBody>
      </p:sp>
      <p:sp>
        <p:nvSpPr>
          <p:cNvPr id="18" name="TextBox 17">
            <a:extLst>
              <a:ext uri="{FF2B5EF4-FFF2-40B4-BE49-F238E27FC236}">
                <a16:creationId xmlns:a16="http://schemas.microsoft.com/office/drawing/2014/main" id="{3C9DD1B5-DB75-0A31-A7CA-B84BFF7F2BE9}"/>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921564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BA49487-3FDB-4FB7-9D50-2B4F9454DA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1C938212-FA12-4FF1-87C8-ACDE99D06F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CB70A85-BAD1-7E09-E073-263A778B00EF}"/>
              </a:ext>
            </a:extLst>
          </p:cNvPr>
          <p:cNvSpPr>
            <a:spLocks noGrp="1"/>
          </p:cNvSpPr>
          <p:nvPr>
            <p:ph type="title"/>
          </p:nvPr>
        </p:nvSpPr>
        <p:spPr>
          <a:xfrm>
            <a:off x="838200" y="4440602"/>
            <a:ext cx="3300663" cy="1645920"/>
          </a:xfrm>
        </p:spPr>
        <p:txBody>
          <a:bodyPr vert="horz" lIns="91440" tIns="45720" rIns="91440" bIns="45720" rtlCol="0" anchor="ctr">
            <a:normAutofit/>
          </a:bodyPr>
          <a:lstStyle/>
          <a:p>
            <a:r>
              <a:rPr lang="en-US" sz="2800"/>
              <a:t>Setting DHCP/DNS</a:t>
            </a:r>
          </a:p>
        </p:txBody>
      </p:sp>
      <p:pic>
        <p:nvPicPr>
          <p:cNvPr id="11" name="Picture 10">
            <a:extLst>
              <a:ext uri="{FF2B5EF4-FFF2-40B4-BE49-F238E27FC236}">
                <a16:creationId xmlns:a16="http://schemas.microsoft.com/office/drawing/2014/main" id="{1AE93324-A766-45A4-68FD-8A0FB34B20F4}"/>
              </a:ext>
            </a:extLst>
          </p:cNvPr>
          <p:cNvPicPr>
            <a:picLocks noChangeAspect="1"/>
          </p:cNvPicPr>
          <p:nvPr/>
        </p:nvPicPr>
        <p:blipFill>
          <a:blip r:embed="rId2"/>
          <a:srcRect l="16786" t="16831" r="41012" b="16811"/>
          <a:stretch>
            <a:fillRect/>
          </a:stretch>
        </p:blipFill>
        <p:spPr>
          <a:xfrm>
            <a:off x="2872" y="600561"/>
            <a:ext cx="3584448" cy="3170332"/>
          </a:xfrm>
          <a:prstGeom prst="rect">
            <a:avLst/>
          </a:prstGeom>
        </p:spPr>
      </p:pic>
      <p:pic>
        <p:nvPicPr>
          <p:cNvPr id="4" name="Picture 3" descr="A blue and yellow logo&#10;&#10;AI-generated content may be incorrect.">
            <a:extLst>
              <a:ext uri="{FF2B5EF4-FFF2-40B4-BE49-F238E27FC236}">
                <a16:creationId xmlns:a16="http://schemas.microsoft.com/office/drawing/2014/main" id="{AA9CC876-5EEF-9A98-F47F-751B1CDE344E}"/>
              </a:ext>
            </a:extLst>
          </p:cNvPr>
          <p:cNvPicPr>
            <a:picLocks noChangeAspect="1"/>
          </p:cNvPicPr>
          <p:nvPr/>
        </p:nvPicPr>
        <p:blipFill>
          <a:blip r:embed="rId3"/>
          <a:stretch>
            <a:fillRect/>
          </a:stretch>
        </p:blipFill>
        <p:spPr>
          <a:xfrm>
            <a:off x="8137415" y="1661189"/>
            <a:ext cx="3584448" cy="1048451"/>
          </a:xfrm>
          <a:prstGeom prst="rect">
            <a:avLst/>
          </a:prstGeom>
        </p:spPr>
      </p:pic>
      <p:sp>
        <p:nvSpPr>
          <p:cNvPr id="20" name="Rectangle 19">
            <a:extLst>
              <a:ext uri="{FF2B5EF4-FFF2-40B4-BE49-F238E27FC236}">
                <a16:creationId xmlns:a16="http://schemas.microsoft.com/office/drawing/2014/main" id="{369F152D-E540-4B48-BA11-2ADF043C6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0C059F7E-04C4-4C46-9B3E-E5CE267E34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7B6E572E-40BE-E1DA-4435-55A4667BE64E}"/>
              </a:ext>
            </a:extLst>
          </p:cNvPr>
          <p:cNvSpPr txBox="1"/>
          <p:nvPr/>
        </p:nvSpPr>
        <p:spPr>
          <a:xfrm>
            <a:off x="4578824" y="3794716"/>
            <a:ext cx="6860184" cy="3082834"/>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buFont typeface="Arial" panose="020B0604020202020204" pitchFamily="34" charset="0"/>
              <a:buChar char="•"/>
            </a:pPr>
            <a:r>
              <a:rPr lang="en-US" sz="2600" dirty="0"/>
              <a:t>Go to Services &gt; </a:t>
            </a:r>
            <a:r>
              <a:rPr lang="en-US" sz="2600" dirty="0" err="1"/>
              <a:t>Dnsmasq</a:t>
            </a:r>
            <a:r>
              <a:rPr lang="en-US" sz="2600" dirty="0"/>
              <a:t> &gt; general</a:t>
            </a:r>
          </a:p>
          <a:p>
            <a:pPr>
              <a:buFont typeface="Arial" panose="020B0604020202020204" pitchFamily="34" charset="0"/>
              <a:buChar char="•"/>
            </a:pPr>
            <a:r>
              <a:rPr lang="en-US" sz="2600" b="1"/>
              <a:t>What should we change?</a:t>
            </a:r>
          </a:p>
          <a:p>
            <a:pPr marL="285750" indent="-228600">
              <a:lnSpc>
                <a:spcPct val="90000"/>
              </a:lnSpc>
              <a:spcAft>
                <a:spcPts val="600"/>
              </a:spcAft>
              <a:buFont typeface="Arial" panose="020B0604020202020204" pitchFamily="34" charset="0"/>
              <a:buChar char="•"/>
            </a:pPr>
            <a:endParaRPr lang="en-US" sz="1500" dirty="0"/>
          </a:p>
        </p:txBody>
      </p:sp>
      <p:sp>
        <p:nvSpPr>
          <p:cNvPr id="12" name="Arrow: Right 11">
            <a:extLst>
              <a:ext uri="{FF2B5EF4-FFF2-40B4-BE49-F238E27FC236}">
                <a16:creationId xmlns:a16="http://schemas.microsoft.com/office/drawing/2014/main" id="{EECFB61C-C972-7C8C-96F4-3D3BB8BC1E85}"/>
              </a:ext>
            </a:extLst>
          </p:cNvPr>
          <p:cNvSpPr/>
          <p:nvPr/>
        </p:nvSpPr>
        <p:spPr>
          <a:xfrm>
            <a:off x="3594264" y="2057070"/>
            <a:ext cx="731665" cy="2596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D739624-E5E9-9A78-D53E-46F0AB8BDD3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855210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A2757-88A0-8E50-C250-5D23CD55D494}"/>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128A79F-122F-68C4-C8C7-1C74FAF2D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29D312DA-3655-B689-14C7-F6BF9A292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549199F-2477-B9AB-72D2-11A05551EC2D}"/>
              </a:ext>
            </a:extLst>
          </p:cNvPr>
          <p:cNvSpPr>
            <a:spLocks noGrp="1"/>
          </p:cNvSpPr>
          <p:nvPr>
            <p:ph type="title"/>
          </p:nvPr>
        </p:nvSpPr>
        <p:spPr>
          <a:xfrm>
            <a:off x="838200" y="4440602"/>
            <a:ext cx="3300663" cy="1645920"/>
          </a:xfrm>
        </p:spPr>
        <p:txBody>
          <a:bodyPr vert="horz" lIns="91440" tIns="45720" rIns="91440" bIns="45720" rtlCol="0" anchor="ctr">
            <a:normAutofit/>
          </a:bodyPr>
          <a:lstStyle/>
          <a:p>
            <a:r>
              <a:rPr lang="en-US" sz="2800"/>
              <a:t>Setting DHCP/DNS</a:t>
            </a:r>
          </a:p>
        </p:txBody>
      </p:sp>
      <p:pic>
        <p:nvPicPr>
          <p:cNvPr id="11" name="Picture 10">
            <a:extLst>
              <a:ext uri="{FF2B5EF4-FFF2-40B4-BE49-F238E27FC236}">
                <a16:creationId xmlns:a16="http://schemas.microsoft.com/office/drawing/2014/main" id="{FE788710-ED41-D49F-2B3E-43B2BCB5AA28}"/>
              </a:ext>
            </a:extLst>
          </p:cNvPr>
          <p:cNvPicPr>
            <a:picLocks noChangeAspect="1"/>
          </p:cNvPicPr>
          <p:nvPr/>
        </p:nvPicPr>
        <p:blipFill>
          <a:blip r:embed="rId2"/>
          <a:srcRect l="16786" t="16831" r="41012" b="16811"/>
          <a:stretch>
            <a:fillRect/>
          </a:stretch>
        </p:blipFill>
        <p:spPr>
          <a:xfrm>
            <a:off x="2872" y="600561"/>
            <a:ext cx="3584448" cy="3170332"/>
          </a:xfrm>
          <a:prstGeom prst="rect">
            <a:avLst/>
          </a:prstGeom>
        </p:spPr>
      </p:pic>
      <p:pic>
        <p:nvPicPr>
          <p:cNvPr id="4" name="Picture 3" descr="A blue and yellow logo&#10;&#10;AI-generated content may be incorrect.">
            <a:extLst>
              <a:ext uri="{FF2B5EF4-FFF2-40B4-BE49-F238E27FC236}">
                <a16:creationId xmlns:a16="http://schemas.microsoft.com/office/drawing/2014/main" id="{9B51C769-959D-9A5F-00E9-3E857FD8D7C6}"/>
              </a:ext>
            </a:extLst>
          </p:cNvPr>
          <p:cNvPicPr>
            <a:picLocks noChangeAspect="1"/>
          </p:cNvPicPr>
          <p:nvPr/>
        </p:nvPicPr>
        <p:blipFill>
          <a:blip r:embed="rId3"/>
          <a:stretch>
            <a:fillRect/>
          </a:stretch>
        </p:blipFill>
        <p:spPr>
          <a:xfrm>
            <a:off x="8137415" y="1661189"/>
            <a:ext cx="3584448" cy="1048451"/>
          </a:xfrm>
          <a:prstGeom prst="rect">
            <a:avLst/>
          </a:prstGeom>
        </p:spPr>
      </p:pic>
      <p:sp>
        <p:nvSpPr>
          <p:cNvPr id="20" name="Rectangle 19">
            <a:extLst>
              <a:ext uri="{FF2B5EF4-FFF2-40B4-BE49-F238E27FC236}">
                <a16:creationId xmlns:a16="http://schemas.microsoft.com/office/drawing/2014/main" id="{05B96E62-C1A8-EE04-1200-EAFCE944C4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91280253-9C44-743D-194D-2EFD01BBA9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4F0D6089-A4B9-5180-3E34-8D53FE732ECA}"/>
              </a:ext>
            </a:extLst>
          </p:cNvPr>
          <p:cNvSpPr txBox="1"/>
          <p:nvPr/>
        </p:nvSpPr>
        <p:spPr>
          <a:xfrm>
            <a:off x="4295796" y="3562487"/>
            <a:ext cx="7614926" cy="3068320"/>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Autofit/>
          </a:bodyPr>
          <a:lstStyle/>
          <a:p>
            <a:endParaRPr lang="en-US" sz="2000" dirty="0"/>
          </a:p>
          <a:p>
            <a:pPr>
              <a:buFont typeface="Arial" panose="020B0604020202020204" pitchFamily="34" charset="0"/>
              <a:buChar char="•"/>
            </a:pPr>
            <a:r>
              <a:rPr lang="en-US" sz="2000" dirty="0"/>
              <a:t> Change the ADMIN  </a:t>
            </a:r>
            <a:r>
              <a:rPr lang="en-US" sz="2000"/>
              <a:t>interface to your VLAN gateway </a:t>
            </a:r>
          </a:p>
          <a:p>
            <a:pPr>
              <a:buFont typeface="Arial" panose="020B0604020202020204" pitchFamily="34" charset="0"/>
              <a:buChar char="•"/>
            </a:pPr>
            <a:r>
              <a:rPr lang="en-US" sz="2000"/>
              <a:t>Helps organize devices under a common network domain. </a:t>
            </a:r>
            <a:endParaRPr lang="en-US" sz="2000" dirty="0"/>
          </a:p>
          <a:p>
            <a:pPr>
              <a:buFont typeface="Arial" panose="020B0604020202020204" pitchFamily="34" charset="0"/>
              <a:buChar char="•"/>
            </a:pPr>
            <a:r>
              <a:rPr lang="en-US" sz="2000"/>
              <a:t>Makes it easier to resolve hostnames without typing the full domain. </a:t>
            </a:r>
            <a:endParaRPr lang="en-US" sz="2000" dirty="0"/>
          </a:p>
          <a:p>
            <a:pPr>
              <a:buFont typeface="Arial" panose="020B0604020202020204" pitchFamily="34" charset="0"/>
              <a:buChar char="•"/>
            </a:pPr>
            <a:r>
              <a:rPr lang="en-US" sz="2000"/>
              <a:t>Does </a:t>
            </a:r>
            <a:r>
              <a:rPr lang="en-US" sz="2000" b="1"/>
              <a:t>not</a:t>
            </a:r>
            <a:r>
              <a:rPr lang="en-US" sz="2000"/>
              <a:t> change IP addresses, routing, or Internet connectivity.</a:t>
            </a:r>
            <a:endParaRPr lang="en-US" sz="2000" dirty="0"/>
          </a:p>
        </p:txBody>
      </p:sp>
      <p:sp>
        <p:nvSpPr>
          <p:cNvPr id="12" name="Arrow: Right 11">
            <a:extLst>
              <a:ext uri="{FF2B5EF4-FFF2-40B4-BE49-F238E27FC236}">
                <a16:creationId xmlns:a16="http://schemas.microsoft.com/office/drawing/2014/main" id="{5C370312-0CB4-3D43-DA13-806FD8A56BF8}"/>
              </a:ext>
            </a:extLst>
          </p:cNvPr>
          <p:cNvSpPr/>
          <p:nvPr/>
        </p:nvSpPr>
        <p:spPr>
          <a:xfrm>
            <a:off x="3594264" y="2057070"/>
            <a:ext cx="731665" cy="2596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Content Placeholder 7">
            <a:extLst>
              <a:ext uri="{FF2B5EF4-FFF2-40B4-BE49-F238E27FC236}">
                <a16:creationId xmlns:a16="http://schemas.microsoft.com/office/drawing/2014/main" id="{4B083DE7-C53A-7BE8-055C-F105BE832C64}"/>
              </a:ext>
            </a:extLst>
          </p:cNvPr>
          <p:cNvPicPr>
            <a:picLocks noGrp="1" noChangeAspect="1"/>
          </p:cNvPicPr>
          <p:nvPr>
            <p:ph idx="1"/>
          </p:nvPr>
        </p:nvPicPr>
        <p:blipFill>
          <a:blip r:embed="rId4"/>
          <a:srcRect l="17737" t="12406" r="39524" b="2286"/>
          <a:stretch>
            <a:fillRect/>
          </a:stretch>
        </p:blipFill>
        <p:spPr>
          <a:xfrm>
            <a:off x="4557407" y="164491"/>
            <a:ext cx="3331108" cy="3781568"/>
          </a:xfrm>
          <a:prstGeom prst="rect">
            <a:avLst/>
          </a:prstGeom>
        </p:spPr>
      </p:pic>
      <p:sp>
        <p:nvSpPr>
          <p:cNvPr id="5" name="TextBox 4">
            <a:extLst>
              <a:ext uri="{FF2B5EF4-FFF2-40B4-BE49-F238E27FC236}">
                <a16:creationId xmlns:a16="http://schemas.microsoft.com/office/drawing/2014/main" id="{EAFC73BA-CDAD-9C6B-E4B2-3295BD4014B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79681131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0B805AA-D301-548F-3C6A-A0CA964320A1}"/>
              </a:ext>
            </a:extLst>
          </p:cNvPr>
          <p:cNvPicPr>
            <a:picLocks noGrp="1" noChangeAspect="1"/>
          </p:cNvPicPr>
          <p:nvPr>
            <p:ph idx="1"/>
          </p:nvPr>
        </p:nvPicPr>
        <p:blipFill>
          <a:blip r:embed="rId2"/>
          <a:srcRect t="4661" b="7717"/>
          <a:stretch>
            <a:fillRect/>
          </a:stretch>
        </p:blipFill>
        <p:spPr>
          <a:xfrm>
            <a:off x="0" y="794"/>
            <a:ext cx="12199257" cy="6023537"/>
          </a:xfrm>
          <a:prstGeom prst="rect">
            <a:avLst/>
          </a:prstGeom>
        </p:spPr>
      </p:pic>
      <p:pic>
        <p:nvPicPr>
          <p:cNvPr id="6" name="Picture 5" descr="A blue and yellow logo&#10;&#10;AI-generated content may be incorrect.">
            <a:extLst>
              <a:ext uri="{FF2B5EF4-FFF2-40B4-BE49-F238E27FC236}">
                <a16:creationId xmlns:a16="http://schemas.microsoft.com/office/drawing/2014/main" id="{BDB5094D-5EE7-D2EB-5109-27E739A8E178}"/>
              </a:ext>
            </a:extLst>
          </p:cNvPr>
          <p:cNvPicPr>
            <a:picLocks noChangeAspect="1"/>
          </p:cNvPicPr>
          <p:nvPr/>
        </p:nvPicPr>
        <p:blipFill>
          <a:blip r:embed="rId3"/>
          <a:stretch>
            <a:fillRect/>
          </a:stretch>
        </p:blipFill>
        <p:spPr>
          <a:xfrm>
            <a:off x="2721" y="6122079"/>
            <a:ext cx="2498272" cy="738869"/>
          </a:xfrm>
          <a:prstGeom prst="rect">
            <a:avLst/>
          </a:prstGeom>
        </p:spPr>
      </p:pic>
      <p:sp>
        <p:nvSpPr>
          <p:cNvPr id="3" name="TextBox 2">
            <a:extLst>
              <a:ext uri="{FF2B5EF4-FFF2-40B4-BE49-F238E27FC236}">
                <a16:creationId xmlns:a16="http://schemas.microsoft.com/office/drawing/2014/main" id="{EE22C998-2C4F-F141-74E7-FCAB18007E3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80798667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51A0227-072A-4F5F-928C-E2C3E5CCD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E2AD62-0867-4CD7-29F3-C118466FAB74}"/>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sp>
        <p:nvSpPr>
          <p:cNvPr id="24" name="sketchy line">
            <a:extLst>
              <a:ext uri="{FF2B5EF4-FFF2-40B4-BE49-F238E27FC236}">
                <a16:creationId xmlns:a16="http://schemas.microsoft.com/office/drawing/2014/main" id="{35D99776-4B38-47DF-A302-11AD9AF87A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B9366F2-85DE-ABF5-7EB9-D8B6F26F212C}"/>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dirty="0"/>
              <a:t>Services &gt; </a:t>
            </a:r>
            <a:r>
              <a:rPr lang="en-US" sz="2200" dirty="0" err="1"/>
              <a:t>Dnsmasq</a:t>
            </a:r>
            <a:r>
              <a:rPr lang="en-US" sz="2200" dirty="0"/>
              <a:t> &gt; ranges</a:t>
            </a:r>
          </a:p>
          <a:p>
            <a:r>
              <a:rPr lang="en-US" sz="2200"/>
              <a:t>Click the + in the bottom right</a:t>
            </a:r>
            <a:endParaRPr lang="en-US" sz="2200" dirty="0"/>
          </a:p>
          <a:p>
            <a:r>
              <a:rPr lang="en-US" sz="2200" b="1"/>
              <a:t>What should we change?</a:t>
            </a:r>
          </a:p>
          <a:p>
            <a:endParaRPr lang="en-US" sz="2200"/>
          </a:p>
        </p:txBody>
      </p:sp>
      <p:sp>
        <p:nvSpPr>
          <p:cNvPr id="9" name="Arrow: Right 8">
            <a:extLst>
              <a:ext uri="{FF2B5EF4-FFF2-40B4-BE49-F238E27FC236}">
                <a16:creationId xmlns:a16="http://schemas.microsoft.com/office/drawing/2014/main" id="{25F37644-CAD4-612E-DA8D-667C91C7C1D0}"/>
              </a:ext>
            </a:extLst>
          </p:cNvPr>
          <p:cNvSpPr/>
          <p:nvPr/>
        </p:nvSpPr>
        <p:spPr>
          <a:xfrm>
            <a:off x="5938575" y="2041769"/>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8C2A558D-AE7B-35C5-638A-39592440B788}"/>
              </a:ext>
            </a:extLst>
          </p:cNvPr>
          <p:cNvPicPr>
            <a:picLocks noChangeAspect="1"/>
          </p:cNvPicPr>
          <p:nvPr/>
        </p:nvPicPr>
        <p:blipFill>
          <a:blip r:embed="rId2"/>
          <a:srcRect l="59350" t="18795" r="9485" b="29879"/>
          <a:stretch>
            <a:fillRect/>
          </a:stretch>
        </p:blipFill>
        <p:spPr>
          <a:xfrm>
            <a:off x="1093849" y="566783"/>
            <a:ext cx="4239081" cy="3927031"/>
          </a:xfrm>
          <a:prstGeom prst="rect">
            <a:avLst/>
          </a:prstGeom>
        </p:spPr>
      </p:pic>
      <p:pic>
        <p:nvPicPr>
          <p:cNvPr id="6" name="Picture 5" descr="A blue and yellow logo&#10;&#10;AI-generated content may be incorrect.">
            <a:extLst>
              <a:ext uri="{FF2B5EF4-FFF2-40B4-BE49-F238E27FC236}">
                <a16:creationId xmlns:a16="http://schemas.microsoft.com/office/drawing/2014/main" id="{DF25B235-7E69-8B42-1467-B49C6BF4DFB8}"/>
              </a:ext>
            </a:extLst>
          </p:cNvPr>
          <p:cNvPicPr>
            <a:picLocks noChangeAspect="1"/>
          </p:cNvPicPr>
          <p:nvPr/>
        </p:nvPicPr>
        <p:blipFill>
          <a:blip r:embed="rId3"/>
          <a:stretch>
            <a:fillRect/>
          </a:stretch>
        </p:blipFill>
        <p:spPr>
          <a:xfrm>
            <a:off x="2721" y="6122079"/>
            <a:ext cx="2498272" cy="738869"/>
          </a:xfrm>
          <a:prstGeom prst="rect">
            <a:avLst/>
          </a:prstGeom>
        </p:spPr>
      </p:pic>
      <p:sp>
        <p:nvSpPr>
          <p:cNvPr id="7" name="TextBox 6">
            <a:extLst>
              <a:ext uri="{FF2B5EF4-FFF2-40B4-BE49-F238E27FC236}">
                <a16:creationId xmlns:a16="http://schemas.microsoft.com/office/drawing/2014/main" id="{E18033B7-66E4-3EA9-BD61-726E7039351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64424093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F740D43-CDDC-A855-C361-9E8B89F370A2}"/>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12087FF4-3E78-78B0-4E06-833E5D335B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5211E8-1513-EEB8-FF1B-F0FCF78C769D}"/>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pic>
        <p:nvPicPr>
          <p:cNvPr id="8" name="Picture 7">
            <a:extLst>
              <a:ext uri="{FF2B5EF4-FFF2-40B4-BE49-F238E27FC236}">
                <a16:creationId xmlns:a16="http://schemas.microsoft.com/office/drawing/2014/main" id="{488BF7CC-6E53-339A-A751-9710B25D6B98}"/>
              </a:ext>
            </a:extLst>
          </p:cNvPr>
          <p:cNvPicPr>
            <a:picLocks noChangeAspect="1"/>
          </p:cNvPicPr>
          <p:nvPr/>
        </p:nvPicPr>
        <p:blipFill>
          <a:blip r:embed="rId3"/>
          <a:srcRect l="26560" t="19028" r="26633" b="30232"/>
          <a:stretch>
            <a:fillRect/>
          </a:stretch>
        </p:blipFill>
        <p:spPr>
          <a:xfrm>
            <a:off x="1290610" y="651780"/>
            <a:ext cx="5471160" cy="3336120"/>
          </a:xfrm>
          <a:prstGeom prst="rect">
            <a:avLst/>
          </a:prstGeom>
        </p:spPr>
      </p:pic>
      <p:sp>
        <p:nvSpPr>
          <p:cNvPr id="24" name="sketchy line">
            <a:extLst>
              <a:ext uri="{FF2B5EF4-FFF2-40B4-BE49-F238E27FC236}">
                <a16:creationId xmlns:a16="http://schemas.microsoft.com/office/drawing/2014/main" id="{51819598-AEB4-1744-A7B0-03134336E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41CE6E5-4BCC-AA8C-9E22-0A5BC53A6333}"/>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dirty="0"/>
              <a:t>Services &gt; </a:t>
            </a:r>
            <a:r>
              <a:rPr lang="en-US" sz="2200" dirty="0" err="1"/>
              <a:t>Dnsmasq</a:t>
            </a:r>
            <a:r>
              <a:rPr lang="en-US" sz="2200" dirty="0"/>
              <a:t> &gt; ranges</a:t>
            </a:r>
          </a:p>
          <a:p>
            <a:r>
              <a:rPr lang="en-US" sz="2200"/>
              <a:t>Click the + in the bottom right</a:t>
            </a:r>
            <a:endParaRPr lang="en-US" sz="2200" dirty="0"/>
          </a:p>
          <a:p>
            <a:r>
              <a:rPr lang="en-US" sz="2200" b="1"/>
              <a:t>Edit each of the 3 VLANs in your group</a:t>
            </a:r>
            <a:endParaRPr lang="en-US" sz="2200" b="1" dirty="0"/>
          </a:p>
          <a:p>
            <a:endParaRPr lang="en-US" sz="2200"/>
          </a:p>
        </p:txBody>
      </p:sp>
      <p:sp>
        <p:nvSpPr>
          <p:cNvPr id="9" name="Arrow: Right 8">
            <a:extLst>
              <a:ext uri="{FF2B5EF4-FFF2-40B4-BE49-F238E27FC236}">
                <a16:creationId xmlns:a16="http://schemas.microsoft.com/office/drawing/2014/main" id="{5B6B5EF2-576D-58BB-D692-B3FFB0A33755}"/>
              </a:ext>
            </a:extLst>
          </p:cNvPr>
          <p:cNvSpPr/>
          <p:nvPr/>
        </p:nvSpPr>
        <p:spPr>
          <a:xfrm>
            <a:off x="169146" y="1831312"/>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7FEDCF0-C9B4-59AD-DE77-A75A7134FA05}"/>
              </a:ext>
            </a:extLst>
          </p:cNvPr>
          <p:cNvPicPr>
            <a:picLocks noChangeAspect="1"/>
          </p:cNvPicPr>
          <p:nvPr/>
        </p:nvPicPr>
        <p:blipFill>
          <a:blip r:embed="rId4"/>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ED98CCEA-2C24-2419-05D1-43920B6A212D}"/>
              </a:ext>
            </a:extLst>
          </p:cNvPr>
          <p:cNvSpPr txBox="1"/>
          <p:nvPr/>
        </p:nvSpPr>
        <p:spPr>
          <a:xfrm>
            <a:off x="11050873" y="6296274"/>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98151220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74D6B2-C033-91D1-C58A-A0B8718100D9}"/>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AB15FF7-C086-C273-E43E-837AE6688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FE9813-131E-7395-A438-08724588D83A}"/>
              </a:ext>
            </a:extLst>
          </p:cNvPr>
          <p:cNvSpPr>
            <a:spLocks noGrp="1"/>
          </p:cNvSpPr>
          <p:nvPr>
            <p:ph type="title"/>
          </p:nvPr>
        </p:nvSpPr>
        <p:spPr>
          <a:xfrm>
            <a:off x="630936" y="4440365"/>
            <a:ext cx="4245864" cy="1722691"/>
          </a:xfrm>
        </p:spPr>
        <p:txBody>
          <a:bodyPr anchor="ctr">
            <a:normAutofit/>
          </a:bodyPr>
          <a:lstStyle/>
          <a:p>
            <a:r>
              <a:rPr lang="en-US" sz="5400"/>
              <a:t>Client Ranges</a:t>
            </a:r>
          </a:p>
        </p:txBody>
      </p:sp>
      <p:sp>
        <p:nvSpPr>
          <p:cNvPr id="24" name="sketchy line">
            <a:extLst>
              <a:ext uri="{FF2B5EF4-FFF2-40B4-BE49-F238E27FC236}">
                <a16:creationId xmlns:a16="http://schemas.microsoft.com/office/drawing/2014/main" id="{49F0745F-3DDD-461C-3AD0-3A654D6F92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37304" y="529256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8DB0528-8F4A-E139-DAC1-594EB6B45AB4}"/>
              </a:ext>
            </a:extLst>
          </p:cNvPr>
          <p:cNvSpPr>
            <a:spLocks noGrp="1"/>
          </p:cNvSpPr>
          <p:nvPr>
            <p:ph idx="1"/>
          </p:nvPr>
        </p:nvSpPr>
        <p:spPr>
          <a:xfrm>
            <a:off x="5333999" y="4440365"/>
            <a:ext cx="6214871" cy="1722691"/>
          </a:xfrm>
        </p:spPr>
        <p:txBody>
          <a:bodyPr vert="horz" lIns="91440" tIns="45720" rIns="91440" bIns="45720" rtlCol="0" anchor="ctr">
            <a:normAutofit/>
          </a:bodyPr>
          <a:lstStyle/>
          <a:p>
            <a:r>
              <a:rPr lang="en-US" sz="2200" dirty="0"/>
              <a:t>Services &gt; </a:t>
            </a:r>
            <a:r>
              <a:rPr lang="en-US" sz="2200" dirty="0" err="1"/>
              <a:t>Dnsmasq</a:t>
            </a:r>
            <a:r>
              <a:rPr lang="en-US" sz="2200" dirty="0"/>
              <a:t> &gt; ranges</a:t>
            </a:r>
          </a:p>
          <a:p>
            <a:r>
              <a:rPr lang="en-US" sz="2200"/>
              <a:t>Click the + in the bottom right</a:t>
            </a:r>
            <a:endParaRPr lang="en-US" sz="2200" dirty="0"/>
          </a:p>
          <a:p>
            <a:r>
              <a:rPr lang="en-US" sz="2200" b="1"/>
              <a:t>What should we change?</a:t>
            </a:r>
          </a:p>
          <a:p>
            <a:endParaRPr lang="en-US" sz="2200"/>
          </a:p>
        </p:txBody>
      </p:sp>
      <p:sp>
        <p:nvSpPr>
          <p:cNvPr id="9" name="Arrow: Right 8">
            <a:extLst>
              <a:ext uri="{FF2B5EF4-FFF2-40B4-BE49-F238E27FC236}">
                <a16:creationId xmlns:a16="http://schemas.microsoft.com/office/drawing/2014/main" id="{A40A13DF-E34B-74F8-1556-FCF77D723F84}"/>
              </a:ext>
            </a:extLst>
          </p:cNvPr>
          <p:cNvSpPr/>
          <p:nvPr/>
        </p:nvSpPr>
        <p:spPr>
          <a:xfrm>
            <a:off x="5938575" y="2041769"/>
            <a:ext cx="9276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328B691A-EB2E-CC6D-9CB2-C964D4357E02}"/>
              </a:ext>
            </a:extLst>
          </p:cNvPr>
          <p:cNvPicPr>
            <a:picLocks noChangeAspect="1"/>
          </p:cNvPicPr>
          <p:nvPr/>
        </p:nvPicPr>
        <p:blipFill>
          <a:blip r:embed="rId2"/>
          <a:srcRect l="59350" t="18795" r="9485" b="29879"/>
          <a:stretch>
            <a:fillRect/>
          </a:stretch>
        </p:blipFill>
        <p:spPr>
          <a:xfrm>
            <a:off x="1093849" y="566783"/>
            <a:ext cx="4239081" cy="3927031"/>
          </a:xfrm>
          <a:prstGeom prst="rect">
            <a:avLst/>
          </a:prstGeom>
        </p:spPr>
      </p:pic>
      <p:pic>
        <p:nvPicPr>
          <p:cNvPr id="6" name="Picture 5" descr="A blue and yellow logo&#10;&#10;AI-generated content may be incorrect.">
            <a:extLst>
              <a:ext uri="{FF2B5EF4-FFF2-40B4-BE49-F238E27FC236}">
                <a16:creationId xmlns:a16="http://schemas.microsoft.com/office/drawing/2014/main" id="{6F0EC793-4FE7-29E7-48A2-B3F3D8803C05}"/>
              </a:ext>
            </a:extLst>
          </p:cNvPr>
          <p:cNvPicPr>
            <a:picLocks noChangeAspect="1"/>
          </p:cNvPicPr>
          <p:nvPr/>
        </p:nvPicPr>
        <p:blipFill>
          <a:blip r:embed="rId3"/>
          <a:stretch>
            <a:fillRect/>
          </a:stretch>
        </p:blipFill>
        <p:spPr>
          <a:xfrm>
            <a:off x="2721" y="6122079"/>
            <a:ext cx="2498272" cy="738869"/>
          </a:xfrm>
          <a:prstGeom prst="rect">
            <a:avLst/>
          </a:prstGeom>
        </p:spPr>
      </p:pic>
      <p:pic>
        <p:nvPicPr>
          <p:cNvPr id="4" name="Picture 3">
            <a:extLst>
              <a:ext uri="{FF2B5EF4-FFF2-40B4-BE49-F238E27FC236}">
                <a16:creationId xmlns:a16="http://schemas.microsoft.com/office/drawing/2014/main" id="{DD92862B-E0D8-5FEC-1A4E-FBDC86BF4F5B}"/>
              </a:ext>
            </a:extLst>
          </p:cNvPr>
          <p:cNvPicPr>
            <a:picLocks noChangeAspect="1"/>
          </p:cNvPicPr>
          <p:nvPr/>
        </p:nvPicPr>
        <p:blipFill>
          <a:blip r:embed="rId4"/>
          <a:srcRect l="26413" t="17902" r="41166" b="30932"/>
          <a:stretch>
            <a:fillRect/>
          </a:stretch>
        </p:blipFill>
        <p:spPr>
          <a:xfrm>
            <a:off x="7025141" y="566057"/>
            <a:ext cx="3952839" cy="3508918"/>
          </a:xfrm>
          <a:prstGeom prst="rect">
            <a:avLst/>
          </a:prstGeom>
        </p:spPr>
      </p:pic>
      <p:sp>
        <p:nvSpPr>
          <p:cNvPr id="8" name="TextBox 7">
            <a:extLst>
              <a:ext uri="{FF2B5EF4-FFF2-40B4-BE49-F238E27FC236}">
                <a16:creationId xmlns:a16="http://schemas.microsoft.com/office/drawing/2014/main" id="{93AAC145-0190-ECBA-F7BC-EB87D6E8BF2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41175387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611286-A0BF-B550-76E2-AC1574A7A6EC}"/>
              </a:ext>
            </a:extLst>
          </p:cNvPr>
          <p:cNvSpPr>
            <a:spLocks noGrp="1"/>
          </p:cNvSpPr>
          <p:nvPr>
            <p:ph type="title"/>
          </p:nvPr>
        </p:nvSpPr>
        <p:spPr>
          <a:xfrm>
            <a:off x="630936" y="639520"/>
            <a:ext cx="3429000" cy="1719072"/>
          </a:xfrm>
        </p:spPr>
        <p:txBody>
          <a:bodyPr anchor="b">
            <a:normAutofit/>
          </a:bodyPr>
          <a:lstStyle/>
          <a:p>
            <a:r>
              <a:rPr lang="en-US" sz="5400"/>
              <a:t>Return to Example</a:t>
            </a:r>
          </a:p>
        </p:txBody>
      </p:sp>
      <p:sp>
        <p:nvSpPr>
          <p:cNvPr id="13"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ADF84E-67E1-0E4B-B3C3-5316ABF9A9BD}"/>
              </a:ext>
            </a:extLst>
          </p:cNvPr>
          <p:cNvSpPr>
            <a:spLocks noGrp="1"/>
          </p:cNvSpPr>
          <p:nvPr>
            <p:ph idx="1"/>
          </p:nvPr>
        </p:nvSpPr>
        <p:spPr>
          <a:xfrm>
            <a:off x="630936" y="2807208"/>
            <a:ext cx="3429000" cy="3410712"/>
          </a:xfrm>
        </p:spPr>
        <p:txBody>
          <a:bodyPr vert="horz" lIns="91440" tIns="45720" rIns="91440" bIns="45720" rtlCol="0" anchor="t">
            <a:normAutofit/>
          </a:bodyPr>
          <a:lstStyle/>
          <a:p>
            <a:r>
              <a:rPr lang="en-US" dirty="0"/>
              <a:t>Type cat/</a:t>
            </a:r>
            <a:r>
              <a:rPr lang="en-US" dirty="0" err="1"/>
              <a:t>etc</a:t>
            </a:r>
            <a:r>
              <a:rPr lang="en-US" dirty="0"/>
              <a:t>/</a:t>
            </a:r>
            <a:r>
              <a:rPr lang="en-US" dirty="0" err="1"/>
              <a:t>resolv.conf</a:t>
            </a:r>
            <a:endParaRPr lang="en-US" dirty="0"/>
          </a:p>
          <a:p>
            <a:r>
              <a:rPr lang="en-US"/>
              <a:t>What is the difference?</a:t>
            </a:r>
            <a:endParaRPr lang="en-US" dirty="0"/>
          </a:p>
          <a:p>
            <a:r>
              <a:rPr lang="en-US"/>
              <a:t>We want meaningful naming across our network</a:t>
            </a:r>
          </a:p>
          <a:p>
            <a:pPr marL="0" indent="0">
              <a:buNone/>
            </a:pPr>
            <a:endParaRPr lang="en-US" sz="1700"/>
          </a:p>
          <a:p>
            <a:endParaRPr lang="en-US" sz="1700"/>
          </a:p>
        </p:txBody>
      </p:sp>
      <p:pic>
        <p:nvPicPr>
          <p:cNvPr id="6" name="Picture 5" descr="A screenshot of a computer&#10;&#10;AI-generated content may be incorrect.">
            <a:extLst>
              <a:ext uri="{FF2B5EF4-FFF2-40B4-BE49-F238E27FC236}">
                <a16:creationId xmlns:a16="http://schemas.microsoft.com/office/drawing/2014/main" id="{D7BC4B71-974C-D936-D2CA-2B44AF58534A}"/>
              </a:ext>
            </a:extLst>
          </p:cNvPr>
          <p:cNvPicPr>
            <a:picLocks noChangeAspect="1"/>
          </p:cNvPicPr>
          <p:nvPr/>
        </p:nvPicPr>
        <p:blipFill>
          <a:blip r:embed="rId2"/>
          <a:srcRect l="16625" t="51499" r="58205" b="39262"/>
          <a:stretch>
            <a:fillRect/>
          </a:stretch>
        </p:blipFill>
        <p:spPr>
          <a:xfrm>
            <a:off x="4059211" y="2571139"/>
            <a:ext cx="9871891" cy="2042292"/>
          </a:xfrm>
          <a:prstGeom prst="rect">
            <a:avLst/>
          </a:prstGeom>
        </p:spPr>
      </p:pic>
      <p:pic>
        <p:nvPicPr>
          <p:cNvPr id="8" name="Picture 7" descr="A blue and yellow logo&#10;&#10;AI-generated content may be incorrect.">
            <a:extLst>
              <a:ext uri="{FF2B5EF4-FFF2-40B4-BE49-F238E27FC236}">
                <a16:creationId xmlns:a16="http://schemas.microsoft.com/office/drawing/2014/main" id="{41354538-991A-0202-DBED-A150D981AA3F}"/>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D6EB1DB4-31D8-DFFE-9244-F06D2FA3409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41520415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24CD96-6F8E-0938-C455-CC1E9AA1E9FB}"/>
              </a:ext>
            </a:extLst>
          </p:cNvPr>
          <p:cNvSpPr>
            <a:spLocks noGrp="1"/>
          </p:cNvSpPr>
          <p:nvPr>
            <p:ph type="title"/>
          </p:nvPr>
        </p:nvSpPr>
        <p:spPr>
          <a:xfrm>
            <a:off x="793662" y="386930"/>
            <a:ext cx="10066122" cy="1298448"/>
          </a:xfrm>
        </p:spPr>
        <p:txBody>
          <a:bodyPr anchor="b">
            <a:normAutofit/>
          </a:bodyPr>
          <a:lstStyle/>
          <a:p>
            <a:r>
              <a:rPr lang="en-US" sz="4800"/>
              <a:t>DNS</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2FB87D4-FC8D-F506-6F86-9559BAD24948}"/>
              </a:ext>
            </a:extLst>
          </p:cNvPr>
          <p:cNvSpPr>
            <a:spLocks noGrp="1"/>
          </p:cNvSpPr>
          <p:nvPr>
            <p:ph idx="1"/>
          </p:nvPr>
        </p:nvSpPr>
        <p:spPr>
          <a:xfrm>
            <a:off x="793661" y="2599509"/>
            <a:ext cx="4530898" cy="3639450"/>
          </a:xfrm>
        </p:spPr>
        <p:txBody>
          <a:bodyPr vert="horz" lIns="91440" tIns="45720" rIns="91440" bIns="45720" rtlCol="0" anchor="ctr">
            <a:normAutofit/>
          </a:bodyPr>
          <a:lstStyle/>
          <a:p>
            <a:r>
              <a:rPr lang="en-US" sz="2000" dirty="0"/>
              <a:t> </a:t>
            </a:r>
            <a:r>
              <a:rPr lang="en-US" sz="2000" dirty="0" err="1"/>
              <a:t>OPNsense</a:t>
            </a:r>
            <a:r>
              <a:rPr lang="en-US" sz="2000" dirty="0"/>
              <a:t> can forward requests upstream or resolve them itself</a:t>
            </a:r>
            <a:endParaRPr lang="en-US"/>
          </a:p>
          <a:p>
            <a:r>
              <a:rPr lang="en-US" sz="2000" dirty="0"/>
              <a:t>Unbound DNS provides local </a:t>
            </a:r>
            <a:r>
              <a:rPr lang="en-US" sz="2000"/>
              <a:t>DNS </a:t>
            </a:r>
            <a:r>
              <a:rPr lang="en-US" sz="2000" dirty="0"/>
              <a:t>for LANs</a:t>
            </a:r>
          </a:p>
          <a:p>
            <a:r>
              <a:rPr lang="en-US" sz="2000"/>
              <a:t>For looking up non-LAN services, </a:t>
            </a:r>
            <a:r>
              <a:rPr lang="en-US" sz="2000" err="1"/>
              <a:t>OPNsense</a:t>
            </a:r>
            <a:r>
              <a:rPr lang="en-US" sz="2000"/>
              <a:t> will upstream them</a:t>
            </a:r>
            <a:endParaRPr lang="en-US" sz="2000" dirty="0"/>
          </a:p>
        </p:txBody>
      </p:sp>
      <p:pic>
        <p:nvPicPr>
          <p:cNvPr id="5" name="Picture 4" descr="A diagram of a cloud computing&#10;&#10;AI-generated content may be incorrect.">
            <a:extLst>
              <a:ext uri="{FF2B5EF4-FFF2-40B4-BE49-F238E27FC236}">
                <a16:creationId xmlns:a16="http://schemas.microsoft.com/office/drawing/2014/main" id="{E1A84B00-DFD7-47E9-2E60-7B19DD2F4895}"/>
              </a:ext>
            </a:extLst>
          </p:cNvPr>
          <p:cNvPicPr>
            <a:picLocks noChangeAspect="1"/>
          </p:cNvPicPr>
          <p:nvPr/>
        </p:nvPicPr>
        <p:blipFill>
          <a:blip r:embed="rId3"/>
          <a:stretch>
            <a:fillRect/>
          </a:stretch>
        </p:blipFill>
        <p:spPr>
          <a:xfrm>
            <a:off x="5272903" y="2625167"/>
            <a:ext cx="6115477" cy="3425163"/>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yellow logo&#10;&#10;AI-generated content may be incorrect.">
            <a:extLst>
              <a:ext uri="{FF2B5EF4-FFF2-40B4-BE49-F238E27FC236}">
                <a16:creationId xmlns:a16="http://schemas.microsoft.com/office/drawing/2014/main" id="{2BCF6627-1B7D-CA78-7962-3D3044E6FABA}"/>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75DC6095-08B8-B93F-99B5-96EE6DBC388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210955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A9992C-40F7-F10C-688C-C52EF46586F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D83F0A-21B9-6E79-6930-DF5D5BFE9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ABB2D746-6F80-5683-0F9E-958A22435E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FF425AA-A407-BC50-D8B4-C4B635806F97}"/>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NTP Config</a:t>
            </a:r>
            <a:endParaRPr lang="en-US"/>
          </a:p>
        </p:txBody>
      </p:sp>
      <p:sp>
        <p:nvSpPr>
          <p:cNvPr id="14" name="sketch line">
            <a:extLst>
              <a:ext uri="{FF2B5EF4-FFF2-40B4-BE49-F238E27FC236}">
                <a16:creationId xmlns:a16="http://schemas.microsoft.com/office/drawing/2014/main" id="{95A5CAF7-959C-0B28-1E0C-88BCF1095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4F0A40E8-FEAA-DB4D-0CC3-8F680D9FD508}"/>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7834DC7D-FD55-6043-C7A2-61446F832DE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169632378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4E02C4-DBD8-AA93-8809-64511AD387AF}"/>
              </a:ext>
            </a:extLst>
          </p:cNvPr>
          <p:cNvSpPr>
            <a:spLocks noGrp="1"/>
          </p:cNvSpPr>
          <p:nvPr>
            <p:ph type="title"/>
          </p:nvPr>
        </p:nvSpPr>
        <p:spPr>
          <a:xfrm>
            <a:off x="638193" y="639520"/>
            <a:ext cx="9590314" cy="1719072"/>
          </a:xfrm>
        </p:spPr>
        <p:txBody>
          <a:bodyPr anchor="b">
            <a:normAutofit/>
          </a:bodyPr>
          <a:lstStyle/>
          <a:p>
            <a:r>
              <a:rPr lang="en-US" sz="5400" dirty="0"/>
              <a:t>Apparent Time Tracking </a:t>
            </a:r>
            <a:r>
              <a:rPr lang="en-US" sz="5400"/>
              <a:t>Issue</a:t>
            </a:r>
            <a:endParaRPr lang="en-US" sz="5400" dirty="0"/>
          </a:p>
        </p:txBody>
      </p:sp>
      <p:sp>
        <p:nvSpPr>
          <p:cNvPr id="11"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A6025F7-713C-53F9-CE5B-FB2FA41476C0}"/>
              </a:ext>
            </a:extLst>
          </p:cNvPr>
          <p:cNvSpPr>
            <a:spLocks noGrp="1"/>
          </p:cNvSpPr>
          <p:nvPr>
            <p:ph idx="1"/>
          </p:nvPr>
        </p:nvSpPr>
        <p:spPr>
          <a:xfrm>
            <a:off x="630936" y="2807208"/>
            <a:ext cx="3429000" cy="3410712"/>
          </a:xfrm>
        </p:spPr>
        <p:txBody>
          <a:bodyPr vert="horz" lIns="91440" tIns="45720" rIns="91440" bIns="45720" rtlCol="0" anchor="t">
            <a:normAutofit fontScale="92500"/>
          </a:bodyPr>
          <a:lstStyle/>
          <a:p>
            <a:r>
              <a:rPr lang="en-US" sz="2200" dirty="0"/>
              <a:t>Return to your VM on this subnet and type "</a:t>
            </a:r>
            <a:r>
              <a:rPr lang="en-US" sz="2200" dirty="0" err="1"/>
              <a:t>chronyc</a:t>
            </a:r>
            <a:r>
              <a:rPr lang="en-US" sz="2200" dirty="0"/>
              <a:t> tracking"</a:t>
            </a:r>
          </a:p>
          <a:p>
            <a:r>
              <a:rPr lang="en-US" sz="2200"/>
              <a:t>Notice the "Leap Status";</a:t>
            </a:r>
          </a:p>
          <a:p>
            <a:pPr lvl="1">
              <a:buFont typeface="Courier New" panose="020B0604020202020204" pitchFamily="34" charset="0"/>
              <a:buChar char="o"/>
            </a:pPr>
            <a:r>
              <a:rPr lang="en-US" sz="1800"/>
              <a:t>Not currently synced to NTP</a:t>
            </a:r>
            <a:endParaRPr lang="en-US" sz="1800" dirty="0"/>
          </a:p>
          <a:p>
            <a:r>
              <a:rPr lang="en-US" sz="2200"/>
              <a:t>It is currently not syncing time for the Alaska system we will add to later</a:t>
            </a:r>
            <a:r>
              <a:rPr lang="en-US" sz="2200" dirty="0"/>
              <a:t> "update interval"</a:t>
            </a:r>
          </a:p>
          <a:p>
            <a:endParaRPr lang="en-US" sz="2200"/>
          </a:p>
        </p:txBody>
      </p:sp>
      <p:pic>
        <p:nvPicPr>
          <p:cNvPr id="8" name="Picture 7" descr="A blue and yellow logo&#10;&#10;AI-generated content may be incorrect.">
            <a:extLst>
              <a:ext uri="{FF2B5EF4-FFF2-40B4-BE49-F238E27FC236}">
                <a16:creationId xmlns:a16="http://schemas.microsoft.com/office/drawing/2014/main" id="{987368C2-5F33-7D83-AD5B-54793D530547}"/>
              </a:ext>
            </a:extLst>
          </p:cNvPr>
          <p:cNvPicPr>
            <a:picLocks noChangeAspect="1"/>
          </p:cNvPicPr>
          <p:nvPr/>
        </p:nvPicPr>
        <p:blipFill>
          <a:blip r:embed="rId4"/>
          <a:stretch>
            <a:fillRect/>
          </a:stretch>
        </p:blipFill>
        <p:spPr>
          <a:xfrm>
            <a:off x="2721" y="6122079"/>
            <a:ext cx="2498272" cy="738869"/>
          </a:xfrm>
          <a:prstGeom prst="rect">
            <a:avLst/>
          </a:prstGeom>
        </p:spPr>
      </p:pic>
      <p:pic>
        <p:nvPicPr>
          <p:cNvPr id="10" name="Picture 9">
            <a:extLst>
              <a:ext uri="{FF2B5EF4-FFF2-40B4-BE49-F238E27FC236}">
                <a16:creationId xmlns:a16="http://schemas.microsoft.com/office/drawing/2014/main" id="{FA09346D-5D32-6D0D-DC74-CCEA408891E7}"/>
              </a:ext>
            </a:extLst>
          </p:cNvPr>
          <p:cNvPicPr>
            <a:picLocks noChangeAspect="1"/>
          </p:cNvPicPr>
          <p:nvPr/>
        </p:nvPicPr>
        <p:blipFill>
          <a:blip r:embed="rId5"/>
          <a:srcRect l="16406" t="53011" r="59901" b="26293"/>
          <a:stretch>
            <a:fillRect/>
          </a:stretch>
        </p:blipFill>
        <p:spPr>
          <a:xfrm>
            <a:off x="4056742" y="2588946"/>
            <a:ext cx="8353692" cy="4271905"/>
          </a:xfrm>
          <a:prstGeom prst="rect">
            <a:avLst/>
          </a:prstGeom>
        </p:spPr>
      </p:pic>
    </p:spTree>
    <p:extLst>
      <p:ext uri="{BB962C8B-B14F-4D97-AF65-F5344CB8AC3E}">
        <p14:creationId xmlns:p14="http://schemas.microsoft.com/office/powerpoint/2010/main" val="927066908"/>
      </p:ext>
    </p:extLst>
  </p:cSld>
  <p:clrMapOvr>
    <a:masterClrMapping/>
  </p:clrMapOvr>
  <p:extLst>
    <p:ext uri="{6950BFC3-D8DA-4A85-94F7-54DA5524770B}">
      <p188:commentRel xmlns:p188="http://schemas.microsoft.com/office/powerpoint/2018/8/main" r:id="rId3"/>
    </p:ext>
  </p:extLst>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B40671-B0FF-68AF-2426-DED919079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2B17DF-5032-68FF-C904-05BCE668FDB8}"/>
              </a:ext>
            </a:extLst>
          </p:cNvPr>
          <p:cNvSpPr>
            <a:spLocks noGrp="1"/>
          </p:cNvSpPr>
          <p:nvPr>
            <p:ph type="title"/>
          </p:nvPr>
        </p:nvSpPr>
        <p:spPr>
          <a:xfrm>
            <a:off x="794657" y="-331561"/>
            <a:ext cx="10515600" cy="1325563"/>
          </a:xfrm>
        </p:spPr>
        <p:txBody>
          <a:bodyPr/>
          <a:lstStyle/>
          <a:p>
            <a:r>
              <a:rPr lang="en-US"/>
              <a:t>Setting NTP</a:t>
            </a:r>
          </a:p>
        </p:txBody>
      </p:sp>
      <p:pic>
        <p:nvPicPr>
          <p:cNvPr id="5" name="Content Placeholder 4">
            <a:extLst>
              <a:ext uri="{FF2B5EF4-FFF2-40B4-BE49-F238E27FC236}">
                <a16:creationId xmlns:a16="http://schemas.microsoft.com/office/drawing/2014/main" id="{BD07BD00-E8AC-FCFB-D431-2C797FBD7153}"/>
              </a:ext>
            </a:extLst>
          </p:cNvPr>
          <p:cNvPicPr>
            <a:picLocks noGrp="1" noChangeAspect="1"/>
          </p:cNvPicPr>
          <p:nvPr>
            <p:ph idx="1"/>
          </p:nvPr>
        </p:nvPicPr>
        <p:blipFill>
          <a:blip r:embed="rId2"/>
          <a:srcRect l="16910" t="16353" r="650" b="45393"/>
          <a:stretch>
            <a:fillRect/>
          </a:stretch>
        </p:blipFill>
        <p:spPr>
          <a:xfrm>
            <a:off x="108859" y="697480"/>
            <a:ext cx="11879948" cy="3131649"/>
          </a:xfrm>
          <a:prstGeom prst="rect">
            <a:avLst/>
          </a:prstGeom>
        </p:spPr>
      </p:pic>
      <p:sp>
        <p:nvSpPr>
          <p:cNvPr id="6" name="TextBox 5">
            <a:extLst>
              <a:ext uri="{FF2B5EF4-FFF2-40B4-BE49-F238E27FC236}">
                <a16:creationId xmlns:a16="http://schemas.microsoft.com/office/drawing/2014/main" id="{B165221E-EFEA-701F-145C-315C11C5ED8E}"/>
              </a:ext>
            </a:extLst>
          </p:cNvPr>
          <p:cNvSpPr txBox="1"/>
          <p:nvPr/>
        </p:nvSpPr>
        <p:spPr>
          <a:xfrm>
            <a:off x="-15056" y="3849101"/>
            <a:ext cx="11009085" cy="2492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600" dirty="0"/>
              <a:t>Go to Services &gt; </a:t>
            </a:r>
            <a:r>
              <a:rPr lang="en-US" sz="2600" dirty="0" err="1"/>
              <a:t>Dnsmasq</a:t>
            </a:r>
            <a:r>
              <a:rPr lang="en-US" sz="2600" dirty="0"/>
              <a:t> &gt; DHCP options. Click the + in the bottom right</a:t>
            </a:r>
          </a:p>
          <a:p>
            <a:pPr marL="285750" indent="-285750">
              <a:buFont typeface="Arial"/>
              <a:buChar char="•"/>
            </a:pPr>
            <a:r>
              <a:rPr lang="en-US" sz="2600"/>
              <a:t>Devices will synchronize to the firewall then internet</a:t>
            </a:r>
            <a:endParaRPr lang="en-US" sz="2600" dirty="0"/>
          </a:p>
          <a:p>
            <a:pPr marL="285750" indent="-285750">
              <a:buFont typeface="Arial"/>
              <a:buChar char="•"/>
            </a:pPr>
            <a:r>
              <a:rPr lang="en-US" sz="2600" dirty="0"/>
              <a:t>DHCP option 42 </a:t>
            </a:r>
            <a:r>
              <a:rPr lang="en-US" sz="2600"/>
              <a:t>advertises</a:t>
            </a:r>
            <a:r>
              <a:rPr lang="en-US" sz="2600" dirty="0"/>
              <a:t> an NTP server to clients on VLAN20. </a:t>
            </a:r>
          </a:p>
          <a:p>
            <a:pPr marL="285750" indent="-285750">
              <a:buFont typeface="Arial"/>
              <a:buChar char="•"/>
            </a:pPr>
            <a:r>
              <a:rPr lang="en-US" sz="2600"/>
              <a:t>When devices on your VLAN obtain an IP -&gt; gateway address as time server. </a:t>
            </a:r>
          </a:p>
          <a:p>
            <a:pPr marL="285750" indent="-285750">
              <a:buFont typeface="Arial"/>
              <a:buChar char="•"/>
            </a:pPr>
            <a:r>
              <a:rPr lang="en-US" sz="2600"/>
              <a:t>Hosts have synced clocks automatically</a:t>
            </a:r>
          </a:p>
        </p:txBody>
      </p:sp>
      <p:pic>
        <p:nvPicPr>
          <p:cNvPr id="4" name="Picture 3" descr="A blue and yellow logo&#10;&#10;AI-generated content may be incorrect.">
            <a:extLst>
              <a:ext uri="{FF2B5EF4-FFF2-40B4-BE49-F238E27FC236}">
                <a16:creationId xmlns:a16="http://schemas.microsoft.com/office/drawing/2014/main" id="{7B0228DD-A617-5AFA-396C-BD291E697C6E}"/>
              </a:ext>
            </a:extLst>
          </p:cNvPr>
          <p:cNvPicPr>
            <a:picLocks noChangeAspect="1"/>
          </p:cNvPicPr>
          <p:nvPr/>
        </p:nvPicPr>
        <p:blipFill>
          <a:blip r:embed="rId3"/>
          <a:stretch>
            <a:fillRect/>
          </a:stretch>
        </p:blipFill>
        <p:spPr>
          <a:xfrm>
            <a:off x="2721" y="6201907"/>
            <a:ext cx="2222501" cy="659041"/>
          </a:xfrm>
          <a:prstGeom prst="rect">
            <a:avLst/>
          </a:prstGeom>
        </p:spPr>
      </p:pic>
      <p:sp>
        <p:nvSpPr>
          <p:cNvPr id="7" name="TextBox 6">
            <a:extLst>
              <a:ext uri="{FF2B5EF4-FFF2-40B4-BE49-F238E27FC236}">
                <a16:creationId xmlns:a16="http://schemas.microsoft.com/office/drawing/2014/main" id="{13DBDE55-5689-90EF-A121-7493BB1821C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342114616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CF3C5-EB13-9909-5E63-B9D7D84330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E5096D-E34C-5173-6515-A040C3991F5F}"/>
              </a:ext>
            </a:extLst>
          </p:cNvPr>
          <p:cNvSpPr>
            <a:spLocks noGrp="1"/>
          </p:cNvSpPr>
          <p:nvPr>
            <p:ph type="title"/>
          </p:nvPr>
        </p:nvSpPr>
        <p:spPr>
          <a:xfrm>
            <a:off x="809171" y="183696"/>
            <a:ext cx="10515600" cy="1325563"/>
          </a:xfrm>
        </p:spPr>
        <p:txBody>
          <a:bodyPr/>
          <a:lstStyle/>
          <a:p>
            <a:r>
              <a:rPr lang="en-US"/>
              <a:t>Setting NTP</a:t>
            </a:r>
          </a:p>
        </p:txBody>
      </p:sp>
      <p:sp>
        <p:nvSpPr>
          <p:cNvPr id="10" name="TextBox 9">
            <a:extLst>
              <a:ext uri="{FF2B5EF4-FFF2-40B4-BE49-F238E27FC236}">
                <a16:creationId xmlns:a16="http://schemas.microsoft.com/office/drawing/2014/main" id="{F85484D3-6ADB-1EF8-430E-6D58716BA9C9}"/>
              </a:ext>
            </a:extLst>
          </p:cNvPr>
          <p:cNvSpPr txBox="1"/>
          <p:nvPr/>
        </p:nvSpPr>
        <p:spPr>
          <a:xfrm>
            <a:off x="179204" y="1715261"/>
            <a:ext cx="3062514" cy="28931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2600" dirty="0"/>
              <a:t>Use your own </a:t>
            </a:r>
            <a:r>
              <a:rPr lang="en-US" sz="2600"/>
              <a:t>VLANs</a:t>
            </a:r>
            <a:endParaRPr lang="en-US" sz="2600" dirty="0"/>
          </a:p>
          <a:p>
            <a:pPr marL="457200" indent="-457200">
              <a:buFont typeface="Arial"/>
              <a:buChar char="•"/>
            </a:pPr>
            <a:r>
              <a:rPr lang="en-US" sz="2600"/>
              <a:t>The value means we are using the gateway for devices to sync time through</a:t>
            </a:r>
            <a:endParaRPr lang="en-US" sz="2600" dirty="0"/>
          </a:p>
        </p:txBody>
      </p:sp>
      <p:pic>
        <p:nvPicPr>
          <p:cNvPr id="9" name="Content Placeholder 8">
            <a:extLst>
              <a:ext uri="{FF2B5EF4-FFF2-40B4-BE49-F238E27FC236}">
                <a16:creationId xmlns:a16="http://schemas.microsoft.com/office/drawing/2014/main" id="{3C002AA6-2E32-E8F7-EEF5-3FE2570E0271}"/>
              </a:ext>
            </a:extLst>
          </p:cNvPr>
          <p:cNvPicPr>
            <a:picLocks noGrp="1" noChangeAspect="1"/>
          </p:cNvPicPr>
          <p:nvPr>
            <p:ph idx="1"/>
          </p:nvPr>
        </p:nvPicPr>
        <p:blipFill>
          <a:blip r:embed="rId2"/>
          <a:srcRect l="26940" t="19191" r="26867" b="36134"/>
          <a:stretch>
            <a:fillRect/>
          </a:stretch>
        </p:blipFill>
        <p:spPr>
          <a:xfrm>
            <a:off x="3331028" y="1203849"/>
            <a:ext cx="8863806" cy="4867609"/>
          </a:xfrm>
          <a:prstGeom prst="rect">
            <a:avLst/>
          </a:prstGeom>
        </p:spPr>
      </p:pic>
      <p:pic>
        <p:nvPicPr>
          <p:cNvPr id="4" name="Picture 3" descr="A blue and yellow logo&#10;&#10;AI-generated content may be incorrect.">
            <a:extLst>
              <a:ext uri="{FF2B5EF4-FFF2-40B4-BE49-F238E27FC236}">
                <a16:creationId xmlns:a16="http://schemas.microsoft.com/office/drawing/2014/main" id="{38E51CB2-9CC2-319B-C1DF-056F82078652}"/>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47266D30-0ADB-51AF-FC2B-75B7DFA54FF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211906963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362B-9CAB-5C99-664C-B43D3F1C1205}"/>
              </a:ext>
            </a:extLst>
          </p:cNvPr>
          <p:cNvSpPr>
            <a:spLocks noGrp="1"/>
          </p:cNvSpPr>
          <p:nvPr>
            <p:ph type="title"/>
          </p:nvPr>
        </p:nvSpPr>
        <p:spPr>
          <a:xfrm>
            <a:off x="838200" y="2268"/>
            <a:ext cx="10515600" cy="1325563"/>
          </a:xfrm>
        </p:spPr>
        <p:txBody>
          <a:bodyPr/>
          <a:lstStyle/>
          <a:p>
            <a:r>
              <a:rPr lang="en-US"/>
              <a:t>Setting NTP</a:t>
            </a:r>
          </a:p>
        </p:txBody>
      </p:sp>
      <p:pic>
        <p:nvPicPr>
          <p:cNvPr id="4" name="Content Placeholder 3">
            <a:extLst>
              <a:ext uri="{FF2B5EF4-FFF2-40B4-BE49-F238E27FC236}">
                <a16:creationId xmlns:a16="http://schemas.microsoft.com/office/drawing/2014/main" id="{7DE7DFE9-63D3-F0A3-4757-4E139533908A}"/>
              </a:ext>
            </a:extLst>
          </p:cNvPr>
          <p:cNvPicPr>
            <a:picLocks noGrp="1" noChangeAspect="1"/>
          </p:cNvPicPr>
          <p:nvPr>
            <p:ph idx="1"/>
          </p:nvPr>
        </p:nvPicPr>
        <p:blipFill>
          <a:blip r:embed="rId2"/>
          <a:srcRect l="16628" t="15650" r="7314" b="43801"/>
          <a:stretch>
            <a:fillRect/>
          </a:stretch>
        </p:blipFill>
        <p:spPr>
          <a:xfrm>
            <a:off x="2" y="2736737"/>
            <a:ext cx="11583063" cy="3507214"/>
          </a:xfrm>
          <a:prstGeom prst="rect">
            <a:avLst/>
          </a:prstGeom>
        </p:spPr>
      </p:pic>
      <p:sp>
        <p:nvSpPr>
          <p:cNvPr id="5" name="TextBox 4">
            <a:extLst>
              <a:ext uri="{FF2B5EF4-FFF2-40B4-BE49-F238E27FC236}">
                <a16:creationId xmlns:a16="http://schemas.microsoft.com/office/drawing/2014/main" id="{FA281B9F-606B-0431-4EA2-8F299EF97E55}"/>
              </a:ext>
            </a:extLst>
          </p:cNvPr>
          <p:cNvSpPr txBox="1"/>
          <p:nvPr/>
        </p:nvSpPr>
        <p:spPr>
          <a:xfrm>
            <a:off x="702" y="1014830"/>
            <a:ext cx="1277257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Font typeface="Arial"/>
              <a:buChar char="•"/>
            </a:pPr>
            <a:r>
              <a:rPr lang="en-US" sz="2800"/>
              <a:t>Go to Services &gt; Network Time &gt; General</a:t>
            </a:r>
            <a:endParaRPr lang="en-US" sz="2800" dirty="0"/>
          </a:p>
          <a:p>
            <a:pPr marL="457200" indent="-457200">
              <a:buFont typeface="Arial"/>
              <a:buChar char="•"/>
            </a:pPr>
            <a:r>
              <a:rPr lang="en-US" sz="2800" dirty="0"/>
              <a:t>The only thing we are changing on this page is to add our </a:t>
            </a:r>
            <a:r>
              <a:rPr lang="en-US" sz="2800" dirty="0" err="1"/>
              <a:t>ntp</a:t>
            </a:r>
            <a:r>
              <a:rPr lang="en-US" sz="2800" dirty="0"/>
              <a:t> path </a:t>
            </a:r>
          </a:p>
          <a:p>
            <a:pPr marL="457200" indent="-457200">
              <a:buFont typeface="Arial"/>
              <a:buChar char="•"/>
            </a:pPr>
            <a:r>
              <a:rPr lang="en-US" sz="2800" dirty="0"/>
              <a:t>Click the + in the bottom left, and add the "ntp.alaska.edu" into the new box. </a:t>
            </a:r>
          </a:p>
          <a:p>
            <a:pPr marL="457200" indent="-457200">
              <a:buFont typeface="Arial"/>
              <a:buChar char="•"/>
            </a:pPr>
            <a:r>
              <a:rPr lang="en-US" sz="2800"/>
              <a:t>Check "prefer" here</a:t>
            </a:r>
            <a:endParaRPr lang="en-US" sz="2800" dirty="0"/>
          </a:p>
        </p:txBody>
      </p:sp>
      <p:pic>
        <p:nvPicPr>
          <p:cNvPr id="6" name="Picture 5" descr="A blue and yellow logo&#10;&#10;AI-generated content may be incorrect.">
            <a:extLst>
              <a:ext uri="{FF2B5EF4-FFF2-40B4-BE49-F238E27FC236}">
                <a16:creationId xmlns:a16="http://schemas.microsoft.com/office/drawing/2014/main" id="{B8C5F5C7-6EA7-5E61-7CF7-345AC7A0D1D0}"/>
              </a:ext>
            </a:extLst>
          </p:cNvPr>
          <p:cNvPicPr>
            <a:picLocks noChangeAspect="1"/>
          </p:cNvPicPr>
          <p:nvPr/>
        </p:nvPicPr>
        <p:blipFill>
          <a:blip r:embed="rId3"/>
          <a:stretch>
            <a:fillRect/>
          </a:stretch>
        </p:blipFill>
        <p:spPr>
          <a:xfrm>
            <a:off x="2721" y="6332536"/>
            <a:ext cx="1772558" cy="528412"/>
          </a:xfrm>
          <a:prstGeom prst="rect">
            <a:avLst/>
          </a:prstGeom>
        </p:spPr>
      </p:pic>
      <p:sp>
        <p:nvSpPr>
          <p:cNvPr id="7" name="TextBox 6">
            <a:extLst>
              <a:ext uri="{FF2B5EF4-FFF2-40B4-BE49-F238E27FC236}">
                <a16:creationId xmlns:a16="http://schemas.microsoft.com/office/drawing/2014/main" id="{1875F3FF-7DA4-9DD7-4B6C-955426A93CC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2</a:t>
            </a:r>
          </a:p>
        </p:txBody>
      </p:sp>
    </p:spTree>
    <p:extLst>
      <p:ext uri="{BB962C8B-B14F-4D97-AF65-F5344CB8AC3E}">
        <p14:creationId xmlns:p14="http://schemas.microsoft.com/office/powerpoint/2010/main" val="89027741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C95D39D-3EFD-9411-E5C0-AC8DA0314DFF}"/>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0A1676-1D53-7181-7B7C-7712687A86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69E977-5DA9-E377-A6BB-41945D56D58B}"/>
              </a:ext>
            </a:extLst>
          </p:cNvPr>
          <p:cNvSpPr>
            <a:spLocks noGrp="1"/>
          </p:cNvSpPr>
          <p:nvPr>
            <p:ph type="title"/>
          </p:nvPr>
        </p:nvSpPr>
        <p:spPr>
          <a:xfrm>
            <a:off x="630936" y="639520"/>
            <a:ext cx="3429000" cy="1719072"/>
          </a:xfrm>
        </p:spPr>
        <p:txBody>
          <a:bodyPr anchor="b">
            <a:normAutofit/>
          </a:bodyPr>
          <a:lstStyle/>
          <a:p>
            <a:r>
              <a:rPr lang="en-US" sz="5400"/>
              <a:t>Returning to Testing!</a:t>
            </a:r>
          </a:p>
        </p:txBody>
      </p:sp>
      <p:sp>
        <p:nvSpPr>
          <p:cNvPr id="11" name="sketch line">
            <a:extLst>
              <a:ext uri="{FF2B5EF4-FFF2-40B4-BE49-F238E27FC236}">
                <a16:creationId xmlns:a16="http://schemas.microsoft.com/office/drawing/2014/main" id="{D145DA9A-7541-335D-D599-232CBB0A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C8F974B-DB9F-5432-0517-9014DCE9C13A}"/>
              </a:ext>
            </a:extLst>
          </p:cNvPr>
          <p:cNvSpPr>
            <a:spLocks noGrp="1"/>
          </p:cNvSpPr>
          <p:nvPr>
            <p:ph idx="1"/>
          </p:nvPr>
        </p:nvSpPr>
        <p:spPr>
          <a:xfrm>
            <a:off x="630936" y="2807208"/>
            <a:ext cx="3429000" cy="3410712"/>
          </a:xfrm>
        </p:spPr>
        <p:txBody>
          <a:bodyPr vert="horz" lIns="91440" tIns="45720" rIns="91440" bIns="45720" rtlCol="0" anchor="t">
            <a:normAutofit/>
          </a:bodyPr>
          <a:lstStyle/>
          <a:p>
            <a:r>
              <a:rPr lang="en-US" sz="2200"/>
              <a:t>Return to your VM on this subnet and type "chronyc tracking"</a:t>
            </a:r>
          </a:p>
          <a:p>
            <a:r>
              <a:rPr lang="en-US" sz="2200"/>
              <a:t>Notice the time sync on "system time" and "root delay"</a:t>
            </a:r>
          </a:p>
          <a:p>
            <a:r>
              <a:rPr lang="en-US" sz="2200"/>
              <a:t>It is currently synced much closer than before due to NTP</a:t>
            </a:r>
          </a:p>
          <a:p>
            <a:endParaRPr lang="en-US" sz="2200"/>
          </a:p>
        </p:txBody>
      </p:sp>
      <p:pic>
        <p:nvPicPr>
          <p:cNvPr id="4" name="Picture 3">
            <a:extLst>
              <a:ext uri="{FF2B5EF4-FFF2-40B4-BE49-F238E27FC236}">
                <a16:creationId xmlns:a16="http://schemas.microsoft.com/office/drawing/2014/main" id="{4DDE60AE-2B04-63B5-18C3-8F0278A6E35A}"/>
              </a:ext>
            </a:extLst>
          </p:cNvPr>
          <p:cNvPicPr>
            <a:picLocks noChangeAspect="1"/>
          </p:cNvPicPr>
          <p:nvPr/>
        </p:nvPicPr>
        <p:blipFill>
          <a:blip r:embed="rId2"/>
          <a:srcRect l="16428" t="61481" r="57024" b="15450"/>
          <a:stretch>
            <a:fillRect/>
          </a:stretch>
        </p:blipFill>
        <p:spPr>
          <a:xfrm>
            <a:off x="4059211" y="2540062"/>
            <a:ext cx="8108406" cy="3940501"/>
          </a:xfrm>
          <a:prstGeom prst="rect">
            <a:avLst/>
          </a:prstGeom>
        </p:spPr>
      </p:pic>
      <p:pic>
        <p:nvPicPr>
          <p:cNvPr id="8" name="Picture 7" descr="A blue and yellow logo&#10;&#10;AI-generated content may be incorrect.">
            <a:extLst>
              <a:ext uri="{FF2B5EF4-FFF2-40B4-BE49-F238E27FC236}">
                <a16:creationId xmlns:a16="http://schemas.microsoft.com/office/drawing/2014/main" id="{F117F944-6E7F-B2C1-BC70-45BD4CE14182}"/>
              </a:ext>
            </a:extLst>
          </p:cNvPr>
          <p:cNvPicPr>
            <a:picLocks noChangeAspect="1"/>
          </p:cNvPicPr>
          <p:nvPr/>
        </p:nvPicPr>
        <p:blipFill>
          <a:blip r:embed="rId3"/>
          <a:stretch>
            <a:fillRect/>
          </a:stretch>
        </p:blipFill>
        <p:spPr>
          <a:xfrm>
            <a:off x="2721" y="6122079"/>
            <a:ext cx="2498272" cy="738869"/>
          </a:xfrm>
          <a:prstGeom prst="rect">
            <a:avLst/>
          </a:prstGeom>
        </p:spPr>
      </p:pic>
    </p:spTree>
    <p:extLst>
      <p:ext uri="{BB962C8B-B14F-4D97-AF65-F5344CB8AC3E}">
        <p14:creationId xmlns:p14="http://schemas.microsoft.com/office/powerpoint/2010/main" val="295155231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3CA3ED-C715-7C37-2810-A3F5944C0C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79BB817-D5FC-51A4-5AFB-A2D9DAEE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3448B0AA-3720-E541-76F8-D7E6809DAA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877832"/>
          </a:xfrm>
          <a:custGeom>
            <a:avLst/>
            <a:gdLst>
              <a:gd name="connsiteX0" fmla="*/ 6789701 w 12192000"/>
              <a:gd name="connsiteY0" fmla="*/ 2809623 h 2877832"/>
              <a:gd name="connsiteX1" fmla="*/ 6788702 w 12192000"/>
              <a:gd name="connsiteY1" fmla="*/ 2809701 h 2877832"/>
              <a:gd name="connsiteX2" fmla="*/ 6788476 w 12192000"/>
              <a:gd name="connsiteY2" fmla="*/ 2810235 h 2877832"/>
              <a:gd name="connsiteX3" fmla="*/ 0 w 12192000"/>
              <a:gd name="connsiteY3" fmla="*/ 0 h 2877832"/>
              <a:gd name="connsiteX4" fmla="*/ 12192000 w 12192000"/>
              <a:gd name="connsiteY4" fmla="*/ 0 h 2877832"/>
              <a:gd name="connsiteX5" fmla="*/ 12192000 w 12192000"/>
              <a:gd name="connsiteY5" fmla="*/ 1915388 h 2877832"/>
              <a:gd name="connsiteX6" fmla="*/ 12061096 w 12192000"/>
              <a:gd name="connsiteY6" fmla="*/ 1954428 h 2877832"/>
              <a:gd name="connsiteX7" fmla="*/ 11676800 w 12192000"/>
              <a:gd name="connsiteY7" fmla="*/ 2058003 h 2877832"/>
              <a:gd name="connsiteX8" fmla="*/ 10425355 w 12192000"/>
              <a:gd name="connsiteY8" fmla="*/ 2341542 h 2877832"/>
              <a:gd name="connsiteX9" fmla="*/ 9424022 w 12192000"/>
              <a:gd name="connsiteY9" fmla="*/ 2516704 h 2877832"/>
              <a:gd name="connsiteX10" fmla="*/ 8458419 w 12192000"/>
              <a:gd name="connsiteY10" fmla="*/ 2650405 h 2877832"/>
              <a:gd name="connsiteX11" fmla="*/ 7715970 w 12192000"/>
              <a:gd name="connsiteY11" fmla="*/ 2730352 h 2877832"/>
              <a:gd name="connsiteX12" fmla="*/ 6951716 w 12192000"/>
              <a:gd name="connsiteY12" fmla="*/ 2796132 h 2877832"/>
              <a:gd name="connsiteX13" fmla="*/ 6936303 w 12192000"/>
              <a:gd name="connsiteY13" fmla="*/ 2798203 h 2877832"/>
              <a:gd name="connsiteX14" fmla="*/ 6790448 w 12192000"/>
              <a:gd name="connsiteY14" fmla="*/ 2809564 h 2877832"/>
              <a:gd name="connsiteX15" fmla="*/ 6799941 w 12192000"/>
              <a:gd name="connsiteY15" fmla="*/ 2811384 h 2877832"/>
              <a:gd name="connsiteX16" fmla="*/ 6835432 w 12192000"/>
              <a:gd name="connsiteY16" fmla="*/ 2809677 h 2877832"/>
              <a:gd name="connsiteX17" fmla="*/ 6884003 w 12192000"/>
              <a:gd name="connsiteY17" fmla="*/ 2806699 h 2877832"/>
              <a:gd name="connsiteX18" fmla="*/ 7578771 w 12192000"/>
              <a:gd name="connsiteY18" fmla="*/ 2774172 h 2877832"/>
              <a:gd name="connsiteX19" fmla="*/ 8623845 w 12192000"/>
              <a:gd name="connsiteY19" fmla="*/ 2687275 h 2877832"/>
              <a:gd name="connsiteX20" fmla="*/ 9479970 w 12192000"/>
              <a:gd name="connsiteY20" fmla="*/ 2583369 h 2877832"/>
              <a:gd name="connsiteX21" fmla="*/ 10629308 w 12192000"/>
              <a:gd name="connsiteY21" fmla="*/ 2389212 h 2877832"/>
              <a:gd name="connsiteX22" fmla="*/ 11998498 w 12192000"/>
              <a:gd name="connsiteY22" fmla="*/ 2063218 h 2877832"/>
              <a:gd name="connsiteX23" fmla="*/ 12192000 w 12192000"/>
              <a:gd name="connsiteY23" fmla="*/ 2006219 h 2877832"/>
              <a:gd name="connsiteX24" fmla="*/ 12192000 w 12192000"/>
              <a:gd name="connsiteY24" fmla="*/ 2060956 h 2877832"/>
              <a:gd name="connsiteX25" fmla="*/ 11829257 w 12192000"/>
              <a:gd name="connsiteY25" fmla="*/ 2166255 h 2877832"/>
              <a:gd name="connsiteX26" fmla="*/ 10939183 w 12192000"/>
              <a:gd name="connsiteY26" fmla="*/ 2380770 h 2877832"/>
              <a:gd name="connsiteX27" fmla="*/ 9985530 w 12192000"/>
              <a:gd name="connsiteY27" fmla="*/ 2560775 h 2877832"/>
              <a:gd name="connsiteX28" fmla="*/ 9186882 w 12192000"/>
              <a:gd name="connsiteY28" fmla="*/ 2676722 h 2877832"/>
              <a:gd name="connsiteX29" fmla="*/ 8578198 w 12192000"/>
              <a:gd name="connsiteY29" fmla="*/ 2746241 h 2877832"/>
              <a:gd name="connsiteX30" fmla="*/ 7864358 w 12192000"/>
              <a:gd name="connsiteY30" fmla="*/ 2807692 h 2877832"/>
              <a:gd name="connsiteX31" fmla="*/ 6935502 w 12192000"/>
              <a:gd name="connsiteY31" fmla="*/ 2859086 h 2877832"/>
              <a:gd name="connsiteX32" fmla="*/ 6477750 w 12192000"/>
              <a:gd name="connsiteY32" fmla="*/ 2872989 h 2877832"/>
              <a:gd name="connsiteX33" fmla="*/ 6362294 w 12192000"/>
              <a:gd name="connsiteY33" fmla="*/ 2877832 h 2877832"/>
              <a:gd name="connsiteX34" fmla="*/ 6057129 w 12192000"/>
              <a:gd name="connsiteY34" fmla="*/ 2877832 h 2877832"/>
              <a:gd name="connsiteX35" fmla="*/ 5977784 w 12192000"/>
              <a:gd name="connsiteY35" fmla="*/ 2873238 h 2877832"/>
              <a:gd name="connsiteX36" fmla="*/ 5265087 w 12192000"/>
              <a:gd name="connsiteY36" fmla="*/ 2836989 h 2877832"/>
              <a:gd name="connsiteX37" fmla="*/ 4346277 w 12192000"/>
              <a:gd name="connsiteY37" fmla="*/ 2774919 h 2877832"/>
              <a:gd name="connsiteX38" fmla="*/ 3373045 w 12192000"/>
              <a:gd name="connsiteY38" fmla="*/ 2676350 h 2877832"/>
              <a:gd name="connsiteX39" fmla="*/ 2362173 w 12192000"/>
              <a:gd name="connsiteY39" fmla="*/ 2557423 h 2877832"/>
              <a:gd name="connsiteX40" fmla="*/ 1233178 w 12192000"/>
              <a:gd name="connsiteY40" fmla="*/ 2384247 h 2877832"/>
              <a:gd name="connsiteX41" fmla="*/ 68500 w 12192000"/>
              <a:gd name="connsiteY41" fmla="*/ 2144540 h 2877832"/>
              <a:gd name="connsiteX42" fmla="*/ 0 w 12192000"/>
              <a:gd name="connsiteY42" fmla="*/ 2127185 h 2877832"/>
              <a:gd name="connsiteX43" fmla="*/ 0 w 12192000"/>
              <a:gd name="connsiteY43" fmla="*/ 2070696 h 2877832"/>
              <a:gd name="connsiteX44" fmla="*/ 72441 w 12192000"/>
              <a:gd name="connsiteY44" fmla="*/ 2089473 h 2877832"/>
              <a:gd name="connsiteX45" fmla="*/ 600716 w 12192000"/>
              <a:gd name="connsiteY45" fmla="*/ 2207843 h 2877832"/>
              <a:gd name="connsiteX46" fmla="*/ 1769512 w 12192000"/>
              <a:gd name="connsiteY46" fmla="*/ 2418011 h 2877832"/>
              <a:gd name="connsiteX47" fmla="*/ 2613554 w 12192000"/>
              <a:gd name="connsiteY47" fmla="*/ 2534953 h 2877832"/>
              <a:gd name="connsiteX48" fmla="*/ 2581134 w 12192000"/>
              <a:gd name="connsiteY48" fmla="*/ 2525022 h 2877832"/>
              <a:gd name="connsiteX49" fmla="*/ 1112635 w 12192000"/>
              <a:gd name="connsiteY49" fmla="*/ 2192325 h 2877832"/>
              <a:gd name="connsiteX50" fmla="*/ 420412 w 12192000"/>
              <a:gd name="connsiteY50" fmla="*/ 1992892 h 2877832"/>
              <a:gd name="connsiteX51" fmla="*/ 0 w 12192000"/>
              <a:gd name="connsiteY51" fmla="*/ 1853975 h 28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000" h="2877832">
                <a:moveTo>
                  <a:pt x="6789701" y="2809623"/>
                </a:moveTo>
                <a:lnTo>
                  <a:pt x="6788702" y="2809701"/>
                </a:lnTo>
                <a:lnTo>
                  <a:pt x="6788476" y="2810235"/>
                </a:lnTo>
                <a:close/>
                <a:moveTo>
                  <a:pt x="0" y="0"/>
                </a:moveTo>
                <a:lnTo>
                  <a:pt x="12192000" y="0"/>
                </a:lnTo>
                <a:lnTo>
                  <a:pt x="12192000" y="1915388"/>
                </a:lnTo>
                <a:lnTo>
                  <a:pt x="12061096" y="1954428"/>
                </a:lnTo>
                <a:cubicBezTo>
                  <a:pt x="11933500" y="1990642"/>
                  <a:pt x="11805390" y="2025171"/>
                  <a:pt x="11676800" y="2058003"/>
                </a:cubicBezTo>
                <a:cubicBezTo>
                  <a:pt x="11262789" y="2165510"/>
                  <a:pt x="10845343" y="2259112"/>
                  <a:pt x="10425355" y="2341542"/>
                </a:cubicBezTo>
                <a:cubicBezTo>
                  <a:pt x="10092810" y="2406753"/>
                  <a:pt x="9759033" y="2465150"/>
                  <a:pt x="9424022" y="2516704"/>
                </a:cubicBezTo>
                <a:cubicBezTo>
                  <a:pt x="9102997" y="2566361"/>
                  <a:pt x="8781133" y="2610928"/>
                  <a:pt x="8458419" y="2650405"/>
                </a:cubicBezTo>
                <a:cubicBezTo>
                  <a:pt x="8211360" y="2680571"/>
                  <a:pt x="7963792" y="2706144"/>
                  <a:pt x="7715970" y="2730352"/>
                </a:cubicBezTo>
                <a:lnTo>
                  <a:pt x="6951716" y="2796132"/>
                </a:lnTo>
                <a:lnTo>
                  <a:pt x="6936303" y="2798203"/>
                </a:lnTo>
                <a:lnTo>
                  <a:pt x="6790448" y="2809564"/>
                </a:lnTo>
                <a:lnTo>
                  <a:pt x="6799941" y="2811384"/>
                </a:lnTo>
                <a:cubicBezTo>
                  <a:pt x="6811623" y="2811850"/>
                  <a:pt x="6823734" y="2809677"/>
                  <a:pt x="6835432" y="2809677"/>
                </a:cubicBezTo>
                <a:cubicBezTo>
                  <a:pt x="6851580" y="2809677"/>
                  <a:pt x="6867729" y="2807070"/>
                  <a:pt x="6884003" y="2806699"/>
                </a:cubicBezTo>
                <a:cubicBezTo>
                  <a:pt x="7115805" y="2801237"/>
                  <a:pt x="7347351" y="2789070"/>
                  <a:pt x="7578771" y="2774172"/>
                </a:cubicBezTo>
                <a:cubicBezTo>
                  <a:pt x="7927552" y="2751704"/>
                  <a:pt x="8276080" y="2723525"/>
                  <a:pt x="8623845" y="2687275"/>
                </a:cubicBezTo>
                <a:cubicBezTo>
                  <a:pt x="8909939" y="2657977"/>
                  <a:pt x="9195310" y="2623342"/>
                  <a:pt x="9479970" y="2583369"/>
                </a:cubicBezTo>
                <a:cubicBezTo>
                  <a:pt x="9864901" y="2528995"/>
                  <a:pt x="10248014" y="2464281"/>
                  <a:pt x="10629308" y="2389212"/>
                </a:cubicBezTo>
                <a:cubicBezTo>
                  <a:pt x="11090114" y="2298092"/>
                  <a:pt x="11546975" y="2190586"/>
                  <a:pt x="11998498" y="2063218"/>
                </a:cubicBezTo>
                <a:lnTo>
                  <a:pt x="12192000" y="2006219"/>
                </a:lnTo>
                <a:lnTo>
                  <a:pt x="12192000" y="2060956"/>
                </a:lnTo>
                <a:lnTo>
                  <a:pt x="11829257" y="2166255"/>
                </a:lnTo>
                <a:cubicBezTo>
                  <a:pt x="11534769" y="2245952"/>
                  <a:pt x="11238120" y="2316838"/>
                  <a:pt x="10939183" y="2380770"/>
                </a:cubicBezTo>
                <a:cubicBezTo>
                  <a:pt x="10622824" y="2448552"/>
                  <a:pt x="10304941" y="2508549"/>
                  <a:pt x="9985530" y="2560775"/>
                </a:cubicBezTo>
                <a:cubicBezTo>
                  <a:pt x="9720036" y="2604224"/>
                  <a:pt x="9453814" y="2642869"/>
                  <a:pt x="9186882" y="2676722"/>
                </a:cubicBezTo>
                <a:cubicBezTo>
                  <a:pt x="8984197" y="2702296"/>
                  <a:pt x="8781514" y="2726379"/>
                  <a:pt x="8578198" y="2746241"/>
                </a:cubicBezTo>
                <a:cubicBezTo>
                  <a:pt x="8340547" y="2768961"/>
                  <a:pt x="8102644" y="2790436"/>
                  <a:pt x="7864358" y="2807692"/>
                </a:cubicBezTo>
                <a:cubicBezTo>
                  <a:pt x="7554994" y="2830036"/>
                  <a:pt x="7245502" y="2847914"/>
                  <a:pt x="6935502" y="2859086"/>
                </a:cubicBezTo>
                <a:cubicBezTo>
                  <a:pt x="6782917" y="2864549"/>
                  <a:pt x="6630334" y="2868397"/>
                  <a:pt x="6477750" y="2872989"/>
                </a:cubicBezTo>
                <a:cubicBezTo>
                  <a:pt x="6439195" y="2870905"/>
                  <a:pt x="6400529" y="2872530"/>
                  <a:pt x="6362294" y="2877832"/>
                </a:cubicBezTo>
                <a:lnTo>
                  <a:pt x="6057129" y="2877832"/>
                </a:lnTo>
                <a:lnTo>
                  <a:pt x="5977784" y="2873238"/>
                </a:lnTo>
                <a:cubicBezTo>
                  <a:pt x="5740261" y="2860825"/>
                  <a:pt x="5502739" y="2847046"/>
                  <a:pt x="5265087" y="2836989"/>
                </a:cubicBezTo>
                <a:cubicBezTo>
                  <a:pt x="4958267" y="2824573"/>
                  <a:pt x="4651826" y="2804093"/>
                  <a:pt x="4346277" y="2774919"/>
                </a:cubicBezTo>
                <a:cubicBezTo>
                  <a:pt x="4021654" y="2744007"/>
                  <a:pt x="3697795" y="2709372"/>
                  <a:pt x="3373045" y="2676350"/>
                </a:cubicBezTo>
                <a:cubicBezTo>
                  <a:pt x="3035412" y="2642088"/>
                  <a:pt x="2698456" y="2602449"/>
                  <a:pt x="2362173" y="2557423"/>
                </a:cubicBezTo>
                <a:cubicBezTo>
                  <a:pt x="1984692" y="2507270"/>
                  <a:pt x="1608364" y="2449544"/>
                  <a:pt x="1233178" y="2384247"/>
                </a:cubicBezTo>
                <a:cubicBezTo>
                  <a:pt x="842181" y="2315534"/>
                  <a:pt x="453758" y="2237046"/>
                  <a:pt x="68500" y="2144540"/>
                </a:cubicBezTo>
                <a:lnTo>
                  <a:pt x="0" y="2127185"/>
                </a:lnTo>
                <a:lnTo>
                  <a:pt x="0" y="2070696"/>
                </a:lnTo>
                <a:lnTo>
                  <a:pt x="72441" y="2089473"/>
                </a:lnTo>
                <a:cubicBezTo>
                  <a:pt x="247961" y="2131651"/>
                  <a:pt x="424164" y="2170911"/>
                  <a:pt x="600716" y="2207843"/>
                </a:cubicBezTo>
                <a:cubicBezTo>
                  <a:pt x="988279" y="2288657"/>
                  <a:pt x="1378133" y="2357555"/>
                  <a:pt x="1769512" y="2418011"/>
                </a:cubicBezTo>
                <a:cubicBezTo>
                  <a:pt x="2052426" y="2461587"/>
                  <a:pt x="2335725" y="2501684"/>
                  <a:pt x="2613554" y="2534953"/>
                </a:cubicBezTo>
                <a:cubicBezTo>
                  <a:pt x="2605544" y="2537560"/>
                  <a:pt x="2594611" y="2527504"/>
                  <a:pt x="2581134" y="2525022"/>
                </a:cubicBezTo>
                <a:cubicBezTo>
                  <a:pt x="2087178" y="2433070"/>
                  <a:pt x="1597684" y="2322177"/>
                  <a:pt x="1112635" y="2192325"/>
                </a:cubicBezTo>
                <a:cubicBezTo>
                  <a:pt x="880453" y="2130254"/>
                  <a:pt x="649713" y="2063776"/>
                  <a:pt x="420412" y="1992892"/>
                </a:cubicBezTo>
                <a:lnTo>
                  <a:pt x="0" y="185397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5447C9A-2D3C-24D5-0BC1-E55E36F0C5BD}"/>
              </a:ext>
            </a:extLst>
          </p:cNvPr>
          <p:cNvSpPr>
            <a:spLocks noGrp="1"/>
          </p:cNvSpPr>
          <p:nvPr>
            <p:ph type="ctrTitle"/>
          </p:nvPr>
        </p:nvSpPr>
        <p:spPr>
          <a:xfrm>
            <a:off x="638881" y="390525"/>
            <a:ext cx="10909640" cy="1510301"/>
          </a:xfrm>
        </p:spPr>
        <p:txBody>
          <a:bodyPr anchor="ctr">
            <a:normAutofit/>
          </a:bodyPr>
          <a:lstStyle/>
          <a:p>
            <a:r>
              <a:rPr lang="en-US" sz="6600">
                <a:solidFill>
                  <a:srgbClr val="FFFFFF"/>
                </a:solidFill>
              </a:rPr>
              <a:t>Firewall Rules Config</a:t>
            </a:r>
            <a:endParaRPr lang="en-US"/>
          </a:p>
        </p:txBody>
      </p:sp>
      <p:sp>
        <p:nvSpPr>
          <p:cNvPr id="14" name="sketch line">
            <a:extLst>
              <a:ext uri="{FF2B5EF4-FFF2-40B4-BE49-F238E27FC236}">
                <a16:creationId xmlns:a16="http://schemas.microsoft.com/office/drawing/2014/main" id="{AC60D0C6-0AE4-784A-5F7B-141D52BE4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1753266"/>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38100"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C57D9FD1-4B0B-EE91-6DDF-E908F05CA033}"/>
              </a:ext>
            </a:extLst>
          </p:cNvPr>
          <p:cNvPicPr>
            <a:picLocks noChangeAspect="1"/>
          </p:cNvPicPr>
          <p:nvPr/>
        </p:nvPicPr>
        <p:blipFill>
          <a:blip r:embed="rId2"/>
          <a:stretch>
            <a:fillRect/>
          </a:stretch>
        </p:blipFill>
        <p:spPr>
          <a:xfrm>
            <a:off x="1035177" y="3096973"/>
            <a:ext cx="10118598" cy="2959690"/>
          </a:xfrm>
          <a:prstGeom prst="rect">
            <a:avLst/>
          </a:prstGeom>
        </p:spPr>
      </p:pic>
      <p:sp>
        <p:nvSpPr>
          <p:cNvPr id="4" name="TextBox 3">
            <a:extLst>
              <a:ext uri="{FF2B5EF4-FFF2-40B4-BE49-F238E27FC236}">
                <a16:creationId xmlns:a16="http://schemas.microsoft.com/office/drawing/2014/main" id="{98191D2D-87A5-CB51-C3F4-D1544547B4A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40101444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3" name="Rectangle 3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F223E1-6C72-E785-5C79-37D8078856D6}"/>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Firewall Rules</a:t>
            </a:r>
          </a:p>
        </p:txBody>
      </p:sp>
      <p:sp>
        <p:nvSpPr>
          <p:cNvPr id="38" name="Rectangle 3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117C43B-C2F9-7842-BDA9-BEE66868BFB5}"/>
              </a:ext>
            </a:extLst>
          </p:cNvPr>
          <p:cNvSpPr txBox="1"/>
          <p:nvPr/>
        </p:nvSpPr>
        <p:spPr>
          <a:xfrm>
            <a:off x="1055715" y="2508105"/>
            <a:ext cx="5040285" cy="3632493"/>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Autofit/>
          </a:bodyPr>
          <a:lstStyle/>
          <a:p>
            <a:pPr marL="285750" indent="-228600">
              <a:lnSpc>
                <a:spcPct val="90000"/>
              </a:lnSpc>
              <a:spcAft>
                <a:spcPts val="600"/>
              </a:spcAft>
              <a:buFont typeface="Arial" panose="020B0604020202020204" pitchFamily="34" charset="0"/>
              <a:buChar char="•"/>
            </a:pPr>
            <a:r>
              <a:rPr lang="en-US" sz="2400" b="1"/>
              <a:t>A firewall rule is just a statement: "For this type of traffic, from here, to there, on this port, allow or block it</a:t>
            </a:r>
          </a:p>
          <a:p>
            <a:pPr marL="285750" indent="-228600">
              <a:lnSpc>
                <a:spcPct val="90000"/>
              </a:lnSpc>
              <a:spcAft>
                <a:spcPts val="600"/>
              </a:spcAft>
              <a:buFont typeface="Arial" panose="020B0604020202020204" pitchFamily="34" charset="0"/>
              <a:buChar char="•"/>
            </a:pPr>
            <a:r>
              <a:rPr lang="en-US" sz="2400"/>
              <a:t> "Or" analogy: First match wins</a:t>
            </a:r>
            <a:endParaRPr lang="en-US" sz="2400" dirty="0"/>
          </a:p>
          <a:p>
            <a:pPr marL="285750" indent="-228600">
              <a:lnSpc>
                <a:spcPct val="90000"/>
              </a:lnSpc>
              <a:spcAft>
                <a:spcPts val="600"/>
              </a:spcAft>
              <a:buFont typeface="Arial" panose="020B0604020202020204" pitchFamily="34" charset="0"/>
              <a:buChar char="•"/>
            </a:pPr>
            <a:r>
              <a:rPr lang="en-US" sz="2400"/>
              <a:t>Final "block all else" rule</a:t>
            </a:r>
            <a:endParaRPr lang="en-US" sz="2400" dirty="0"/>
          </a:p>
          <a:p>
            <a:pPr marL="285750" indent="-228600">
              <a:lnSpc>
                <a:spcPct val="90000"/>
              </a:lnSpc>
              <a:spcAft>
                <a:spcPts val="600"/>
              </a:spcAft>
              <a:buFont typeface="Arial" panose="020B0604020202020204" pitchFamily="34" charset="0"/>
              <a:buChar char="•"/>
            </a:pPr>
            <a:r>
              <a:rPr lang="en-US" sz="2400" dirty="0"/>
              <a:t>Good rules are </a:t>
            </a:r>
            <a:r>
              <a:rPr lang="en-US" sz="2400"/>
              <a:t>specific.</a:t>
            </a:r>
            <a:endParaRPr lang="en-US" sz="2400" dirty="0"/>
          </a:p>
          <a:p>
            <a:pPr marL="285750" indent="-228600">
              <a:lnSpc>
                <a:spcPct val="90000"/>
              </a:lnSpc>
              <a:spcAft>
                <a:spcPts val="600"/>
              </a:spcAft>
              <a:buFont typeface="Arial" panose="020B0604020202020204" pitchFamily="34" charset="0"/>
              <a:buChar char="•"/>
            </a:pPr>
            <a:r>
              <a:rPr lang="en-US" sz="2400"/>
              <a:t>Test your rules immediately</a:t>
            </a:r>
          </a:p>
        </p:txBody>
      </p:sp>
      <p:pic>
        <p:nvPicPr>
          <p:cNvPr id="7" name="Content Placeholder 6">
            <a:extLst>
              <a:ext uri="{FF2B5EF4-FFF2-40B4-BE49-F238E27FC236}">
                <a16:creationId xmlns:a16="http://schemas.microsoft.com/office/drawing/2014/main" id="{7F93FC71-E491-C6AF-7BC5-1C2D19EFA70E}"/>
              </a:ext>
            </a:extLst>
          </p:cNvPr>
          <p:cNvPicPr>
            <a:picLocks noGrp="1" noChangeAspect="1"/>
          </p:cNvPicPr>
          <p:nvPr>
            <p:ph idx="1"/>
          </p:nvPr>
        </p:nvPicPr>
        <p:blipFill>
          <a:blip r:embed="rId3"/>
          <a:stretch>
            <a:fillRect/>
          </a:stretch>
        </p:blipFill>
        <p:spPr>
          <a:xfrm>
            <a:off x="6309578" y="171942"/>
            <a:ext cx="5169813" cy="4859915"/>
          </a:xfrm>
          <a:prstGeom prst="rect">
            <a:avLst/>
          </a:prstGeom>
        </p:spPr>
      </p:pic>
      <p:pic>
        <p:nvPicPr>
          <p:cNvPr id="10" name="Picture 9" descr="A blue and yellow logo&#10;&#10;AI-generated content may be incorrect.">
            <a:extLst>
              <a:ext uri="{FF2B5EF4-FFF2-40B4-BE49-F238E27FC236}">
                <a16:creationId xmlns:a16="http://schemas.microsoft.com/office/drawing/2014/main" id="{443613C8-3C5D-1642-CC11-6859BF9F1F05}"/>
              </a:ext>
            </a:extLst>
          </p:cNvPr>
          <p:cNvPicPr>
            <a:picLocks noChangeAspect="1"/>
          </p:cNvPicPr>
          <p:nvPr/>
        </p:nvPicPr>
        <p:blipFill>
          <a:blip r:embed="rId4"/>
          <a:stretch>
            <a:fillRect/>
          </a:stretch>
        </p:blipFill>
        <p:spPr>
          <a:xfrm>
            <a:off x="7382095" y="5101865"/>
            <a:ext cx="3024778" cy="884675"/>
          </a:xfrm>
          <a:prstGeom prst="rect">
            <a:avLst/>
          </a:prstGeom>
        </p:spPr>
      </p:pic>
      <p:sp>
        <p:nvSpPr>
          <p:cNvPr id="4" name="TextBox 3">
            <a:extLst>
              <a:ext uri="{FF2B5EF4-FFF2-40B4-BE49-F238E27FC236}">
                <a16:creationId xmlns:a16="http://schemas.microsoft.com/office/drawing/2014/main" id="{193345FA-88B1-9E44-9B86-E596CB36338A}"/>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35666876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16B4E-DF0C-95D0-89B2-DFC24F5765CA}"/>
              </a:ext>
            </a:extLst>
          </p:cNvPr>
          <p:cNvSpPr>
            <a:spLocks noGrp="1"/>
          </p:cNvSpPr>
          <p:nvPr>
            <p:ph type="title"/>
          </p:nvPr>
        </p:nvSpPr>
        <p:spPr>
          <a:xfrm>
            <a:off x="838200" y="-99332"/>
            <a:ext cx="10515600" cy="1325563"/>
          </a:xfrm>
        </p:spPr>
        <p:txBody>
          <a:bodyPr/>
          <a:lstStyle/>
          <a:p>
            <a:r>
              <a:rPr lang="en-US" dirty="0"/>
              <a:t>Practice – LAN </a:t>
            </a:r>
            <a:r>
              <a:rPr lang="en-US"/>
              <a:t>Interface</a:t>
            </a:r>
            <a:r>
              <a:rPr lang="en-US" dirty="0"/>
              <a:t>:</a:t>
            </a:r>
          </a:p>
        </p:txBody>
      </p:sp>
      <p:graphicFrame>
        <p:nvGraphicFramePr>
          <p:cNvPr id="5" name="Content Placeholder 4">
            <a:extLst>
              <a:ext uri="{FF2B5EF4-FFF2-40B4-BE49-F238E27FC236}">
                <a16:creationId xmlns:a16="http://schemas.microsoft.com/office/drawing/2014/main" id="{2960E63E-A17C-4825-F826-B46A7A014B19}"/>
              </a:ext>
            </a:extLst>
          </p:cNvPr>
          <p:cNvGraphicFramePr>
            <a:graphicFrameLocks noGrp="1"/>
          </p:cNvGraphicFramePr>
          <p:nvPr>
            <p:ph idx="1"/>
            <p:extLst>
              <p:ext uri="{D42A27DB-BD31-4B8C-83A1-F6EECF244321}">
                <p14:modId xmlns:p14="http://schemas.microsoft.com/office/powerpoint/2010/main" val="2677601995"/>
              </p:ext>
            </p:extLst>
          </p:nvPr>
        </p:nvGraphicFramePr>
        <p:xfrm>
          <a:off x="838200" y="1825625"/>
          <a:ext cx="10515596" cy="1828800"/>
        </p:xfrm>
        <a:graphic>
          <a:graphicData uri="http://schemas.openxmlformats.org/drawingml/2006/table">
            <a:tbl>
              <a:tblPr bandRow="1">
                <a:tableStyleId>{5C22544A-7EE6-4342-B048-85BDC9FD1C3A}</a:tableStyleId>
              </a:tblPr>
              <a:tblGrid>
                <a:gridCol w="1502228">
                  <a:extLst>
                    <a:ext uri="{9D8B030D-6E8A-4147-A177-3AD203B41FA5}">
                      <a16:colId xmlns:a16="http://schemas.microsoft.com/office/drawing/2014/main" val="2518583110"/>
                    </a:ext>
                  </a:extLst>
                </a:gridCol>
                <a:gridCol w="1502228">
                  <a:extLst>
                    <a:ext uri="{9D8B030D-6E8A-4147-A177-3AD203B41FA5}">
                      <a16:colId xmlns:a16="http://schemas.microsoft.com/office/drawing/2014/main" val="3963284348"/>
                    </a:ext>
                  </a:extLst>
                </a:gridCol>
                <a:gridCol w="1502228">
                  <a:extLst>
                    <a:ext uri="{9D8B030D-6E8A-4147-A177-3AD203B41FA5}">
                      <a16:colId xmlns:a16="http://schemas.microsoft.com/office/drawing/2014/main" val="3195121425"/>
                    </a:ext>
                  </a:extLst>
                </a:gridCol>
                <a:gridCol w="1502228">
                  <a:extLst>
                    <a:ext uri="{9D8B030D-6E8A-4147-A177-3AD203B41FA5}">
                      <a16:colId xmlns:a16="http://schemas.microsoft.com/office/drawing/2014/main" val="3240616108"/>
                    </a:ext>
                  </a:extLst>
                </a:gridCol>
                <a:gridCol w="1502228">
                  <a:extLst>
                    <a:ext uri="{9D8B030D-6E8A-4147-A177-3AD203B41FA5}">
                      <a16:colId xmlns:a16="http://schemas.microsoft.com/office/drawing/2014/main" val="2212223805"/>
                    </a:ext>
                  </a:extLst>
                </a:gridCol>
                <a:gridCol w="1502228">
                  <a:extLst>
                    <a:ext uri="{9D8B030D-6E8A-4147-A177-3AD203B41FA5}">
                      <a16:colId xmlns:a16="http://schemas.microsoft.com/office/drawing/2014/main" val="3236128509"/>
                    </a:ext>
                  </a:extLst>
                </a:gridCol>
                <a:gridCol w="1502228">
                  <a:extLst>
                    <a:ext uri="{9D8B030D-6E8A-4147-A177-3AD203B41FA5}">
                      <a16:colId xmlns:a16="http://schemas.microsoft.com/office/drawing/2014/main" val="1253095724"/>
                    </a:ext>
                  </a:extLst>
                </a:gridCol>
              </a:tblGrid>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761194989"/>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748614034"/>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721161049"/>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1757044140"/>
                  </a:ext>
                </a:extLst>
              </a:tr>
              <a:tr h="0">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dirty="0"/>
                    </a:p>
                  </a:txBody>
                  <a:tcPr anchor="ctr">
                    <a:lnL>
                      <a:noFill/>
                    </a:lnL>
                    <a:lnR>
                      <a:noFill/>
                    </a:lnR>
                    <a:lnT>
                      <a:noFill/>
                    </a:lnT>
                    <a:lnB>
                      <a:noFill/>
                    </a:lnB>
                    <a:noFill/>
                  </a:tcPr>
                </a:tc>
                <a:tc>
                  <a:txBody>
                    <a:bodyPr/>
                    <a:lstStyle/>
                    <a:p>
                      <a:pPr>
                        <a:buNone/>
                      </a:pPr>
                      <a:endParaRPr lang="en-US" i="1" dirty="0"/>
                    </a:p>
                  </a:txBody>
                  <a:tcPr anchor="ctr">
                    <a:lnL>
                      <a:noFill/>
                    </a:lnL>
                    <a:lnR>
                      <a:noFill/>
                    </a:lnR>
                    <a:lnT>
                      <a:noFill/>
                    </a:lnT>
                    <a:lnB>
                      <a:noFill/>
                    </a:lnB>
                    <a:noFill/>
                  </a:tcPr>
                </a:tc>
                <a:extLst>
                  <a:ext uri="{0D108BD9-81ED-4DB2-BD59-A6C34878D82A}">
                    <a16:rowId xmlns:a16="http://schemas.microsoft.com/office/drawing/2014/main" val="3612321479"/>
                  </a:ext>
                </a:extLst>
              </a:tr>
            </a:tbl>
          </a:graphicData>
        </a:graphic>
      </p:graphicFrame>
      <p:graphicFrame>
        <p:nvGraphicFramePr>
          <p:cNvPr id="7" name="Table 6">
            <a:extLst>
              <a:ext uri="{FF2B5EF4-FFF2-40B4-BE49-F238E27FC236}">
                <a16:creationId xmlns:a16="http://schemas.microsoft.com/office/drawing/2014/main" id="{BCDF9AF8-26EA-8988-B2DA-22BA08F2A883}"/>
              </a:ext>
            </a:extLst>
          </p:cNvPr>
          <p:cNvGraphicFramePr>
            <a:graphicFrameLocks noGrp="1"/>
          </p:cNvGraphicFramePr>
          <p:nvPr>
            <p:extLst>
              <p:ext uri="{D42A27DB-BD31-4B8C-83A1-F6EECF244321}">
                <p14:modId xmlns:p14="http://schemas.microsoft.com/office/powerpoint/2010/main" val="512035046"/>
              </p:ext>
            </p:extLst>
          </p:nvPr>
        </p:nvGraphicFramePr>
        <p:xfrm>
          <a:off x="1" y="1005840"/>
          <a:ext cx="10450278" cy="2103120"/>
        </p:xfrm>
        <a:graphic>
          <a:graphicData uri="http://schemas.openxmlformats.org/drawingml/2006/table">
            <a:tbl>
              <a:tblPr bandRow="1">
                <a:tableStyleId>{5C22544A-7EE6-4342-B048-85BDC9FD1C3A}</a:tableStyleId>
              </a:tblPr>
              <a:tblGrid>
                <a:gridCol w="1741713">
                  <a:extLst>
                    <a:ext uri="{9D8B030D-6E8A-4147-A177-3AD203B41FA5}">
                      <a16:colId xmlns:a16="http://schemas.microsoft.com/office/drawing/2014/main" val="1996060298"/>
                    </a:ext>
                  </a:extLst>
                </a:gridCol>
                <a:gridCol w="1741713">
                  <a:extLst>
                    <a:ext uri="{9D8B030D-6E8A-4147-A177-3AD203B41FA5}">
                      <a16:colId xmlns:a16="http://schemas.microsoft.com/office/drawing/2014/main" val="3282484552"/>
                    </a:ext>
                  </a:extLst>
                </a:gridCol>
                <a:gridCol w="1741713">
                  <a:extLst>
                    <a:ext uri="{9D8B030D-6E8A-4147-A177-3AD203B41FA5}">
                      <a16:colId xmlns:a16="http://schemas.microsoft.com/office/drawing/2014/main" val="4290559365"/>
                    </a:ext>
                  </a:extLst>
                </a:gridCol>
                <a:gridCol w="1741713">
                  <a:extLst>
                    <a:ext uri="{9D8B030D-6E8A-4147-A177-3AD203B41FA5}">
                      <a16:colId xmlns:a16="http://schemas.microsoft.com/office/drawing/2014/main" val="2991334144"/>
                    </a:ext>
                  </a:extLst>
                </a:gridCol>
                <a:gridCol w="1741713">
                  <a:extLst>
                    <a:ext uri="{9D8B030D-6E8A-4147-A177-3AD203B41FA5}">
                      <a16:colId xmlns:a16="http://schemas.microsoft.com/office/drawing/2014/main" val="1585293753"/>
                    </a:ext>
                  </a:extLst>
                </a:gridCol>
                <a:gridCol w="1741713">
                  <a:extLst>
                    <a:ext uri="{9D8B030D-6E8A-4147-A177-3AD203B41FA5}">
                      <a16:colId xmlns:a16="http://schemas.microsoft.com/office/drawing/2014/main" val="3599200214"/>
                    </a:ext>
                  </a:extLst>
                </a:gridCol>
              </a:tblGrid>
              <a:tr h="0">
                <a:tc>
                  <a:txBody>
                    <a:bodyPr/>
                    <a:lstStyle/>
                    <a:p>
                      <a:pPr>
                        <a:buNone/>
                      </a:pPr>
                      <a:r>
                        <a:rPr lang="en-US"/>
                        <a:t>#</a:t>
                      </a:r>
                    </a:p>
                  </a:txBody>
                  <a:tcPr anchor="ctr">
                    <a:lnL>
                      <a:noFill/>
                    </a:lnL>
                    <a:lnR>
                      <a:noFill/>
                    </a:lnR>
                    <a:lnT>
                      <a:noFill/>
                    </a:lnT>
                    <a:lnB>
                      <a:noFill/>
                    </a:lnB>
                    <a:noFill/>
                  </a:tcPr>
                </a:tc>
                <a:tc>
                  <a:txBody>
                    <a:bodyPr/>
                    <a:lstStyle/>
                    <a:p>
                      <a:pPr>
                        <a:buNone/>
                      </a:pPr>
                      <a:r>
                        <a:rPr lang="en-US"/>
                        <a:t>Action</a:t>
                      </a:r>
                    </a:p>
                  </a:txBody>
                  <a:tcPr anchor="ctr">
                    <a:lnL>
                      <a:noFill/>
                    </a:lnL>
                    <a:lnR>
                      <a:noFill/>
                    </a:lnR>
                    <a:lnT>
                      <a:noFill/>
                    </a:lnT>
                    <a:lnB>
                      <a:noFill/>
                    </a:lnB>
                    <a:noFill/>
                  </a:tcPr>
                </a:tc>
                <a:tc>
                  <a:txBody>
                    <a:bodyPr/>
                    <a:lstStyle/>
                    <a:p>
                      <a:pPr>
                        <a:buNone/>
                      </a:pPr>
                      <a:r>
                        <a:rPr lang="en-US"/>
                        <a:t>Interface</a:t>
                      </a:r>
                    </a:p>
                  </a:txBody>
                  <a:tcPr anchor="ctr">
                    <a:lnL>
                      <a:noFill/>
                    </a:lnL>
                    <a:lnR>
                      <a:noFill/>
                    </a:lnR>
                    <a:lnT>
                      <a:noFill/>
                    </a:lnT>
                    <a:lnB>
                      <a:noFill/>
                    </a:lnB>
                    <a:noFill/>
                  </a:tcPr>
                </a:tc>
                <a:tc>
                  <a:txBody>
                    <a:bodyPr/>
                    <a:lstStyle/>
                    <a:p>
                      <a:pPr lvl="0">
                        <a:buNone/>
                      </a:pPr>
                      <a:r>
                        <a:rPr lang="en-US"/>
                        <a:t>Source</a:t>
                      </a:r>
                    </a:p>
                  </a:txBody>
                  <a:tcPr anchor="ctr">
                    <a:lnL w="0">
                      <a:noFill/>
                    </a:lnL>
                    <a:lnR w="0">
                      <a:noFill/>
                    </a:lnR>
                    <a:lnT w="0">
                      <a:noFill/>
                    </a:lnT>
                    <a:lnB w="0">
                      <a:noFill/>
                    </a:lnB>
                    <a:noFill/>
                  </a:tcPr>
                </a:tc>
                <a:tc>
                  <a:txBody>
                    <a:bodyPr/>
                    <a:lstStyle/>
                    <a:p>
                      <a:pPr lvl="0">
                        <a:buNone/>
                      </a:pPr>
                      <a:r>
                        <a:rPr lang="en-US"/>
                        <a:t>Destination</a:t>
                      </a:r>
                    </a:p>
                  </a:txBody>
                  <a:tcPr anchor="ctr">
                    <a:lnL w="0">
                      <a:noFill/>
                    </a:lnL>
                    <a:lnR w="0">
                      <a:noFill/>
                    </a:lnR>
                    <a:lnT w="0">
                      <a:noFill/>
                    </a:lnT>
                    <a:lnB w="0">
                      <a:noFill/>
                    </a:lnB>
                    <a:noFill/>
                  </a:tcPr>
                </a:tc>
                <a:tc>
                  <a:txBody>
                    <a:bodyPr/>
                    <a:lstStyle/>
                    <a:p>
                      <a:pPr lvl="0">
                        <a:buNone/>
                      </a:pPr>
                      <a:r>
                        <a:rPr lang="en-US"/>
                        <a:t>Port</a:t>
                      </a:r>
                    </a:p>
                  </a:txBody>
                  <a:tcPr anchor="ctr">
                    <a:lnL w="0">
                      <a:noFill/>
                    </a:lnL>
                    <a:lnR w="0">
                      <a:noFill/>
                    </a:lnR>
                    <a:lnT w="0">
                      <a:noFill/>
                    </a:lnT>
                    <a:lnB w="0">
                      <a:noFill/>
                    </a:lnB>
                    <a:noFill/>
                  </a:tcPr>
                </a:tc>
                <a:extLst>
                  <a:ext uri="{0D108BD9-81ED-4DB2-BD59-A6C34878D82A}">
                    <a16:rowId xmlns:a16="http://schemas.microsoft.com/office/drawing/2014/main" val="2653063356"/>
                  </a:ext>
                </a:extLst>
              </a:tr>
              <a:tr h="0">
                <a:tc>
                  <a:txBody>
                    <a:bodyPr/>
                    <a:lstStyle/>
                    <a:p>
                      <a:pPr>
                        <a:buNone/>
                      </a:pPr>
                      <a:r>
                        <a:rPr lang="en-US"/>
                        <a:t>1</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443</a:t>
                      </a:r>
                    </a:p>
                  </a:txBody>
                  <a:tcPr anchor="ctr">
                    <a:lnL w="0">
                      <a:noFill/>
                    </a:lnL>
                    <a:lnR w="0">
                      <a:noFill/>
                    </a:lnR>
                    <a:lnT w="0">
                      <a:noFill/>
                    </a:lnT>
                    <a:lnB w="0">
                      <a:noFill/>
                    </a:lnB>
                    <a:noFill/>
                  </a:tcPr>
                </a:tc>
                <a:extLst>
                  <a:ext uri="{0D108BD9-81ED-4DB2-BD59-A6C34878D82A}">
                    <a16:rowId xmlns:a16="http://schemas.microsoft.com/office/drawing/2014/main" val="3001670692"/>
                  </a:ext>
                </a:extLst>
              </a:tr>
              <a:tr h="0">
                <a:tc>
                  <a:txBody>
                    <a:bodyPr/>
                    <a:lstStyle/>
                    <a:p>
                      <a:pPr>
                        <a:buNone/>
                      </a:pPr>
                      <a:r>
                        <a:rPr lang="en-US"/>
                        <a:t>2</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53</a:t>
                      </a:r>
                    </a:p>
                  </a:txBody>
                  <a:tcPr anchor="ctr">
                    <a:lnL w="0">
                      <a:noFill/>
                    </a:lnL>
                    <a:lnR w="0">
                      <a:noFill/>
                    </a:lnR>
                    <a:lnT w="0">
                      <a:noFill/>
                    </a:lnT>
                    <a:lnB w="0">
                      <a:noFill/>
                    </a:lnB>
                    <a:noFill/>
                  </a:tcPr>
                </a:tc>
                <a:extLst>
                  <a:ext uri="{0D108BD9-81ED-4DB2-BD59-A6C34878D82A}">
                    <a16:rowId xmlns:a16="http://schemas.microsoft.com/office/drawing/2014/main" val="1191799489"/>
                  </a:ext>
                </a:extLst>
              </a:tr>
              <a:tr h="0">
                <a:tc>
                  <a:txBody>
                    <a:bodyPr/>
                    <a:lstStyle/>
                    <a:p>
                      <a:pPr>
                        <a:buNone/>
                      </a:pPr>
                      <a:r>
                        <a:rPr lang="en-US"/>
                        <a:t>3</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LAN net</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80</a:t>
                      </a:r>
                    </a:p>
                  </a:txBody>
                  <a:tcPr anchor="ctr">
                    <a:lnL w="0">
                      <a:noFill/>
                    </a:lnL>
                    <a:lnR w="0">
                      <a:noFill/>
                    </a:lnR>
                    <a:lnT w="0">
                      <a:noFill/>
                    </a:lnT>
                    <a:lnB w="0">
                      <a:noFill/>
                    </a:lnB>
                    <a:noFill/>
                  </a:tcPr>
                </a:tc>
                <a:extLst>
                  <a:ext uri="{0D108BD9-81ED-4DB2-BD59-A6C34878D82A}">
                    <a16:rowId xmlns:a16="http://schemas.microsoft.com/office/drawing/2014/main" val="922419976"/>
                  </a:ext>
                </a:extLst>
              </a:tr>
              <a:tr h="0">
                <a:tc>
                  <a:txBody>
                    <a:bodyPr/>
                    <a:lstStyle/>
                    <a:p>
                      <a:pPr>
                        <a:buNone/>
                      </a:pPr>
                      <a:r>
                        <a:rPr lang="en-US"/>
                        <a:t>4</a:t>
                      </a:r>
                      <a:endParaRPr lang="en-US" dirty="0"/>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LAN</a:t>
                      </a:r>
                    </a:p>
                  </a:txBody>
                  <a:tcPr anchor="ctr">
                    <a:lnL>
                      <a:noFill/>
                    </a:lnL>
                    <a:lnR>
                      <a:noFill/>
                    </a:lnR>
                    <a:lnT>
                      <a:noFill/>
                    </a:lnT>
                    <a:lnB>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any</a:t>
                      </a:r>
                    </a:p>
                  </a:txBody>
                  <a:tcPr anchor="ctr">
                    <a:lnL w="0">
                      <a:noFill/>
                    </a:lnL>
                    <a:lnR w="0">
                      <a:noFill/>
                    </a:lnR>
                    <a:lnT w="0">
                      <a:noFill/>
                    </a:lnT>
                    <a:lnB w="0">
                      <a:noFill/>
                    </a:lnB>
                    <a:noFill/>
                  </a:tcPr>
                </a:tc>
                <a:tc>
                  <a:txBody>
                    <a:bodyPr/>
                    <a:lstStyle/>
                    <a:p>
                      <a:pPr lvl="0">
                        <a:buNone/>
                      </a:pPr>
                      <a:r>
                        <a:rPr lang="en-US"/>
                        <a:t>any </a:t>
                      </a:r>
                      <a:r>
                        <a:rPr lang="en-US" i="1"/>
                        <a:t>(default rule)</a:t>
                      </a:r>
                      <a:endParaRPr lang="en-US"/>
                    </a:p>
                  </a:txBody>
                  <a:tcPr anchor="ctr">
                    <a:lnL w="0">
                      <a:noFill/>
                    </a:lnL>
                    <a:lnR w="0">
                      <a:noFill/>
                    </a:lnR>
                    <a:lnT w="0">
                      <a:noFill/>
                    </a:lnT>
                    <a:lnB w="0">
                      <a:noFill/>
                    </a:lnB>
                    <a:noFill/>
                  </a:tcPr>
                </a:tc>
                <a:extLst>
                  <a:ext uri="{0D108BD9-81ED-4DB2-BD59-A6C34878D82A}">
                    <a16:rowId xmlns:a16="http://schemas.microsoft.com/office/drawing/2014/main" val="3411400395"/>
                  </a:ext>
                </a:extLst>
              </a:tr>
            </a:tbl>
          </a:graphicData>
        </a:graphic>
      </p:graphicFrame>
      <p:sp>
        <p:nvSpPr>
          <p:cNvPr id="9" name="TextBox 8">
            <a:extLst>
              <a:ext uri="{FF2B5EF4-FFF2-40B4-BE49-F238E27FC236}">
                <a16:creationId xmlns:a16="http://schemas.microsoft.com/office/drawing/2014/main" id="{4E9A6072-04C4-AEAF-451D-A6D4FE0EA09F}"/>
              </a:ext>
            </a:extLst>
          </p:cNvPr>
          <p:cNvSpPr txBox="1"/>
          <p:nvPr/>
        </p:nvSpPr>
        <p:spPr>
          <a:xfrm>
            <a:off x="1299" y="3180578"/>
            <a:ext cx="10522856"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800" b="1">
                <a:ea typeface="+mn-lt"/>
                <a:cs typeface="+mn-lt"/>
              </a:rPr>
              <a:t>Q1</a:t>
            </a:r>
            <a:r>
              <a:rPr lang="en-US" sz="2800">
                <a:ea typeface="+mn-lt"/>
                <a:cs typeface="+mn-lt"/>
              </a:rPr>
              <a:t> A laptop on your LAN visits a website over plain HTTP (port 80). Pass or block? Which rule decides it, and why doesn't rule 1 apply, even though it's also about web traffic?</a:t>
            </a:r>
            <a:endParaRPr lang="en-US" sz="2800"/>
          </a:p>
          <a:p>
            <a:pPr marL="285750" indent="-285750">
              <a:buFont typeface="Arial"/>
              <a:buChar char="•"/>
            </a:pPr>
            <a:endParaRPr lang="en-US" sz="2800" dirty="0">
              <a:ea typeface="+mn-lt"/>
              <a:cs typeface="+mn-lt"/>
            </a:endParaRPr>
          </a:p>
          <a:p>
            <a:pPr marL="285750" indent="-285750">
              <a:buFont typeface="Arial"/>
              <a:buChar char="•"/>
            </a:pPr>
            <a:r>
              <a:rPr lang="en-US" sz="2800" b="1">
                <a:ea typeface="+mn-lt"/>
                <a:cs typeface="+mn-lt"/>
              </a:rPr>
              <a:t>Q2 </a:t>
            </a:r>
            <a:r>
              <a:rPr lang="en-US" sz="2800">
                <a:ea typeface="+mn-lt"/>
                <a:cs typeface="+mn-lt"/>
              </a:rPr>
              <a:t>That same laptop launches an online game using port 25565. Pass or block? Which rule decides it?</a:t>
            </a:r>
            <a:endParaRPr lang="en-US" sz="2800"/>
          </a:p>
          <a:p>
            <a:pPr algn="l"/>
            <a:endParaRPr lang="en-US" dirty="0"/>
          </a:p>
        </p:txBody>
      </p:sp>
      <p:pic>
        <p:nvPicPr>
          <p:cNvPr id="11" name="Picture 10" descr="A blue and yellow logo&#10;&#10;AI-generated content may be incorrect.">
            <a:extLst>
              <a:ext uri="{FF2B5EF4-FFF2-40B4-BE49-F238E27FC236}">
                <a16:creationId xmlns:a16="http://schemas.microsoft.com/office/drawing/2014/main" id="{08E6AE10-245D-AA54-A393-03A21EFAA496}"/>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02E67373-6A4A-C179-E694-F7F74E4CEAAC}"/>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6956988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1D67-AD0C-0B6C-1FF8-D72CF81BBED8}"/>
              </a:ext>
            </a:extLst>
          </p:cNvPr>
          <p:cNvSpPr>
            <a:spLocks noGrp="1"/>
          </p:cNvSpPr>
          <p:nvPr>
            <p:ph type="title"/>
          </p:nvPr>
        </p:nvSpPr>
        <p:spPr/>
        <p:txBody>
          <a:bodyPr/>
          <a:lstStyle/>
          <a:p>
            <a:r>
              <a:rPr lang="en-US"/>
              <a:t>Answers</a:t>
            </a:r>
          </a:p>
        </p:txBody>
      </p:sp>
      <p:sp>
        <p:nvSpPr>
          <p:cNvPr id="5" name="TextBox 4">
            <a:extLst>
              <a:ext uri="{FF2B5EF4-FFF2-40B4-BE49-F238E27FC236}">
                <a16:creationId xmlns:a16="http://schemas.microsoft.com/office/drawing/2014/main" id="{71457C31-D446-67AD-992A-6ABA6A5181A3}"/>
              </a:ext>
            </a:extLst>
          </p:cNvPr>
          <p:cNvSpPr txBox="1"/>
          <p:nvPr/>
        </p:nvSpPr>
        <p:spPr>
          <a:xfrm>
            <a:off x="342385" y="1525949"/>
            <a:ext cx="10522856" cy="44012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dirty="0">
                <a:ea typeface="+mn-lt"/>
                <a:cs typeface="+mn-lt"/>
              </a:rPr>
              <a:t>Q1 is Blocked, by rule 3.</a:t>
            </a:r>
            <a:br>
              <a:rPr lang="en-US" sz="2800" b="1" dirty="0">
                <a:ea typeface="+mn-lt"/>
                <a:cs typeface="+mn-lt"/>
              </a:rPr>
            </a:br>
            <a:r>
              <a:rPr lang="en-US" sz="2800" b="1" dirty="0">
                <a:ea typeface="+mn-lt"/>
                <a:cs typeface="+mn-lt"/>
              </a:rPr>
              <a:t> Rule 1 only matches port 443. Port 80 is a different port, so rule 1 never applies, so every field (source, destination, port) has to match.</a:t>
            </a:r>
            <a:endParaRPr lang="en-US" sz="2800" dirty="0">
              <a:ea typeface="+mn-lt"/>
              <a:cs typeface="+mn-lt"/>
            </a:endParaRPr>
          </a:p>
          <a:p>
            <a:endParaRPr lang="en-US" sz="2800" b="1" dirty="0">
              <a:ea typeface="+mn-lt"/>
              <a:cs typeface="+mn-lt"/>
            </a:endParaRPr>
          </a:p>
          <a:p>
            <a:pPr>
              <a:buFont typeface="Arial"/>
              <a:buChar char="•"/>
            </a:pPr>
            <a:r>
              <a:rPr lang="en-US" sz="2800" b="1">
                <a:ea typeface="+mn-lt"/>
                <a:cs typeface="+mn-lt"/>
              </a:rPr>
              <a:t>Q2 is Blocked, by the bottom "catch all" rule.</a:t>
            </a:r>
            <a:br>
              <a:rPr lang="en-US" sz="2800" b="1" dirty="0">
                <a:ea typeface="+mn-lt"/>
                <a:cs typeface="+mn-lt"/>
              </a:rPr>
            </a:br>
            <a:r>
              <a:rPr lang="en-US" sz="2800" b="1">
                <a:ea typeface="+mn-lt"/>
                <a:cs typeface="+mn-lt"/>
              </a:rPr>
              <a:t> Nothing in rules 1 through 3 mentions port 25565, so nothing matches until the catch-all at the bottom. No matching allow rule means it is blocked.</a:t>
            </a:r>
            <a:endParaRPr lang="en-US"/>
          </a:p>
          <a:p>
            <a:pPr marL="285750" indent="-285750" algn="l">
              <a:buFont typeface="Arial"/>
              <a:buChar char="•"/>
            </a:pPr>
            <a:endParaRPr lang="en-US" sz="2800" dirty="0"/>
          </a:p>
        </p:txBody>
      </p:sp>
      <p:pic>
        <p:nvPicPr>
          <p:cNvPr id="7" name="Picture 6" descr="A blue and yellow logo&#10;&#10;AI-generated content may be incorrect.">
            <a:extLst>
              <a:ext uri="{FF2B5EF4-FFF2-40B4-BE49-F238E27FC236}">
                <a16:creationId xmlns:a16="http://schemas.microsoft.com/office/drawing/2014/main" id="{16DC23BD-48F5-BF24-8DD2-4DFF99861C7B}"/>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8C6C8F20-D100-0A23-59AE-B24371A78B3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0837728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E8B25F-5225-49C1-4B20-B7FE73B65E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ACDD27-FF7B-E146-D597-CF32FB420C2C}"/>
              </a:ext>
            </a:extLst>
          </p:cNvPr>
          <p:cNvSpPr>
            <a:spLocks noGrp="1"/>
          </p:cNvSpPr>
          <p:nvPr>
            <p:ph type="title"/>
          </p:nvPr>
        </p:nvSpPr>
        <p:spPr>
          <a:xfrm>
            <a:off x="939800" y="-121104"/>
            <a:ext cx="10515600" cy="1325563"/>
          </a:xfrm>
        </p:spPr>
        <p:txBody>
          <a:bodyPr/>
          <a:lstStyle/>
          <a:p>
            <a:r>
              <a:rPr lang="en-US"/>
              <a:t>Practice:</a:t>
            </a:r>
          </a:p>
        </p:txBody>
      </p:sp>
      <p:graphicFrame>
        <p:nvGraphicFramePr>
          <p:cNvPr id="5" name="Content Placeholder 4">
            <a:extLst>
              <a:ext uri="{FF2B5EF4-FFF2-40B4-BE49-F238E27FC236}">
                <a16:creationId xmlns:a16="http://schemas.microsoft.com/office/drawing/2014/main" id="{4F821776-EB37-C9F7-1798-63252FB8F7F4}"/>
              </a:ext>
            </a:extLst>
          </p:cNvPr>
          <p:cNvGraphicFramePr>
            <a:graphicFrameLocks noGrp="1"/>
          </p:cNvGraphicFramePr>
          <p:nvPr>
            <p:ph idx="1"/>
            <p:extLst>
              <p:ext uri="{D42A27DB-BD31-4B8C-83A1-F6EECF244321}">
                <p14:modId xmlns:p14="http://schemas.microsoft.com/office/powerpoint/2010/main" val="1034993380"/>
              </p:ext>
            </p:extLst>
          </p:nvPr>
        </p:nvGraphicFramePr>
        <p:xfrm>
          <a:off x="943428" y="725713"/>
          <a:ext cx="9013368" cy="2591709"/>
        </p:xfrm>
        <a:graphic>
          <a:graphicData uri="http://schemas.openxmlformats.org/drawingml/2006/table">
            <a:tbl>
              <a:tblPr bandRow="1">
                <a:tableStyleId>{5C22544A-7EE6-4342-B048-85BDC9FD1C3A}</a:tableStyleId>
              </a:tblPr>
              <a:tblGrid>
                <a:gridCol w="1502228">
                  <a:extLst>
                    <a:ext uri="{9D8B030D-6E8A-4147-A177-3AD203B41FA5}">
                      <a16:colId xmlns:a16="http://schemas.microsoft.com/office/drawing/2014/main" val="2518583110"/>
                    </a:ext>
                  </a:extLst>
                </a:gridCol>
                <a:gridCol w="1502228">
                  <a:extLst>
                    <a:ext uri="{9D8B030D-6E8A-4147-A177-3AD203B41FA5}">
                      <a16:colId xmlns:a16="http://schemas.microsoft.com/office/drawing/2014/main" val="3963284348"/>
                    </a:ext>
                  </a:extLst>
                </a:gridCol>
                <a:gridCol w="1502228">
                  <a:extLst>
                    <a:ext uri="{9D8B030D-6E8A-4147-A177-3AD203B41FA5}">
                      <a16:colId xmlns:a16="http://schemas.microsoft.com/office/drawing/2014/main" val="3195121425"/>
                    </a:ext>
                  </a:extLst>
                </a:gridCol>
                <a:gridCol w="1502228">
                  <a:extLst>
                    <a:ext uri="{9D8B030D-6E8A-4147-A177-3AD203B41FA5}">
                      <a16:colId xmlns:a16="http://schemas.microsoft.com/office/drawing/2014/main" val="3240616108"/>
                    </a:ext>
                  </a:extLst>
                </a:gridCol>
                <a:gridCol w="1502228">
                  <a:extLst>
                    <a:ext uri="{9D8B030D-6E8A-4147-A177-3AD203B41FA5}">
                      <a16:colId xmlns:a16="http://schemas.microsoft.com/office/drawing/2014/main" val="2212223805"/>
                    </a:ext>
                  </a:extLst>
                </a:gridCol>
                <a:gridCol w="1502228">
                  <a:extLst>
                    <a:ext uri="{9D8B030D-6E8A-4147-A177-3AD203B41FA5}">
                      <a16:colId xmlns:a16="http://schemas.microsoft.com/office/drawing/2014/main" val="3236128509"/>
                    </a:ext>
                  </a:extLst>
                </a:gridCol>
              </a:tblGrid>
              <a:tr h="580029">
                <a:tc>
                  <a:txBody>
                    <a:bodyPr/>
                    <a:lstStyle/>
                    <a:p>
                      <a:pPr>
                        <a:buNone/>
                      </a:pPr>
                      <a:r>
                        <a:rPr lang="en-US"/>
                        <a:t>#</a:t>
                      </a:r>
                    </a:p>
                  </a:txBody>
                  <a:tcPr anchor="ctr">
                    <a:lnL>
                      <a:noFill/>
                    </a:lnL>
                    <a:lnR>
                      <a:noFill/>
                    </a:lnR>
                    <a:lnT>
                      <a:noFill/>
                    </a:lnT>
                    <a:lnB>
                      <a:noFill/>
                    </a:lnB>
                    <a:noFill/>
                  </a:tcPr>
                </a:tc>
                <a:tc>
                  <a:txBody>
                    <a:bodyPr/>
                    <a:lstStyle/>
                    <a:p>
                      <a:pPr>
                        <a:buNone/>
                      </a:pPr>
                      <a:r>
                        <a:rPr lang="en-US"/>
                        <a:t>Action</a:t>
                      </a:r>
                    </a:p>
                  </a:txBody>
                  <a:tcPr anchor="ctr">
                    <a:lnL>
                      <a:noFill/>
                    </a:lnL>
                    <a:lnR>
                      <a:noFill/>
                    </a:lnR>
                    <a:lnT>
                      <a:noFill/>
                    </a:lnT>
                    <a:lnB>
                      <a:noFill/>
                    </a:lnB>
                    <a:noFill/>
                  </a:tcPr>
                </a:tc>
                <a:tc>
                  <a:txBody>
                    <a:bodyPr/>
                    <a:lstStyle/>
                    <a:p>
                      <a:pPr>
                        <a:buNone/>
                      </a:pPr>
                      <a:r>
                        <a:rPr lang="en-US"/>
                        <a:t>Interface</a:t>
                      </a:r>
                    </a:p>
                  </a:txBody>
                  <a:tcPr anchor="ctr">
                    <a:lnL>
                      <a:noFill/>
                    </a:lnL>
                    <a:lnR>
                      <a:noFill/>
                    </a:lnR>
                    <a:lnT>
                      <a:noFill/>
                    </a:lnT>
                    <a:lnB>
                      <a:noFill/>
                    </a:lnB>
                    <a:noFill/>
                  </a:tcPr>
                </a:tc>
                <a:tc>
                  <a:txBody>
                    <a:bodyPr/>
                    <a:lstStyle/>
                    <a:p>
                      <a:pPr lvl="0">
                        <a:buNone/>
                      </a:pPr>
                      <a:r>
                        <a:rPr lang="en-US"/>
                        <a:t>Source</a:t>
                      </a:r>
                    </a:p>
                  </a:txBody>
                  <a:tcPr anchor="ctr">
                    <a:lnL>
                      <a:noFill/>
                    </a:lnL>
                    <a:lnR>
                      <a:noFill/>
                    </a:lnR>
                    <a:lnT>
                      <a:noFill/>
                    </a:lnT>
                    <a:lnB>
                      <a:noFill/>
                    </a:lnB>
                    <a:noFill/>
                  </a:tcPr>
                </a:tc>
                <a:tc>
                  <a:txBody>
                    <a:bodyPr/>
                    <a:lstStyle/>
                    <a:p>
                      <a:pPr lvl="0">
                        <a:buNone/>
                      </a:pPr>
                      <a:r>
                        <a:rPr lang="en-US"/>
                        <a:t>Destination</a:t>
                      </a:r>
                    </a:p>
                  </a:txBody>
                  <a:tcPr anchor="ctr">
                    <a:lnL>
                      <a:noFill/>
                    </a:lnL>
                    <a:lnR>
                      <a:noFill/>
                    </a:lnR>
                    <a:lnT>
                      <a:noFill/>
                    </a:lnT>
                    <a:lnB>
                      <a:noFill/>
                    </a:lnB>
                    <a:noFill/>
                  </a:tcPr>
                </a:tc>
                <a:tc>
                  <a:txBody>
                    <a:bodyPr/>
                    <a:lstStyle/>
                    <a:p>
                      <a:pPr lvl="0">
                        <a:buNone/>
                      </a:pPr>
                      <a:r>
                        <a:rPr lang="en-US"/>
                        <a:t>Port</a:t>
                      </a:r>
                    </a:p>
                  </a:txBody>
                  <a:tcPr anchor="ctr">
                    <a:lnL>
                      <a:noFill/>
                    </a:lnL>
                    <a:lnR>
                      <a:noFill/>
                    </a:lnR>
                    <a:lnT>
                      <a:noFill/>
                    </a:lnT>
                    <a:lnB>
                      <a:noFill/>
                    </a:lnB>
                    <a:noFill/>
                  </a:tcPr>
                </a:tc>
                <a:extLst>
                  <a:ext uri="{0D108BD9-81ED-4DB2-BD59-A6C34878D82A}">
                    <a16:rowId xmlns:a16="http://schemas.microsoft.com/office/drawing/2014/main" val="761194989"/>
                  </a:ext>
                </a:extLst>
              </a:tr>
              <a:tr h="0">
                <a:tc>
                  <a:txBody>
                    <a:bodyPr/>
                    <a:lstStyle/>
                    <a:p>
                      <a:pPr>
                        <a:buNone/>
                      </a:pPr>
                      <a:r>
                        <a:rPr lang="en-US"/>
                        <a:t>1</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192.168.20.50</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22</a:t>
                      </a:r>
                    </a:p>
                  </a:txBody>
                  <a:tcPr anchor="ctr">
                    <a:lnL>
                      <a:noFill/>
                    </a:lnL>
                    <a:lnR>
                      <a:noFill/>
                    </a:lnR>
                    <a:lnT>
                      <a:noFill/>
                    </a:lnT>
                    <a:lnB>
                      <a:noFill/>
                    </a:lnB>
                    <a:noFill/>
                  </a:tcPr>
                </a:tc>
                <a:extLst>
                  <a:ext uri="{0D108BD9-81ED-4DB2-BD59-A6C34878D82A}">
                    <a16:rowId xmlns:a16="http://schemas.microsoft.com/office/drawing/2014/main" val="2748614034"/>
                  </a:ext>
                </a:extLst>
              </a:tr>
              <a:tr h="0">
                <a:tc>
                  <a:txBody>
                    <a:bodyPr/>
                    <a:lstStyle/>
                    <a:p>
                      <a:pPr>
                        <a:buNone/>
                      </a:pPr>
                      <a:r>
                        <a:rPr lang="en-US"/>
                        <a:t>2</a:t>
                      </a:r>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22</a:t>
                      </a:r>
                    </a:p>
                  </a:txBody>
                  <a:tcPr anchor="ctr">
                    <a:lnL>
                      <a:noFill/>
                    </a:lnL>
                    <a:lnR>
                      <a:noFill/>
                    </a:lnR>
                    <a:lnT>
                      <a:noFill/>
                    </a:lnT>
                    <a:lnB>
                      <a:noFill/>
                    </a:lnB>
                    <a:noFill/>
                  </a:tcPr>
                </a:tc>
                <a:extLst>
                  <a:ext uri="{0D108BD9-81ED-4DB2-BD59-A6C34878D82A}">
                    <a16:rowId xmlns:a16="http://schemas.microsoft.com/office/drawing/2014/main" val="2721161049"/>
                  </a:ext>
                </a:extLst>
              </a:tr>
              <a:tr h="0">
                <a:tc>
                  <a:txBody>
                    <a:bodyPr/>
                    <a:lstStyle/>
                    <a:p>
                      <a:pPr>
                        <a:buNone/>
                      </a:pPr>
                      <a:r>
                        <a:rPr lang="en-US"/>
                        <a:t>3</a:t>
                      </a:r>
                    </a:p>
                  </a:txBody>
                  <a:tcPr anchor="ctr">
                    <a:lnL>
                      <a:noFill/>
                    </a:lnL>
                    <a:lnR>
                      <a:noFill/>
                    </a:lnR>
                    <a:lnT>
                      <a:noFill/>
                    </a:lnT>
                    <a:lnB>
                      <a:noFill/>
                    </a:lnB>
                    <a:noFill/>
                  </a:tcPr>
                </a:tc>
                <a:tc>
                  <a:txBody>
                    <a:bodyPr/>
                    <a:lstStyle/>
                    <a:p>
                      <a:pPr>
                        <a:buNone/>
                      </a:pPr>
                      <a:r>
                        <a:rPr lang="en-US"/>
                        <a:t>Pass</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LAN net</a:t>
                      </a:r>
                    </a:p>
                  </a:txBody>
                  <a:tcPr anchor="ctr">
                    <a:lnL>
                      <a:noFill/>
                    </a:lnL>
                    <a:lnR>
                      <a:noFill/>
                    </a:lnR>
                    <a:lnT>
                      <a:noFill/>
                    </a:lnT>
                    <a:lnB>
                      <a:noFill/>
                    </a:lnB>
                    <a:noFill/>
                  </a:tcPr>
                </a:tc>
                <a:tc>
                  <a:txBody>
                    <a:bodyPr/>
                    <a:lstStyle/>
                    <a:p>
                      <a:pPr lvl="0">
                        <a:buNone/>
                      </a:pPr>
                      <a:r>
                        <a:rPr lang="en-US"/>
                        <a:t>443</a:t>
                      </a:r>
                    </a:p>
                  </a:txBody>
                  <a:tcPr anchor="ctr">
                    <a:lnL>
                      <a:noFill/>
                    </a:lnL>
                    <a:lnR>
                      <a:noFill/>
                    </a:lnR>
                    <a:lnT>
                      <a:noFill/>
                    </a:lnT>
                    <a:lnB>
                      <a:noFill/>
                    </a:lnB>
                    <a:noFill/>
                  </a:tcPr>
                </a:tc>
                <a:extLst>
                  <a:ext uri="{0D108BD9-81ED-4DB2-BD59-A6C34878D82A}">
                    <a16:rowId xmlns:a16="http://schemas.microsoft.com/office/drawing/2014/main" val="1757044140"/>
                  </a:ext>
                </a:extLst>
              </a:tr>
              <a:tr h="0">
                <a:tc>
                  <a:txBody>
                    <a:bodyPr/>
                    <a:lstStyle/>
                    <a:p>
                      <a:pPr>
                        <a:buNone/>
                      </a:pPr>
                      <a:r>
                        <a:rPr lang="en-US"/>
                        <a:t>4</a:t>
                      </a:r>
                      <a:endParaRPr lang="en-US" dirty="0"/>
                    </a:p>
                  </a:txBody>
                  <a:tcPr anchor="ctr">
                    <a:lnL>
                      <a:noFill/>
                    </a:lnL>
                    <a:lnR>
                      <a:noFill/>
                    </a:lnR>
                    <a:lnT>
                      <a:noFill/>
                    </a:lnT>
                    <a:lnB>
                      <a:noFill/>
                    </a:lnB>
                    <a:noFill/>
                  </a:tcPr>
                </a:tc>
                <a:tc>
                  <a:txBody>
                    <a:bodyPr/>
                    <a:lstStyle/>
                    <a:p>
                      <a:pPr>
                        <a:buNone/>
                      </a:pPr>
                      <a:r>
                        <a:rPr lang="en-US"/>
                        <a:t>Block</a:t>
                      </a:r>
                    </a:p>
                  </a:txBody>
                  <a:tcPr anchor="ctr">
                    <a:lnL>
                      <a:noFill/>
                    </a:lnL>
                    <a:lnR>
                      <a:noFill/>
                    </a:lnR>
                    <a:lnT>
                      <a:noFill/>
                    </a:lnT>
                    <a:lnB>
                      <a:noFill/>
                    </a:lnB>
                    <a:noFill/>
                  </a:tcPr>
                </a:tc>
                <a:tc>
                  <a:txBody>
                    <a:bodyPr/>
                    <a:lstStyle/>
                    <a:p>
                      <a:pPr>
                        <a:buNone/>
                      </a:pPr>
                      <a:r>
                        <a:rPr lang="en-US"/>
                        <a:t>WAN</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any</a:t>
                      </a:r>
                    </a:p>
                  </a:txBody>
                  <a:tcPr anchor="ctr">
                    <a:lnL>
                      <a:noFill/>
                    </a:lnL>
                    <a:lnR>
                      <a:noFill/>
                    </a:lnR>
                    <a:lnT>
                      <a:noFill/>
                    </a:lnT>
                    <a:lnB>
                      <a:noFill/>
                    </a:lnB>
                    <a:noFill/>
                  </a:tcPr>
                </a:tc>
                <a:tc>
                  <a:txBody>
                    <a:bodyPr/>
                    <a:lstStyle/>
                    <a:p>
                      <a:pPr lvl="0">
                        <a:buNone/>
                      </a:pPr>
                      <a:r>
                        <a:rPr lang="en-US"/>
                        <a:t>any </a:t>
                      </a:r>
                      <a:r>
                        <a:rPr lang="en-US" i="1"/>
                        <a:t>(default rule)</a:t>
                      </a:r>
                      <a:endParaRPr lang="en-US"/>
                    </a:p>
                  </a:txBody>
                  <a:tcPr anchor="ctr">
                    <a:lnL>
                      <a:noFill/>
                    </a:lnL>
                    <a:lnR>
                      <a:noFill/>
                    </a:lnR>
                    <a:lnT>
                      <a:noFill/>
                    </a:lnT>
                    <a:lnB>
                      <a:noFill/>
                    </a:lnB>
                    <a:noFill/>
                  </a:tcPr>
                </a:tc>
                <a:extLst>
                  <a:ext uri="{0D108BD9-81ED-4DB2-BD59-A6C34878D82A}">
                    <a16:rowId xmlns:a16="http://schemas.microsoft.com/office/drawing/2014/main" val="3612321479"/>
                  </a:ext>
                </a:extLst>
              </a:tr>
            </a:tbl>
          </a:graphicData>
        </a:graphic>
      </p:graphicFrame>
      <p:sp>
        <p:nvSpPr>
          <p:cNvPr id="6" name="TextBox 5">
            <a:extLst>
              <a:ext uri="{FF2B5EF4-FFF2-40B4-BE49-F238E27FC236}">
                <a16:creationId xmlns:a16="http://schemas.microsoft.com/office/drawing/2014/main" id="{53441F45-3B33-B4CE-0A64-51900D8EAAFE}"/>
              </a:ext>
            </a:extLst>
          </p:cNvPr>
          <p:cNvSpPr txBox="1"/>
          <p:nvPr/>
        </p:nvSpPr>
        <p:spPr>
          <a:xfrm>
            <a:off x="101600" y="3429000"/>
            <a:ext cx="11611428" cy="32316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i="0" u="none" strike="noStrike" baseline="0">
                <a:solidFill>
                  <a:srgbClr val="000000"/>
                </a:solidFill>
                <a:ea typeface="+mn-lt"/>
                <a:cs typeface="+mn-lt"/>
              </a:rPr>
              <a:t>Q1</a:t>
            </a:r>
            <a:r>
              <a:rPr lang="en-US" sz="2800">
                <a:solidFill>
                  <a:srgbClr val="000000"/>
                </a:solidFill>
                <a:ea typeface="+mn-lt"/>
                <a:cs typeface="+mn-lt"/>
              </a:rPr>
              <a:t> </a:t>
            </a:r>
            <a:r>
              <a:rPr lang="en-US" sz="2800" b="0" i="0" u="none" strike="noStrike" baseline="0">
                <a:solidFill>
                  <a:srgbClr val="000000"/>
                </a:solidFill>
                <a:ea typeface="+mn-lt"/>
                <a:cs typeface="+mn-lt"/>
              </a:rPr>
              <a:t>A </a:t>
            </a:r>
            <a:r>
              <a:rPr lang="en-US" sz="2800">
                <a:solidFill>
                  <a:srgbClr val="000000"/>
                </a:solidFill>
                <a:ea typeface="+mn-lt"/>
                <a:cs typeface="+mn-lt"/>
              </a:rPr>
              <a:t>connection arrives from </a:t>
            </a:r>
            <a:r>
              <a:rPr lang="en-US" sz="2800">
                <a:solidFill>
                  <a:srgbClr val="000000"/>
                </a:solidFill>
                <a:latin typeface="Aptos"/>
                <a:ea typeface="+mn-lt"/>
                <a:cs typeface="Arial"/>
              </a:rPr>
              <a:t>192.168.20.50</a:t>
            </a:r>
            <a:r>
              <a:rPr lang="en-US" sz="2800">
                <a:solidFill>
                  <a:srgbClr val="000000"/>
                </a:solidFill>
                <a:ea typeface="+mn-lt"/>
                <a:cs typeface="+mn-lt"/>
              </a:rPr>
              <a:t> trying SSH </a:t>
            </a:r>
            <a:r>
              <a:rPr lang="en-US" sz="2800" b="0" i="0" u="none" strike="noStrike" baseline="0">
                <a:solidFill>
                  <a:srgbClr val="000000"/>
                </a:solidFill>
                <a:ea typeface="+mn-lt"/>
                <a:cs typeface="+mn-lt"/>
              </a:rPr>
              <a:t>(</a:t>
            </a:r>
            <a:r>
              <a:rPr lang="en-US" sz="2800">
                <a:solidFill>
                  <a:srgbClr val="000000"/>
                </a:solidFill>
                <a:ea typeface="+mn-lt"/>
                <a:cs typeface="+mn-lt"/>
              </a:rPr>
              <a:t>port 22</a:t>
            </a:r>
            <a:r>
              <a:rPr lang="en-US" sz="2800" b="0" i="0" u="none" strike="noStrike" baseline="0">
                <a:solidFill>
                  <a:srgbClr val="000000"/>
                </a:solidFill>
                <a:ea typeface="+mn-lt"/>
                <a:cs typeface="+mn-lt"/>
              </a:rPr>
              <a:t>). </a:t>
            </a:r>
            <a:r>
              <a:rPr lang="en-US" sz="2800">
                <a:solidFill>
                  <a:srgbClr val="000000"/>
                </a:solidFill>
                <a:ea typeface="+mn-lt"/>
                <a:cs typeface="+mn-lt"/>
              </a:rPr>
              <a:t>Then a connection arrives from </a:t>
            </a:r>
            <a:r>
              <a:rPr lang="en-US" sz="2800">
                <a:solidFill>
                  <a:srgbClr val="000000"/>
                </a:solidFill>
                <a:latin typeface="Aptos"/>
                <a:ea typeface="+mn-lt"/>
                <a:cs typeface="Arial"/>
              </a:rPr>
              <a:t>192.168.50.9</a:t>
            </a:r>
            <a:r>
              <a:rPr lang="en-US" sz="2800">
                <a:solidFill>
                  <a:srgbClr val="000000"/>
                </a:solidFill>
                <a:ea typeface="+mn-lt"/>
                <a:cs typeface="+mn-lt"/>
              </a:rPr>
              <a:t>, also trying SSH. What happens to each</a:t>
            </a:r>
            <a:r>
              <a:rPr lang="en-US" sz="2800" b="0" i="0" u="none" strike="noStrike" baseline="0">
                <a:solidFill>
                  <a:srgbClr val="000000"/>
                </a:solidFill>
                <a:ea typeface="+mn-lt"/>
                <a:cs typeface="+mn-lt"/>
              </a:rPr>
              <a:t>, and why </a:t>
            </a:r>
            <a:r>
              <a:rPr lang="en-US" sz="2800">
                <a:solidFill>
                  <a:srgbClr val="000000"/>
                </a:solidFill>
                <a:ea typeface="+mn-lt"/>
                <a:cs typeface="+mn-lt"/>
              </a:rPr>
              <a:t>are the outcomes different</a:t>
            </a:r>
            <a:r>
              <a:rPr lang="en-US" sz="2800" b="0" i="0" u="none" strike="noStrike" baseline="0">
                <a:solidFill>
                  <a:srgbClr val="000000"/>
                </a:solidFill>
                <a:ea typeface="+mn-lt"/>
                <a:cs typeface="+mn-lt"/>
              </a:rPr>
              <a:t>?</a:t>
            </a:r>
            <a:endParaRPr lang="en-US" sz="2800">
              <a:ea typeface="+mn-lt"/>
              <a:cs typeface="+mn-lt"/>
            </a:endParaRPr>
          </a:p>
          <a:p>
            <a:pPr>
              <a:buFont typeface="Arial"/>
              <a:buChar char="•"/>
            </a:pPr>
            <a:r>
              <a:rPr lang="en-US" sz="2800" b="1" i="0" u="none" strike="noStrike" baseline="0">
                <a:solidFill>
                  <a:srgbClr val="000000"/>
                </a:solidFill>
                <a:ea typeface="+mn-lt"/>
                <a:cs typeface="+mn-lt"/>
              </a:rPr>
              <a:t>Q2</a:t>
            </a:r>
            <a:r>
              <a:rPr lang="en-US" sz="2800">
                <a:solidFill>
                  <a:srgbClr val="000000"/>
                </a:solidFill>
                <a:ea typeface="+mn-lt"/>
                <a:cs typeface="+mn-lt"/>
              </a:rPr>
              <a:t> Suppose rules 1 and 2 were swapped, "</a:t>
            </a:r>
            <a:r>
              <a:rPr lang="en-US" sz="2800" b="0" i="0" u="none" strike="noStrike" baseline="0">
                <a:solidFill>
                  <a:srgbClr val="000000"/>
                </a:solidFill>
                <a:ea typeface="+mn-lt"/>
                <a:cs typeface="+mn-lt"/>
              </a:rPr>
              <a:t>block</a:t>
            </a:r>
            <a:r>
              <a:rPr lang="en-US" sz="2800">
                <a:solidFill>
                  <a:srgbClr val="000000"/>
                </a:solidFill>
                <a:ea typeface="+mn-lt"/>
                <a:cs typeface="+mn-lt"/>
              </a:rPr>
              <a:t> SSH from anyone" listed first, "allow SSH from 192.168.20.50" listed second. Would the trusted admin at </a:t>
            </a:r>
            <a:r>
              <a:rPr lang="en-US" sz="2800">
                <a:solidFill>
                  <a:srgbClr val="000000"/>
                </a:solidFill>
                <a:latin typeface="Aptos"/>
                <a:ea typeface="+mn-lt"/>
                <a:cs typeface="Arial"/>
              </a:rPr>
              <a:t>192.168.20.50 </a:t>
            </a:r>
            <a:r>
              <a:rPr lang="en-US" sz="2800">
                <a:solidFill>
                  <a:srgbClr val="000000"/>
                </a:solidFill>
                <a:ea typeface="+mn-lt"/>
                <a:cs typeface="+mn-lt"/>
              </a:rPr>
              <a:t>still get in</a:t>
            </a:r>
            <a:r>
              <a:rPr lang="en-US" sz="2800" b="0" i="0" u="none" strike="noStrike" baseline="0">
                <a:solidFill>
                  <a:srgbClr val="000000"/>
                </a:solidFill>
                <a:ea typeface="+mn-lt"/>
                <a:cs typeface="+mn-lt"/>
              </a:rPr>
              <a:t>?</a:t>
            </a:r>
            <a:endParaRPr lang="en-US">
              <a:ea typeface="+mn-lt"/>
              <a:cs typeface="+mn-lt"/>
            </a:endParaRPr>
          </a:p>
          <a:p>
            <a:pPr algn="l" rtl="0"/>
            <a:r>
              <a:rPr lang="en-US" sz="1800" b="0" i="0">
                <a:solidFill>
                  <a:srgbClr val="000000"/>
                </a:solidFill>
                <a:latin typeface="Aptos"/>
                <a:ea typeface="Segoe UI"/>
                <a:cs typeface="Segoe UI"/>
              </a:rPr>
              <a:t>​</a:t>
            </a:r>
          </a:p>
          <a:p>
            <a:pPr algn="ctr"/>
            <a:endParaRPr lang="en-US"/>
          </a:p>
        </p:txBody>
      </p:sp>
      <p:pic>
        <p:nvPicPr>
          <p:cNvPr id="8" name="Picture 7" descr="A blue and yellow logo&#10;&#10;AI-generated content may be incorrect.">
            <a:extLst>
              <a:ext uri="{FF2B5EF4-FFF2-40B4-BE49-F238E27FC236}">
                <a16:creationId xmlns:a16="http://schemas.microsoft.com/office/drawing/2014/main" id="{8F502B89-C315-D2D5-1203-97FBDC24CF1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25F83EED-C417-C669-DD29-1C7A8911F50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50443727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9C3B61-6AF1-0F2A-AE5A-7C5038BAC4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2031F-F7DC-6F42-4AF9-BD0B0227AD47}"/>
              </a:ext>
            </a:extLst>
          </p:cNvPr>
          <p:cNvSpPr>
            <a:spLocks noGrp="1"/>
          </p:cNvSpPr>
          <p:nvPr>
            <p:ph type="title"/>
          </p:nvPr>
        </p:nvSpPr>
        <p:spPr/>
        <p:txBody>
          <a:bodyPr/>
          <a:lstStyle/>
          <a:p>
            <a:r>
              <a:rPr lang="en-US"/>
              <a:t>Answers</a:t>
            </a:r>
          </a:p>
        </p:txBody>
      </p:sp>
      <p:sp>
        <p:nvSpPr>
          <p:cNvPr id="5" name="TextBox 4">
            <a:extLst>
              <a:ext uri="{FF2B5EF4-FFF2-40B4-BE49-F238E27FC236}">
                <a16:creationId xmlns:a16="http://schemas.microsoft.com/office/drawing/2014/main" id="{766D45B9-3510-F759-373C-7E5AC42A6585}"/>
              </a:ext>
            </a:extLst>
          </p:cNvPr>
          <p:cNvSpPr txBox="1"/>
          <p:nvPr/>
        </p:nvSpPr>
        <p:spPr>
          <a:xfrm>
            <a:off x="342385" y="1525949"/>
            <a:ext cx="10522856" cy="48320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sz="2800" b="1">
                <a:ea typeface="+mn-lt"/>
                <a:cs typeface="+mn-lt"/>
              </a:rPr>
              <a:t>Q1 </a:t>
            </a:r>
            <a:r>
              <a:rPr lang="en-US" sz="2800" b="1">
                <a:latin typeface="Aptos"/>
                <a:ea typeface="+mn-lt"/>
                <a:cs typeface="+mn-lt"/>
              </a:rPr>
              <a:t>192.168.20.50</a:t>
            </a:r>
            <a:r>
              <a:rPr lang="en-US" sz="2800" b="1">
                <a:ea typeface="+mn-lt"/>
                <a:cs typeface="+mn-lt"/>
              </a:rPr>
              <a:t> passes</a:t>
            </a:r>
            <a:r>
              <a:rPr lang="en-US" sz="2800">
                <a:ea typeface="+mn-lt"/>
                <a:cs typeface="+mn-lt"/>
              </a:rPr>
              <a:t> (matches rule 1 exactly because it's the right source and right port). </a:t>
            </a:r>
            <a:r>
              <a:rPr lang="en-US" sz="2800" b="1">
                <a:latin typeface="Aptos"/>
                <a:ea typeface="+mn-lt"/>
                <a:cs typeface="+mn-lt"/>
              </a:rPr>
              <a:t>192.168.50.9</a:t>
            </a:r>
            <a:r>
              <a:rPr lang="en-US" sz="2800" b="1">
                <a:ea typeface="+mn-lt"/>
                <a:cs typeface="+mn-lt"/>
              </a:rPr>
              <a:t> is blocked</a:t>
            </a:r>
            <a:r>
              <a:rPr lang="en-US" sz="2800">
                <a:ea typeface="+mn-lt"/>
                <a:cs typeface="+mn-lt"/>
              </a:rPr>
              <a:t> (fails rule 1's source check, falls through to rule 2's blanket block). Source is just as much a required match as port.</a:t>
            </a:r>
            <a:endParaRPr lang="en-US" sz="2800" dirty="0">
              <a:ea typeface="+mn-lt"/>
              <a:cs typeface="+mn-lt"/>
            </a:endParaRPr>
          </a:p>
          <a:p>
            <a:pPr>
              <a:buFont typeface="Arial"/>
              <a:buChar char="•"/>
            </a:pPr>
            <a:r>
              <a:rPr lang="en-US" sz="2800" b="1" dirty="0">
                <a:ea typeface="+mn-lt"/>
                <a:cs typeface="+mn-lt"/>
              </a:rPr>
              <a:t>Q2  No, as the admin gets blocked too.</a:t>
            </a:r>
            <a:br>
              <a:rPr lang="en-US" sz="2800" b="1" dirty="0">
                <a:ea typeface="+mn-lt"/>
                <a:cs typeface="+mn-lt"/>
              </a:rPr>
            </a:br>
            <a:r>
              <a:rPr lang="en-US" sz="2800" b="1" dirty="0">
                <a:ea typeface="+mn-lt"/>
                <a:cs typeface="+mn-lt"/>
              </a:rPr>
              <a:t> "Block SSH from anyone" matches anyone, including </a:t>
            </a:r>
            <a:r>
              <a:rPr lang="en-US" sz="2800" dirty="0">
                <a:latin typeface="Aptos"/>
                <a:ea typeface="+mn-lt"/>
                <a:cs typeface="+mn-lt"/>
              </a:rPr>
              <a:t>192.168.20.50</a:t>
            </a:r>
            <a:r>
              <a:rPr lang="en-US" sz="2800" dirty="0">
                <a:ea typeface="+mn-lt"/>
                <a:cs typeface="+mn-lt"/>
              </a:rPr>
              <a:t>. The first match wins, so </a:t>
            </a:r>
            <a:r>
              <a:rPr lang="en-US" sz="2800" dirty="0" err="1">
                <a:ea typeface="+mn-lt"/>
                <a:cs typeface="+mn-lt"/>
              </a:rPr>
              <a:t>OPNsense</a:t>
            </a:r>
            <a:r>
              <a:rPr lang="en-US" sz="2800" dirty="0">
                <a:ea typeface="+mn-lt"/>
                <a:cs typeface="+mn-lt"/>
              </a:rPr>
              <a:t> never reaches the specific allow rule below it. Order alone can defeat an otherwise-correct rule.</a:t>
            </a:r>
            <a:endParaRPr lang="en-US" dirty="0"/>
          </a:p>
          <a:p>
            <a:pPr>
              <a:buFont typeface="Arial"/>
              <a:buChar char="•"/>
            </a:pPr>
            <a:endParaRPr lang="en-US" sz="2800" b="1" dirty="0"/>
          </a:p>
          <a:p>
            <a:pPr marL="285750" indent="-285750" algn="l">
              <a:buFont typeface="Arial"/>
              <a:buChar char="•"/>
            </a:pPr>
            <a:endParaRPr lang="en-US" sz="2800" dirty="0"/>
          </a:p>
        </p:txBody>
      </p:sp>
      <p:pic>
        <p:nvPicPr>
          <p:cNvPr id="7" name="Picture 6" descr="A blue and yellow logo&#10;&#10;AI-generated content may be incorrect.">
            <a:extLst>
              <a:ext uri="{FF2B5EF4-FFF2-40B4-BE49-F238E27FC236}">
                <a16:creationId xmlns:a16="http://schemas.microsoft.com/office/drawing/2014/main" id="{25D93E6F-7E8F-A3FD-7DA7-16C8371E0EE7}"/>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C1561771-DB0A-BF68-B23B-EF6A910FF14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7914069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8BA20E4-A61B-45BE-FC59-84726788E4FC}"/>
              </a:ext>
            </a:extLst>
          </p:cNvPr>
          <p:cNvSpPr>
            <a:spLocks noGrp="1"/>
          </p:cNvSpPr>
          <p:nvPr>
            <p:ph type="title"/>
          </p:nvPr>
        </p:nvSpPr>
        <p:spPr>
          <a:xfrm>
            <a:off x="804672" y="338328"/>
            <a:ext cx="5011473" cy="1773936"/>
          </a:xfrm>
        </p:spPr>
        <p:txBody>
          <a:bodyPr>
            <a:normAutofit/>
          </a:bodyPr>
          <a:lstStyle/>
          <a:p>
            <a:r>
              <a:rPr lang="en-US" sz="3600">
                <a:solidFill>
                  <a:schemeClr val="tx2"/>
                </a:solidFill>
              </a:rPr>
              <a:t>Setting Up Some Baseline Rules</a:t>
            </a:r>
          </a:p>
        </p:txBody>
      </p:sp>
      <p:grpSp>
        <p:nvGrpSpPr>
          <p:cNvPr id="20" name="Group 19">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21" name="Freeform: Shape 20">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4" name="Freeform: Shape 23">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90D923C1-456E-27CF-D408-F595D32D15A6}"/>
              </a:ext>
            </a:extLst>
          </p:cNvPr>
          <p:cNvSpPr>
            <a:spLocks noGrp="1"/>
          </p:cNvSpPr>
          <p:nvPr>
            <p:ph idx="1"/>
          </p:nvPr>
        </p:nvSpPr>
        <p:spPr>
          <a:xfrm>
            <a:off x="5695242" y="4499"/>
            <a:ext cx="6495141" cy="3210851"/>
          </a:xfrm>
        </p:spPr>
        <p:txBody>
          <a:bodyPr vert="horz" lIns="91440" tIns="45720" rIns="91440" bIns="45720" rtlCol="0" anchor="ctr">
            <a:noAutofit/>
          </a:bodyPr>
          <a:lstStyle/>
          <a:p>
            <a:r>
              <a:rPr lang="en-US">
                <a:solidFill>
                  <a:schemeClr val="tx2"/>
                </a:solidFill>
              </a:rPr>
              <a:t>Setting up a baseline for you to edit afterwards that will give you familiarity</a:t>
            </a:r>
            <a:endParaRPr lang="en-US"/>
          </a:p>
          <a:p>
            <a:r>
              <a:rPr lang="en-US">
                <a:solidFill>
                  <a:schemeClr val="tx2"/>
                </a:solidFill>
              </a:rPr>
              <a:t>Navigate to: Firewall &gt; Rules [new]</a:t>
            </a:r>
          </a:p>
          <a:p>
            <a:r>
              <a:rPr lang="en-US">
                <a:solidFill>
                  <a:schemeClr val="tx2"/>
                </a:solidFill>
              </a:rPr>
              <a:t>Click the "all rules" bar on top, then select "VLANXX"</a:t>
            </a:r>
          </a:p>
          <a:p>
            <a:r>
              <a:rPr lang="en-US" b="1">
                <a:solidFill>
                  <a:schemeClr val="tx2"/>
                </a:solidFill>
              </a:rPr>
              <a:t>One person in your group should do this for each VLAN</a:t>
            </a:r>
            <a:endParaRPr lang="en-US" b="1" dirty="0">
              <a:solidFill>
                <a:schemeClr val="tx2"/>
              </a:solidFill>
            </a:endParaRPr>
          </a:p>
        </p:txBody>
      </p:sp>
      <p:pic>
        <p:nvPicPr>
          <p:cNvPr id="4" name="Picture 3">
            <a:extLst>
              <a:ext uri="{FF2B5EF4-FFF2-40B4-BE49-F238E27FC236}">
                <a16:creationId xmlns:a16="http://schemas.microsoft.com/office/drawing/2014/main" id="{2ADDA131-E3B3-7912-60A7-59E8E4EBA383}"/>
              </a:ext>
            </a:extLst>
          </p:cNvPr>
          <p:cNvPicPr>
            <a:picLocks noChangeAspect="1"/>
          </p:cNvPicPr>
          <p:nvPr/>
        </p:nvPicPr>
        <p:blipFill>
          <a:blip r:embed="rId2"/>
          <a:srcRect l="16786" t="17460" r="1428" b="46138"/>
          <a:stretch>
            <a:fillRect/>
          </a:stretch>
        </p:blipFill>
        <p:spPr>
          <a:xfrm>
            <a:off x="2342" y="3310462"/>
            <a:ext cx="11385731" cy="2810204"/>
          </a:xfrm>
          <a:prstGeom prst="rect">
            <a:avLst/>
          </a:prstGeom>
        </p:spPr>
      </p:pic>
      <p:pic>
        <p:nvPicPr>
          <p:cNvPr id="8" name="Picture 7" descr="A blue and yellow logo&#10;&#10;AI-generated content may be incorrect.">
            <a:extLst>
              <a:ext uri="{FF2B5EF4-FFF2-40B4-BE49-F238E27FC236}">
                <a16:creationId xmlns:a16="http://schemas.microsoft.com/office/drawing/2014/main" id="{75112E59-D300-9B88-15B3-D7FC6B9BB85B}"/>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47FBAA2F-576E-658A-746F-7214153B9D0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668499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2908ED-5877-3060-8C8D-97749D95017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It Will Be Blank</a:t>
            </a:r>
          </a:p>
        </p:txBody>
      </p:sp>
      <p:pic>
        <p:nvPicPr>
          <p:cNvPr id="4" name="Content Placeholder 3">
            <a:extLst>
              <a:ext uri="{FF2B5EF4-FFF2-40B4-BE49-F238E27FC236}">
                <a16:creationId xmlns:a16="http://schemas.microsoft.com/office/drawing/2014/main" id="{CD1DF177-5F2B-7262-69D6-CA05B27CE77A}"/>
              </a:ext>
            </a:extLst>
          </p:cNvPr>
          <p:cNvPicPr>
            <a:picLocks noGrp="1" noChangeAspect="1"/>
          </p:cNvPicPr>
          <p:nvPr>
            <p:ph idx="1"/>
          </p:nvPr>
        </p:nvPicPr>
        <p:blipFill>
          <a:blip r:embed="rId2"/>
          <a:srcRect l="17024" t="14195" r="595" b="50636"/>
          <a:stretch>
            <a:fillRect/>
          </a:stretch>
        </p:blipFill>
        <p:spPr>
          <a:xfrm>
            <a:off x="-2416" y="2258185"/>
            <a:ext cx="12196835" cy="2923483"/>
          </a:xfrm>
          <a:prstGeom prst="rect">
            <a:avLst/>
          </a:prstGeom>
        </p:spPr>
      </p:pic>
      <p:pic>
        <p:nvPicPr>
          <p:cNvPr id="6" name="Picture 5" descr="A blue and yellow logo&#10;&#10;AI-generated content may be incorrect.">
            <a:extLst>
              <a:ext uri="{FF2B5EF4-FFF2-40B4-BE49-F238E27FC236}">
                <a16:creationId xmlns:a16="http://schemas.microsoft.com/office/drawing/2014/main" id="{9BF297A3-33D1-297E-27CD-C86A873FE1BD}"/>
              </a:ext>
            </a:extLst>
          </p:cNvPr>
          <p:cNvPicPr>
            <a:picLocks noChangeAspect="1"/>
          </p:cNvPicPr>
          <p:nvPr/>
        </p:nvPicPr>
        <p:blipFill>
          <a:blip r:embed="rId3"/>
          <a:stretch>
            <a:fillRect/>
          </a:stretch>
        </p:blipFill>
        <p:spPr>
          <a:xfrm>
            <a:off x="2721" y="6122079"/>
            <a:ext cx="2498272" cy="738869"/>
          </a:xfrm>
          <a:prstGeom prst="rect">
            <a:avLst/>
          </a:prstGeom>
        </p:spPr>
      </p:pic>
      <p:sp>
        <p:nvSpPr>
          <p:cNvPr id="5" name="TextBox 4">
            <a:extLst>
              <a:ext uri="{FF2B5EF4-FFF2-40B4-BE49-F238E27FC236}">
                <a16:creationId xmlns:a16="http://schemas.microsoft.com/office/drawing/2014/main" id="{E46B226E-730B-4E21-9467-9C2EDCB1E7D7}"/>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92924653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E6D2D34-4BB4-460B-8844-027610FB2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DE7AA3-92CC-111E-CBB9-416E8A7C4327}"/>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First Rule</a:t>
            </a:r>
          </a:p>
        </p:txBody>
      </p:sp>
      <p:pic>
        <p:nvPicPr>
          <p:cNvPr id="4" name="Picture 3">
            <a:extLst>
              <a:ext uri="{FF2B5EF4-FFF2-40B4-BE49-F238E27FC236}">
                <a16:creationId xmlns:a16="http://schemas.microsoft.com/office/drawing/2014/main" id="{11522BBE-AB8D-78AB-765A-D2203EF19957}"/>
              </a:ext>
            </a:extLst>
          </p:cNvPr>
          <p:cNvPicPr>
            <a:picLocks noChangeAspect="1"/>
          </p:cNvPicPr>
          <p:nvPr/>
        </p:nvPicPr>
        <p:blipFill>
          <a:blip r:embed="rId2"/>
          <a:srcRect l="9821" t="18061" r="59583" b="10044"/>
          <a:stretch>
            <a:fillRect/>
          </a:stretch>
        </p:blipFill>
        <p:spPr>
          <a:xfrm>
            <a:off x="77556" y="1088901"/>
            <a:ext cx="4342477" cy="5770614"/>
          </a:xfrm>
          <a:prstGeom prst="rect">
            <a:avLst/>
          </a:prstGeom>
        </p:spPr>
      </p:pic>
      <p:grpSp>
        <p:nvGrpSpPr>
          <p:cNvPr id="13" name="Group 12">
            <a:extLst>
              <a:ext uri="{FF2B5EF4-FFF2-40B4-BE49-F238E27FC236}">
                <a16:creationId xmlns:a16="http://schemas.microsoft.com/office/drawing/2014/main" id="{C5314570-9B06-4D37-8CBD-EDD67C2FA2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A204F55B-358D-4FB5-9979-6724C64154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C4F77C62-9DDF-48D3-A074-159A32767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DEB07022-F30B-49CA-B1DD-A826815C4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F7C47E16-167C-48BF-9FC9-08787D3489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49F5EDDC-CCCD-9683-0B8F-8B987E33E0A2}"/>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all IPv6 traffic on this VLAN since we won't be using it</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8357DEDF-8C15-56A0-9B0E-02856D1D1CCF}"/>
              </a:ext>
            </a:extLst>
          </p:cNvPr>
          <p:cNvPicPr>
            <a:picLocks noChangeAspect="1"/>
          </p:cNvPicPr>
          <p:nvPr/>
        </p:nvPicPr>
        <p:blipFill>
          <a:blip r:embed="rId3"/>
          <a:stretch>
            <a:fillRect/>
          </a:stretch>
        </p:blipFill>
        <p:spPr>
          <a:xfrm>
            <a:off x="2114550" y="222022"/>
            <a:ext cx="2498272" cy="738869"/>
          </a:xfrm>
          <a:prstGeom prst="rect">
            <a:avLst/>
          </a:prstGeom>
        </p:spPr>
      </p:pic>
      <p:sp>
        <p:nvSpPr>
          <p:cNvPr id="6" name="TextBox 5">
            <a:extLst>
              <a:ext uri="{FF2B5EF4-FFF2-40B4-BE49-F238E27FC236}">
                <a16:creationId xmlns:a16="http://schemas.microsoft.com/office/drawing/2014/main" id="{5F78DB93-69CE-9D83-03E4-2A47A21566F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89394670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C5E19-6094-2922-7B29-B69863F027E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F5DAB605-59C9-08BD-1DE0-8771D7EFE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8DF9D1-BFA0-E7E1-00E7-21146D71B18C}"/>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First Rule</a:t>
            </a:r>
          </a:p>
        </p:txBody>
      </p:sp>
      <p:pic>
        <p:nvPicPr>
          <p:cNvPr id="4" name="Picture 3">
            <a:extLst>
              <a:ext uri="{FF2B5EF4-FFF2-40B4-BE49-F238E27FC236}">
                <a16:creationId xmlns:a16="http://schemas.microsoft.com/office/drawing/2014/main" id="{1A1EB12A-4705-2AFC-68F5-FC052883CA6F}"/>
              </a:ext>
            </a:extLst>
          </p:cNvPr>
          <p:cNvPicPr>
            <a:picLocks noChangeAspect="1"/>
          </p:cNvPicPr>
          <p:nvPr/>
        </p:nvPicPr>
        <p:blipFill>
          <a:blip r:embed="rId2"/>
          <a:srcRect l="9821" t="18061" r="59583" b="10044"/>
          <a:stretch>
            <a:fillRect/>
          </a:stretch>
        </p:blipFill>
        <p:spPr>
          <a:xfrm>
            <a:off x="77556" y="1088901"/>
            <a:ext cx="4342477" cy="5770614"/>
          </a:xfrm>
          <a:prstGeom prst="rect">
            <a:avLst/>
          </a:prstGeom>
        </p:spPr>
      </p:pic>
      <p:grpSp>
        <p:nvGrpSpPr>
          <p:cNvPr id="13" name="Group 12">
            <a:extLst>
              <a:ext uri="{FF2B5EF4-FFF2-40B4-BE49-F238E27FC236}">
                <a16:creationId xmlns:a16="http://schemas.microsoft.com/office/drawing/2014/main" id="{7EC4C9AD-A231-31FA-CAF3-CE8E4D10D8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A7D0BC0B-C429-C68D-CE13-06ED1017F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DB5B6E9C-8D0E-D40C-B0A3-648CE844A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FA0116A-C7A9-A4D8-8DB7-1C4F771C0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86C7B0F3-AA46-C918-64E6-57BD5C0E9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6" name="Picture 5" descr="A screenshot of a computer&#10;&#10;AI-generated content may be incorrect.">
            <a:extLst>
              <a:ext uri="{FF2B5EF4-FFF2-40B4-BE49-F238E27FC236}">
                <a16:creationId xmlns:a16="http://schemas.microsoft.com/office/drawing/2014/main" id="{F2406205-7674-772E-D1A9-60FA0C6EE60B}"/>
              </a:ext>
            </a:extLst>
          </p:cNvPr>
          <p:cNvPicPr>
            <a:picLocks noChangeAspect="1"/>
          </p:cNvPicPr>
          <p:nvPr/>
        </p:nvPicPr>
        <p:blipFill>
          <a:blip r:embed="rId2"/>
          <a:srcRect l="59590" t="18498" r="9643" b="9841"/>
          <a:stretch>
            <a:fillRect/>
          </a:stretch>
        </p:blipFill>
        <p:spPr>
          <a:xfrm>
            <a:off x="5554672" y="1089111"/>
            <a:ext cx="4382817" cy="5777871"/>
          </a:xfrm>
          <a:prstGeom prst="rect">
            <a:avLst/>
          </a:prstGeom>
        </p:spPr>
      </p:pic>
      <p:pic>
        <p:nvPicPr>
          <p:cNvPr id="7" name="Picture 6" descr="A blue and yellow logo&#10;&#10;AI-generated content may be incorrect.">
            <a:extLst>
              <a:ext uri="{FF2B5EF4-FFF2-40B4-BE49-F238E27FC236}">
                <a16:creationId xmlns:a16="http://schemas.microsoft.com/office/drawing/2014/main" id="{22546342-C07D-513C-A737-14B97CF6B257}"/>
              </a:ext>
            </a:extLst>
          </p:cNvPr>
          <p:cNvPicPr>
            <a:picLocks noChangeAspect="1"/>
          </p:cNvPicPr>
          <p:nvPr/>
        </p:nvPicPr>
        <p:blipFill>
          <a:blip r:embed="rId3"/>
          <a:stretch>
            <a:fillRect/>
          </a:stretch>
        </p:blipFill>
        <p:spPr>
          <a:xfrm>
            <a:off x="2114550" y="222022"/>
            <a:ext cx="2498272" cy="738869"/>
          </a:xfrm>
          <a:prstGeom prst="rect">
            <a:avLst/>
          </a:prstGeom>
        </p:spPr>
      </p:pic>
      <p:sp>
        <p:nvSpPr>
          <p:cNvPr id="10" name="Arrow: Right 9">
            <a:extLst>
              <a:ext uri="{FF2B5EF4-FFF2-40B4-BE49-F238E27FC236}">
                <a16:creationId xmlns:a16="http://schemas.microsoft.com/office/drawing/2014/main" id="{C38FD7FC-2BDE-19AA-4664-BD0AF2E604E8}"/>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068F6E7-BCC2-A1B2-0B2E-1B754CB07BC5}"/>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5241701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864843-BE68-2CFB-328A-58174392365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9F111B6-B18D-6AD9-AEC8-C23F71090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ED5B4E-B88E-A321-D7AA-73513F456DA1}"/>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Second Rule</a:t>
            </a:r>
          </a:p>
        </p:txBody>
      </p:sp>
      <p:grpSp>
        <p:nvGrpSpPr>
          <p:cNvPr id="13" name="Group 12">
            <a:extLst>
              <a:ext uri="{FF2B5EF4-FFF2-40B4-BE49-F238E27FC236}">
                <a16:creationId xmlns:a16="http://schemas.microsoft.com/office/drawing/2014/main" id="{9D56DF76-7FEA-A721-9F76-77972529AEC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50287D21-48D5-D7FC-792D-7376C33416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53C4E0F8-A99A-3440-5AE3-82A97FCB28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CA2B968-1AE8-1ACC-0925-4712FD543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6F8D9375-8432-8672-61AF-48C025A29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99FD472A-41D4-0A79-5169-282E88B48E5F}"/>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dirty="0">
                <a:solidFill>
                  <a:schemeClr val="tx2"/>
                </a:solidFill>
              </a:rPr>
              <a:t>We want to allow VLAN50 to talk to itself in all cases (e.g. gateway); not usually needed as a command</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E6718544-1803-C234-71CF-C253596CB29B}"/>
              </a:ext>
            </a:extLst>
          </p:cNvPr>
          <p:cNvPicPr>
            <a:picLocks noChangeAspect="1"/>
          </p:cNvPicPr>
          <p:nvPr/>
        </p:nvPicPr>
        <p:blipFill>
          <a:blip r:embed="rId2"/>
          <a:stretch>
            <a:fillRect/>
          </a:stretch>
        </p:blipFill>
        <p:spPr>
          <a:xfrm>
            <a:off x="2564493" y="214765"/>
            <a:ext cx="2498272" cy="738869"/>
          </a:xfrm>
          <a:prstGeom prst="rect">
            <a:avLst/>
          </a:prstGeom>
        </p:spPr>
      </p:pic>
      <p:pic>
        <p:nvPicPr>
          <p:cNvPr id="5" name="Picture 4">
            <a:extLst>
              <a:ext uri="{FF2B5EF4-FFF2-40B4-BE49-F238E27FC236}">
                <a16:creationId xmlns:a16="http://schemas.microsoft.com/office/drawing/2014/main" id="{DFAEEA96-6144-06D6-0DDA-F1EE2B43F0E9}"/>
              </a:ext>
            </a:extLst>
          </p:cNvPr>
          <p:cNvPicPr>
            <a:picLocks noChangeAspect="1"/>
          </p:cNvPicPr>
          <p:nvPr/>
        </p:nvPicPr>
        <p:blipFill>
          <a:blip r:embed="rId3"/>
          <a:srcRect l="9702" t="18942" r="59687" b="9936"/>
          <a:stretch>
            <a:fillRect/>
          </a:stretch>
        </p:blipFill>
        <p:spPr>
          <a:xfrm>
            <a:off x="696685" y="1081315"/>
            <a:ext cx="3732082" cy="4877595"/>
          </a:xfrm>
          <a:prstGeom prst="rect">
            <a:avLst/>
          </a:prstGeom>
        </p:spPr>
      </p:pic>
      <p:sp>
        <p:nvSpPr>
          <p:cNvPr id="6" name="TextBox 5">
            <a:extLst>
              <a:ext uri="{FF2B5EF4-FFF2-40B4-BE49-F238E27FC236}">
                <a16:creationId xmlns:a16="http://schemas.microsoft.com/office/drawing/2014/main" id="{88A9B680-FEFD-381E-5905-53F5EF014BA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7460687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14DDC6-B500-DB86-7425-6D47F80B192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7CA240F-F5CE-42E3-6E86-872212E604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0870DB-24BA-18E1-AD33-B4C7A254871E}"/>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Second Rule</a:t>
            </a:r>
          </a:p>
        </p:txBody>
      </p:sp>
      <p:grpSp>
        <p:nvGrpSpPr>
          <p:cNvPr id="13" name="Group 12">
            <a:extLst>
              <a:ext uri="{FF2B5EF4-FFF2-40B4-BE49-F238E27FC236}">
                <a16:creationId xmlns:a16="http://schemas.microsoft.com/office/drawing/2014/main" id="{7AD910B2-8091-19E1-19AA-E3B848DC3DC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F11B260D-DD6B-0875-AA97-45ABA47560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991C2E9D-82C7-792C-ECF7-1EA97452F1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2A3D416-C4C5-8B42-344F-F1F31388B3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7773220F-0B9B-D80C-0ACF-C6C5F2A847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descr="A blue and yellow logo&#10;&#10;AI-generated content may be incorrect.">
            <a:extLst>
              <a:ext uri="{FF2B5EF4-FFF2-40B4-BE49-F238E27FC236}">
                <a16:creationId xmlns:a16="http://schemas.microsoft.com/office/drawing/2014/main" id="{E75F90A3-5E59-E04C-55FD-F212642094D7}"/>
              </a:ext>
            </a:extLst>
          </p:cNvPr>
          <p:cNvPicPr>
            <a:picLocks noChangeAspect="1"/>
          </p:cNvPicPr>
          <p:nvPr/>
        </p:nvPicPr>
        <p:blipFill>
          <a:blip r:embed="rId2"/>
          <a:stretch>
            <a:fillRect/>
          </a:stretch>
        </p:blipFill>
        <p:spPr>
          <a:xfrm>
            <a:off x="2564493" y="222022"/>
            <a:ext cx="2498272" cy="738869"/>
          </a:xfrm>
          <a:prstGeom prst="rect">
            <a:avLst/>
          </a:prstGeom>
        </p:spPr>
      </p:pic>
      <p:sp>
        <p:nvSpPr>
          <p:cNvPr id="10" name="Arrow: Right 9">
            <a:extLst>
              <a:ext uri="{FF2B5EF4-FFF2-40B4-BE49-F238E27FC236}">
                <a16:creationId xmlns:a16="http://schemas.microsoft.com/office/drawing/2014/main" id="{5EA952C7-CA5A-4A5C-359D-A82B17EBA575}"/>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30C2684A-0D9D-2E53-32C7-CB8C5109B2FD}"/>
              </a:ext>
            </a:extLst>
          </p:cNvPr>
          <p:cNvPicPr>
            <a:picLocks noChangeAspect="1"/>
          </p:cNvPicPr>
          <p:nvPr/>
        </p:nvPicPr>
        <p:blipFill>
          <a:blip r:embed="rId3"/>
          <a:srcRect l="9702" t="18942" r="59687" b="9936"/>
          <a:stretch>
            <a:fillRect/>
          </a:stretch>
        </p:blipFill>
        <p:spPr>
          <a:xfrm>
            <a:off x="696685" y="1081315"/>
            <a:ext cx="3732082" cy="487759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8B9A9CEA-9D1B-E18B-F18E-561694E60CD5}"/>
              </a:ext>
            </a:extLst>
          </p:cNvPr>
          <p:cNvPicPr>
            <a:picLocks noChangeAspect="1"/>
          </p:cNvPicPr>
          <p:nvPr/>
        </p:nvPicPr>
        <p:blipFill>
          <a:blip r:embed="rId3"/>
          <a:srcRect l="59559" t="18624" r="9589" b="10264"/>
          <a:stretch>
            <a:fillRect/>
          </a:stretch>
        </p:blipFill>
        <p:spPr>
          <a:xfrm>
            <a:off x="5632234" y="1291772"/>
            <a:ext cx="3761368" cy="4876882"/>
          </a:xfrm>
          <a:prstGeom prst="rect">
            <a:avLst/>
          </a:prstGeom>
        </p:spPr>
      </p:pic>
      <p:sp>
        <p:nvSpPr>
          <p:cNvPr id="4" name="TextBox 3">
            <a:extLst>
              <a:ext uri="{FF2B5EF4-FFF2-40B4-BE49-F238E27FC236}">
                <a16:creationId xmlns:a16="http://schemas.microsoft.com/office/drawing/2014/main" id="{85C584E0-9082-481A-ACD8-5E2F0EA8C354}"/>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41946280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88D5F-5C2D-FE59-29FF-A01321BA86BF}"/>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894CE16-5075-7522-4433-BC1131A1B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FCD16A-9EC8-5635-5596-AC865276E5D8}"/>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Third Rule</a:t>
            </a:r>
          </a:p>
        </p:txBody>
      </p:sp>
      <p:grpSp>
        <p:nvGrpSpPr>
          <p:cNvPr id="13" name="Group 12">
            <a:extLst>
              <a:ext uri="{FF2B5EF4-FFF2-40B4-BE49-F238E27FC236}">
                <a16:creationId xmlns:a16="http://schemas.microsoft.com/office/drawing/2014/main" id="{5DD10A74-B0FD-99DB-97BF-65C54E6FB4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F3180DC2-1900-35BA-86DE-161101264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5AF2798-DA52-224C-5922-F880DB7CC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3229094-0E07-1362-C878-8543B5BEF7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8487553E-AC65-F1A8-067F-FBCA64FD8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178E761E-DD84-FE4D-EB00-F7024276351E}"/>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a:solidFill>
                  <a:schemeClr val="tx2"/>
                </a:solidFill>
              </a:rPr>
              <a:t>We want to deny traffic from all other VLANs?</a:t>
            </a: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1EFC756F-4CD1-0CEE-51C2-EAF70C4B7CE2}"/>
              </a:ext>
            </a:extLst>
          </p:cNvPr>
          <p:cNvPicPr>
            <a:picLocks noChangeAspect="1"/>
          </p:cNvPicPr>
          <p:nvPr/>
        </p:nvPicPr>
        <p:blipFill>
          <a:blip r:embed="rId2"/>
          <a:stretch>
            <a:fillRect/>
          </a:stretch>
        </p:blipFill>
        <p:spPr>
          <a:xfrm>
            <a:off x="2114550" y="222022"/>
            <a:ext cx="2498272" cy="738869"/>
          </a:xfrm>
          <a:prstGeom prst="rect">
            <a:avLst/>
          </a:prstGeom>
        </p:spPr>
      </p:pic>
      <p:pic>
        <p:nvPicPr>
          <p:cNvPr id="5" name="Picture 4">
            <a:extLst>
              <a:ext uri="{FF2B5EF4-FFF2-40B4-BE49-F238E27FC236}">
                <a16:creationId xmlns:a16="http://schemas.microsoft.com/office/drawing/2014/main" id="{B5BD5C68-5033-A7BF-3D3A-44E8259482D0}"/>
              </a:ext>
            </a:extLst>
          </p:cNvPr>
          <p:cNvPicPr>
            <a:picLocks noChangeAspect="1"/>
          </p:cNvPicPr>
          <p:nvPr/>
        </p:nvPicPr>
        <p:blipFill>
          <a:blip r:embed="rId3"/>
          <a:srcRect l="9583" t="18730" r="59568" b="10204"/>
          <a:stretch>
            <a:fillRect/>
          </a:stretch>
        </p:blipFill>
        <p:spPr>
          <a:xfrm>
            <a:off x="1168400" y="1284514"/>
            <a:ext cx="3761110" cy="4873720"/>
          </a:xfrm>
          <a:prstGeom prst="rect">
            <a:avLst/>
          </a:prstGeom>
        </p:spPr>
      </p:pic>
      <p:sp>
        <p:nvSpPr>
          <p:cNvPr id="6" name="TextBox 5">
            <a:extLst>
              <a:ext uri="{FF2B5EF4-FFF2-40B4-BE49-F238E27FC236}">
                <a16:creationId xmlns:a16="http://schemas.microsoft.com/office/drawing/2014/main" id="{80625010-1078-2335-11B2-084E5D4DC8DE}"/>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68314904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B4524A-7C50-36D6-1E82-956F02C0A69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AA5A764-836F-6A4B-A84D-C2796CAC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DA9652-8EB1-B7A5-A9AE-08447DBC5650}"/>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Third Rule</a:t>
            </a:r>
          </a:p>
        </p:txBody>
      </p:sp>
      <p:grpSp>
        <p:nvGrpSpPr>
          <p:cNvPr id="13" name="Group 12">
            <a:extLst>
              <a:ext uri="{FF2B5EF4-FFF2-40B4-BE49-F238E27FC236}">
                <a16:creationId xmlns:a16="http://schemas.microsoft.com/office/drawing/2014/main" id="{8EE26978-9E7E-FA19-E364-73C8EE9812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1DEAD257-2AAB-5187-071F-044268C277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6A69CE48-C7B6-0323-AD78-0FA9B1EBDD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6362288-860A-FA73-5955-C5216DFFBC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25108CF-A407-FCF8-41D3-0ED0A8A846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descr="A blue and yellow logo&#10;&#10;AI-generated content may be incorrect.">
            <a:extLst>
              <a:ext uri="{FF2B5EF4-FFF2-40B4-BE49-F238E27FC236}">
                <a16:creationId xmlns:a16="http://schemas.microsoft.com/office/drawing/2014/main" id="{2F34D803-609F-E52F-2C76-84BCA317E4E3}"/>
              </a:ext>
            </a:extLst>
          </p:cNvPr>
          <p:cNvPicPr>
            <a:picLocks noChangeAspect="1"/>
          </p:cNvPicPr>
          <p:nvPr/>
        </p:nvPicPr>
        <p:blipFill>
          <a:blip r:embed="rId2"/>
          <a:stretch>
            <a:fillRect/>
          </a:stretch>
        </p:blipFill>
        <p:spPr>
          <a:xfrm>
            <a:off x="2114550" y="222022"/>
            <a:ext cx="2498272" cy="738869"/>
          </a:xfrm>
          <a:prstGeom prst="rect">
            <a:avLst/>
          </a:prstGeom>
        </p:spPr>
      </p:pic>
      <p:sp>
        <p:nvSpPr>
          <p:cNvPr id="10" name="Arrow: Right 9">
            <a:extLst>
              <a:ext uri="{FF2B5EF4-FFF2-40B4-BE49-F238E27FC236}">
                <a16:creationId xmlns:a16="http://schemas.microsoft.com/office/drawing/2014/main" id="{B645316F-F5C7-59B4-140C-88D4EE694BBE}"/>
              </a:ext>
            </a:extLst>
          </p:cNvPr>
          <p:cNvSpPr/>
          <p:nvPr/>
        </p:nvSpPr>
        <p:spPr>
          <a:xfrm>
            <a:off x="4564851"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Screens screenshot of a computer&#10;&#10;AI-generated content may be incorrect.">
            <a:extLst>
              <a:ext uri="{FF2B5EF4-FFF2-40B4-BE49-F238E27FC236}">
                <a16:creationId xmlns:a16="http://schemas.microsoft.com/office/drawing/2014/main" id="{D8F33E97-CC1D-97D1-1ED4-91BED0E615C6}"/>
              </a:ext>
            </a:extLst>
          </p:cNvPr>
          <p:cNvPicPr>
            <a:picLocks noChangeAspect="1"/>
          </p:cNvPicPr>
          <p:nvPr/>
        </p:nvPicPr>
        <p:blipFill>
          <a:blip r:embed="rId3"/>
          <a:srcRect l="9583" t="18730" r="59568" b="10204"/>
          <a:stretch>
            <a:fillRect/>
          </a:stretch>
        </p:blipFill>
        <p:spPr>
          <a:xfrm>
            <a:off x="689429" y="1291771"/>
            <a:ext cx="3761110" cy="4873720"/>
          </a:xfrm>
          <a:prstGeom prst="rect">
            <a:avLst/>
          </a:prstGeom>
        </p:spPr>
      </p:pic>
      <p:pic>
        <p:nvPicPr>
          <p:cNvPr id="6" name="Picture 5" descr="Screens screenshot of a computer&#10;&#10;AI-generated content may be incorrect.">
            <a:extLst>
              <a:ext uri="{FF2B5EF4-FFF2-40B4-BE49-F238E27FC236}">
                <a16:creationId xmlns:a16="http://schemas.microsoft.com/office/drawing/2014/main" id="{3ABA5B42-E60C-35F2-6EC4-E3399C8FBEA4}"/>
              </a:ext>
            </a:extLst>
          </p:cNvPr>
          <p:cNvPicPr>
            <a:picLocks noChangeAspect="1"/>
          </p:cNvPicPr>
          <p:nvPr/>
        </p:nvPicPr>
        <p:blipFill>
          <a:blip r:embed="rId3"/>
          <a:srcRect l="59583" t="18307" r="10000" b="10614"/>
          <a:stretch>
            <a:fillRect/>
          </a:stretch>
        </p:blipFill>
        <p:spPr>
          <a:xfrm>
            <a:off x="5660572" y="1291771"/>
            <a:ext cx="3708453" cy="4874612"/>
          </a:xfrm>
          <a:prstGeom prst="rect">
            <a:avLst/>
          </a:prstGeom>
        </p:spPr>
      </p:pic>
      <p:sp>
        <p:nvSpPr>
          <p:cNvPr id="5" name="TextBox 4">
            <a:extLst>
              <a:ext uri="{FF2B5EF4-FFF2-40B4-BE49-F238E27FC236}">
                <a16:creationId xmlns:a16="http://schemas.microsoft.com/office/drawing/2014/main" id="{BCA25EE6-9FE9-5834-19B9-912D4400144F}"/>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97566023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B62E04-1229-533E-A497-43E963B69928}"/>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5988DDA-E0C0-C80A-7003-CE4FF3B19F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25D38F-2257-F255-D083-A558AEFC0860}"/>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Fourth Rule</a:t>
            </a:r>
          </a:p>
        </p:txBody>
      </p:sp>
      <p:grpSp>
        <p:nvGrpSpPr>
          <p:cNvPr id="13" name="Group 12">
            <a:extLst>
              <a:ext uri="{FF2B5EF4-FFF2-40B4-BE49-F238E27FC236}">
                <a16:creationId xmlns:a16="http://schemas.microsoft.com/office/drawing/2014/main" id="{17BB84D9-5AB2-3881-481D-477503E993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7269AF62-A515-0630-4B68-4B47C06424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90FB93F-69A8-6F12-F0B1-D61ACB71B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E68643-4B73-51B3-4DE7-930B764DB6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5C7FD84-2AEE-9AD8-4757-239770CF9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4BCAC634-AEFB-476C-E8F0-F420D9B4810C}"/>
              </a:ext>
            </a:extLst>
          </p:cNvPr>
          <p:cNvSpPr>
            <a:spLocks noGrp="1"/>
          </p:cNvSpPr>
          <p:nvPr>
            <p:ph idx="1"/>
          </p:nvPr>
        </p:nvSpPr>
        <p:spPr>
          <a:xfrm>
            <a:off x="4697203" y="672711"/>
            <a:ext cx="4977578" cy="3639289"/>
          </a:xfrm>
        </p:spPr>
        <p:txBody>
          <a:bodyPr vert="horz" lIns="91440" tIns="45720" rIns="91440" bIns="45720" rtlCol="0" anchor="ctr">
            <a:normAutofit/>
          </a:bodyPr>
          <a:lstStyle/>
          <a:p>
            <a:r>
              <a:rPr lang="en-US" sz="1800" dirty="0">
                <a:solidFill>
                  <a:schemeClr val="tx2"/>
                </a:solidFill>
              </a:rPr>
              <a:t>We want to deny all other traffic not </a:t>
            </a:r>
            <a:r>
              <a:rPr lang="en-US" sz="1800">
                <a:solidFill>
                  <a:schemeClr val="tx2"/>
                </a:solidFill>
              </a:rPr>
              <a:t>specifically approved</a:t>
            </a:r>
            <a:endParaRPr lang="en-US" sz="1800" dirty="0">
              <a:solidFill>
                <a:schemeClr val="tx2"/>
              </a:solidFill>
            </a:endParaRPr>
          </a:p>
          <a:p>
            <a:r>
              <a:rPr lang="en-US" sz="1800" b="1">
                <a:solidFill>
                  <a:schemeClr val="tx2"/>
                </a:solidFill>
              </a:rPr>
              <a:t>What should we change?</a:t>
            </a:r>
          </a:p>
        </p:txBody>
      </p:sp>
      <p:pic>
        <p:nvPicPr>
          <p:cNvPr id="8" name="Picture 7" descr="A blue and yellow logo&#10;&#10;AI-generated content may be incorrect.">
            <a:extLst>
              <a:ext uri="{FF2B5EF4-FFF2-40B4-BE49-F238E27FC236}">
                <a16:creationId xmlns:a16="http://schemas.microsoft.com/office/drawing/2014/main" id="{9588B5A3-6724-F8FC-80B0-814D47CF6845}"/>
              </a:ext>
            </a:extLst>
          </p:cNvPr>
          <p:cNvPicPr>
            <a:picLocks noChangeAspect="1"/>
          </p:cNvPicPr>
          <p:nvPr/>
        </p:nvPicPr>
        <p:blipFill>
          <a:blip r:embed="rId2"/>
          <a:stretch>
            <a:fillRect/>
          </a:stretch>
        </p:blipFill>
        <p:spPr>
          <a:xfrm>
            <a:off x="2339522" y="222022"/>
            <a:ext cx="2498272" cy="738869"/>
          </a:xfrm>
          <a:prstGeom prst="rect">
            <a:avLst/>
          </a:prstGeom>
        </p:spPr>
      </p:pic>
      <p:pic>
        <p:nvPicPr>
          <p:cNvPr id="5" name="Picture 4" descr="Screens screenshot of a computer&#10;&#10;AI-generated content may be incorrect.">
            <a:extLst>
              <a:ext uri="{FF2B5EF4-FFF2-40B4-BE49-F238E27FC236}">
                <a16:creationId xmlns:a16="http://schemas.microsoft.com/office/drawing/2014/main" id="{99F8F8D4-F7E0-FB3D-CC1A-3304161CAC6A}"/>
              </a:ext>
            </a:extLst>
          </p:cNvPr>
          <p:cNvPicPr>
            <a:picLocks noChangeAspect="1"/>
          </p:cNvPicPr>
          <p:nvPr/>
        </p:nvPicPr>
        <p:blipFill>
          <a:blip r:embed="rId3"/>
          <a:srcRect l="9583" t="18730" r="59568" b="10204"/>
          <a:stretch>
            <a:fillRect/>
          </a:stretch>
        </p:blipFill>
        <p:spPr>
          <a:xfrm>
            <a:off x="457200" y="1081314"/>
            <a:ext cx="3761110" cy="4873720"/>
          </a:xfrm>
          <a:prstGeom prst="rect">
            <a:avLst/>
          </a:prstGeom>
        </p:spPr>
      </p:pic>
      <p:sp>
        <p:nvSpPr>
          <p:cNvPr id="6" name="TextBox 5">
            <a:extLst>
              <a:ext uri="{FF2B5EF4-FFF2-40B4-BE49-F238E27FC236}">
                <a16:creationId xmlns:a16="http://schemas.microsoft.com/office/drawing/2014/main" id="{885E86BE-ACE8-ED98-DDE1-1DFBDC66F3A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28537277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C45153-7010-0526-864C-93E8E7BC08B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35E2624-F80A-07A9-D9FB-BBA75246A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AA2FCF-4D8D-E6C9-F9AF-F7FC668B6D61}"/>
              </a:ext>
            </a:extLst>
          </p:cNvPr>
          <p:cNvSpPr>
            <a:spLocks noGrp="1"/>
          </p:cNvSpPr>
          <p:nvPr>
            <p:ph type="title"/>
          </p:nvPr>
        </p:nvSpPr>
        <p:spPr>
          <a:xfrm>
            <a:off x="77933" y="-503331"/>
            <a:ext cx="4977976" cy="1455996"/>
          </a:xfrm>
        </p:spPr>
        <p:txBody>
          <a:bodyPr anchor="b">
            <a:normAutofit/>
          </a:bodyPr>
          <a:lstStyle/>
          <a:p>
            <a:r>
              <a:rPr lang="en-US" sz="3600">
                <a:solidFill>
                  <a:schemeClr val="tx2"/>
                </a:solidFill>
              </a:rPr>
              <a:t>Fourth Rule</a:t>
            </a:r>
          </a:p>
        </p:txBody>
      </p:sp>
      <p:grpSp>
        <p:nvGrpSpPr>
          <p:cNvPr id="13" name="Group 12">
            <a:extLst>
              <a:ext uri="{FF2B5EF4-FFF2-40B4-BE49-F238E27FC236}">
                <a16:creationId xmlns:a16="http://schemas.microsoft.com/office/drawing/2014/main" id="{CC3280AA-E687-151B-8EF7-CC4CAD42F1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4155"/>
            <a:ext cx="2514948" cy="2174333"/>
            <a:chOff x="-305" y="-4155"/>
            <a:chExt cx="2514948" cy="2174333"/>
          </a:xfrm>
        </p:grpSpPr>
        <p:sp>
          <p:nvSpPr>
            <p:cNvPr id="14" name="Freeform: Shape 13">
              <a:extLst>
                <a:ext uri="{FF2B5EF4-FFF2-40B4-BE49-F238E27FC236}">
                  <a16:creationId xmlns:a16="http://schemas.microsoft.com/office/drawing/2014/main" id="{C6B7426D-A63B-6725-AE3A-1BA4C36DB1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1C6FC15-EFFA-D003-7FB5-DAB8FDDC9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6C6AC3D-73C0-F2DA-C724-5DCBE693B2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17" name="Freeform: Shape 16">
              <a:extLst>
                <a:ext uri="{FF2B5EF4-FFF2-40B4-BE49-F238E27FC236}">
                  <a16:creationId xmlns:a16="http://schemas.microsoft.com/office/drawing/2014/main" id="{08BE4F31-49EC-545D-3E6F-899D0BF5E7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7" name="Picture 6" descr="A blue and yellow logo&#10;&#10;AI-generated content may be incorrect.">
            <a:extLst>
              <a:ext uri="{FF2B5EF4-FFF2-40B4-BE49-F238E27FC236}">
                <a16:creationId xmlns:a16="http://schemas.microsoft.com/office/drawing/2014/main" id="{2BE830BB-ED93-F6B0-E46F-A0AB47C6BDA0}"/>
              </a:ext>
            </a:extLst>
          </p:cNvPr>
          <p:cNvPicPr>
            <a:picLocks noChangeAspect="1"/>
          </p:cNvPicPr>
          <p:nvPr/>
        </p:nvPicPr>
        <p:blipFill>
          <a:blip r:embed="rId2"/>
          <a:stretch>
            <a:fillRect/>
          </a:stretch>
        </p:blipFill>
        <p:spPr>
          <a:xfrm>
            <a:off x="2354036" y="214765"/>
            <a:ext cx="2498272" cy="738869"/>
          </a:xfrm>
          <a:prstGeom prst="rect">
            <a:avLst/>
          </a:prstGeom>
        </p:spPr>
      </p:pic>
      <p:sp>
        <p:nvSpPr>
          <p:cNvPr id="10" name="Arrow: Right 9">
            <a:extLst>
              <a:ext uri="{FF2B5EF4-FFF2-40B4-BE49-F238E27FC236}">
                <a16:creationId xmlns:a16="http://schemas.microsoft.com/office/drawing/2014/main" id="{65379560-E94C-9A46-264B-5672EBA93EE2}"/>
              </a:ext>
            </a:extLst>
          </p:cNvPr>
          <p:cNvSpPr/>
          <p:nvPr/>
        </p:nvSpPr>
        <p:spPr>
          <a:xfrm>
            <a:off x="4231022" y="3490576"/>
            <a:ext cx="978408" cy="48463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7B1FE5C-115E-F728-9A40-C4C8CD5F5FBA}"/>
              </a:ext>
            </a:extLst>
          </p:cNvPr>
          <p:cNvPicPr>
            <a:picLocks noChangeAspect="1"/>
          </p:cNvPicPr>
          <p:nvPr/>
        </p:nvPicPr>
        <p:blipFill>
          <a:blip r:embed="rId3"/>
          <a:srcRect l="9583" t="18730" r="59568" b="10204"/>
          <a:stretch>
            <a:fillRect/>
          </a:stretch>
        </p:blipFill>
        <p:spPr>
          <a:xfrm>
            <a:off x="471714" y="1291771"/>
            <a:ext cx="3761110" cy="4873720"/>
          </a:xfrm>
          <a:prstGeom prst="rect">
            <a:avLst/>
          </a:prstGeom>
        </p:spPr>
      </p:pic>
      <p:pic>
        <p:nvPicPr>
          <p:cNvPr id="5" name="Picture 4">
            <a:extLst>
              <a:ext uri="{FF2B5EF4-FFF2-40B4-BE49-F238E27FC236}">
                <a16:creationId xmlns:a16="http://schemas.microsoft.com/office/drawing/2014/main" id="{4AD9ABB3-570C-C42C-8305-08870D11F974}"/>
              </a:ext>
            </a:extLst>
          </p:cNvPr>
          <p:cNvPicPr>
            <a:picLocks noChangeAspect="1"/>
          </p:cNvPicPr>
          <p:nvPr/>
        </p:nvPicPr>
        <p:blipFill>
          <a:blip r:embed="rId4"/>
          <a:srcRect l="59524" t="18826" r="9685" b="10085"/>
          <a:stretch>
            <a:fillRect/>
          </a:stretch>
        </p:blipFill>
        <p:spPr>
          <a:xfrm>
            <a:off x="5210629" y="1537840"/>
            <a:ext cx="3754014" cy="4875270"/>
          </a:xfrm>
          <a:prstGeom prst="rect">
            <a:avLst/>
          </a:prstGeom>
        </p:spPr>
      </p:pic>
      <p:sp>
        <p:nvSpPr>
          <p:cNvPr id="6" name="TextBox 5">
            <a:extLst>
              <a:ext uri="{FF2B5EF4-FFF2-40B4-BE49-F238E27FC236}">
                <a16:creationId xmlns:a16="http://schemas.microsoft.com/office/drawing/2014/main" id="{FC7B710A-FFE4-ECB2-B871-C6227245C656}"/>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5695194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505296-7BBE-53EF-B0F5-825D9D3A62C8}"/>
              </a:ext>
            </a:extLst>
          </p:cNvPr>
          <p:cNvSpPr>
            <a:spLocks noGrp="1"/>
          </p:cNvSpPr>
          <p:nvPr>
            <p:ph type="title"/>
          </p:nvPr>
        </p:nvSpPr>
        <p:spPr>
          <a:xfrm>
            <a:off x="1524000" y="1293338"/>
            <a:ext cx="9144000" cy="3274592"/>
          </a:xfrm>
        </p:spPr>
        <p:txBody>
          <a:bodyPr vert="horz" lIns="91440" tIns="45720" rIns="91440" bIns="45720" rtlCol="0" anchor="ctr">
            <a:normAutofit/>
          </a:bodyPr>
          <a:lstStyle/>
          <a:p>
            <a:pPr algn="ctr"/>
            <a:r>
              <a:rPr lang="en-US" sz="7200" kern="1200">
                <a:latin typeface="+mj-lt"/>
                <a:ea typeface="+mj-ea"/>
                <a:cs typeface="+mj-cs"/>
              </a:rPr>
              <a:t>Our Baseline </a:t>
            </a:r>
            <a:r>
              <a:rPr lang="en-US" sz="7200"/>
              <a:t>For All 3 VLANs Is</a:t>
            </a:r>
            <a:r>
              <a:rPr lang="en-US" sz="7200" kern="1200">
                <a:latin typeface="+mj-lt"/>
                <a:ea typeface="+mj-ea"/>
                <a:cs typeface="+mj-cs"/>
              </a:rPr>
              <a:t> </a:t>
            </a:r>
            <a:r>
              <a:rPr lang="en-US" sz="7200" kern="1200" dirty="0">
                <a:latin typeface="+mj-lt"/>
                <a:ea typeface="+mj-ea"/>
                <a:cs typeface="+mj-cs"/>
              </a:rPr>
              <a:t>Set</a:t>
            </a:r>
          </a:p>
        </p:txBody>
      </p:sp>
      <p:cxnSp>
        <p:nvCxnSpPr>
          <p:cNvPr id="13" name="Straight Connector 12">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blue and yellow logo&#10;&#10;AI-generated content may be incorrect.">
            <a:extLst>
              <a:ext uri="{FF2B5EF4-FFF2-40B4-BE49-F238E27FC236}">
                <a16:creationId xmlns:a16="http://schemas.microsoft.com/office/drawing/2014/main" id="{E8778CAE-7C26-2781-8827-0E341E6061A2}"/>
              </a:ext>
            </a:extLst>
          </p:cNvPr>
          <p:cNvPicPr>
            <a:picLocks noChangeAspect="1"/>
          </p:cNvPicPr>
          <p:nvPr/>
        </p:nvPicPr>
        <p:blipFill>
          <a:blip r:embed="rId2"/>
          <a:stretch>
            <a:fillRect/>
          </a:stretch>
        </p:blipFill>
        <p:spPr>
          <a:xfrm>
            <a:off x="133350" y="5410879"/>
            <a:ext cx="2498272" cy="738869"/>
          </a:xfrm>
          <a:prstGeom prst="rect">
            <a:avLst/>
          </a:prstGeom>
        </p:spPr>
      </p:pic>
      <p:sp>
        <p:nvSpPr>
          <p:cNvPr id="4" name="TextBox 3">
            <a:extLst>
              <a:ext uri="{FF2B5EF4-FFF2-40B4-BE49-F238E27FC236}">
                <a16:creationId xmlns:a16="http://schemas.microsoft.com/office/drawing/2014/main" id="{708B101C-89C0-D8E2-4EF2-987618FA3590}"/>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99105240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09A7CF-E407-8171-005E-5BB1265A12B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Testing!</a:t>
            </a:r>
          </a:p>
        </p:txBody>
      </p:sp>
      <p:sp>
        <p:nvSpPr>
          <p:cNvPr id="3" name="Content Placeholder 2">
            <a:extLst>
              <a:ext uri="{FF2B5EF4-FFF2-40B4-BE49-F238E27FC236}">
                <a16:creationId xmlns:a16="http://schemas.microsoft.com/office/drawing/2014/main" id="{E2B472C7-B619-B2A4-7B82-73B8EE3AEB5F}"/>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a:solidFill>
                  <a:schemeClr val="tx1"/>
                </a:solidFill>
                <a:latin typeface="+mn-lt"/>
                <a:ea typeface="+mn-ea"/>
                <a:cs typeface="+mn-cs"/>
              </a:rPr>
              <a:t>We'll log into the VMS now that firewall services are configured</a:t>
            </a:r>
          </a:p>
        </p:txBody>
      </p:sp>
      <p:sp>
        <p:nvSpPr>
          <p:cNvPr id="12"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yellow logo&#10;&#10;AI-generated content may be incorrect.">
            <a:extLst>
              <a:ext uri="{FF2B5EF4-FFF2-40B4-BE49-F238E27FC236}">
                <a16:creationId xmlns:a16="http://schemas.microsoft.com/office/drawing/2014/main" id="{F53119AB-E846-ACD5-6744-11F8ECF91722}"/>
              </a:ext>
            </a:extLst>
          </p:cNvPr>
          <p:cNvPicPr>
            <a:picLocks noChangeAspect="1"/>
          </p:cNvPicPr>
          <p:nvPr/>
        </p:nvPicPr>
        <p:blipFill>
          <a:blip r:embed="rId2"/>
          <a:stretch>
            <a:fillRect/>
          </a:stretch>
        </p:blipFill>
        <p:spPr>
          <a:xfrm>
            <a:off x="320040" y="2737626"/>
            <a:ext cx="11548872" cy="3378045"/>
          </a:xfrm>
          <a:prstGeom prst="rect">
            <a:avLst/>
          </a:prstGeom>
        </p:spPr>
      </p:pic>
    </p:spTree>
    <p:extLst>
      <p:ext uri="{BB962C8B-B14F-4D97-AF65-F5344CB8AC3E}">
        <p14:creationId xmlns:p14="http://schemas.microsoft.com/office/powerpoint/2010/main" val="12114401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B85847-3A10-8F0F-23E1-7ED3F3206466}"/>
            </a:ext>
          </a:extLst>
        </p:cNvPr>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EB196C85-1017-F1E0-5377-A3EC39C68680}"/>
              </a:ext>
            </a:extLst>
          </p:cNvPr>
          <p:cNvPicPr>
            <a:picLocks noChangeAspect="1"/>
          </p:cNvPicPr>
          <p:nvPr/>
        </p:nvPicPr>
        <p:blipFill>
          <a:blip r:embed="rId3"/>
          <a:srcRect l="20237" t="-177" r="35701" b="65754"/>
          <a:stretch>
            <a:fillRect/>
          </a:stretch>
        </p:blipFill>
        <p:spPr>
          <a:xfrm>
            <a:off x="5874" y="2434"/>
            <a:ext cx="12265978" cy="5360176"/>
          </a:xfrm>
          <a:prstGeom prst="rect">
            <a:avLst/>
          </a:prstGeom>
        </p:spPr>
      </p:pic>
      <p:sp>
        <p:nvSpPr>
          <p:cNvPr id="5" name="Arrow: Up 4">
            <a:extLst>
              <a:ext uri="{FF2B5EF4-FFF2-40B4-BE49-F238E27FC236}">
                <a16:creationId xmlns:a16="http://schemas.microsoft.com/office/drawing/2014/main" id="{35E75DB4-E294-1A60-8107-7C354D61948E}"/>
              </a:ext>
            </a:extLst>
          </p:cNvPr>
          <p:cNvSpPr/>
          <p:nvPr/>
        </p:nvSpPr>
        <p:spPr>
          <a:xfrm>
            <a:off x="843345" y="1156485"/>
            <a:ext cx="1928802" cy="4048179"/>
          </a:xfrm>
          <a:prstGeom prst="upArrow">
            <a:avLst/>
          </a:prstGeom>
          <a:solidFill>
            <a:srgbClr val="C00000"/>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81A9EAC-8D96-9614-34F8-B1FCB82A2E73}"/>
              </a:ext>
            </a:extLst>
          </p:cNvPr>
          <p:cNvSpPr txBox="1"/>
          <p:nvPr/>
        </p:nvSpPr>
        <p:spPr>
          <a:xfrm>
            <a:off x="4381472" y="1067125"/>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t>Type this into your search bar</a:t>
            </a:r>
          </a:p>
        </p:txBody>
      </p:sp>
      <p:pic>
        <p:nvPicPr>
          <p:cNvPr id="3" name="Picture 2" descr="A blue and yellow logo&#10;&#10;AI-generated content may be incorrect.">
            <a:extLst>
              <a:ext uri="{FF2B5EF4-FFF2-40B4-BE49-F238E27FC236}">
                <a16:creationId xmlns:a16="http://schemas.microsoft.com/office/drawing/2014/main" id="{84381815-3054-5145-5EF9-B24DF7BDFDDB}"/>
              </a:ext>
            </a:extLst>
          </p:cNvPr>
          <p:cNvPicPr>
            <a:picLocks noChangeAspect="1"/>
          </p:cNvPicPr>
          <p:nvPr/>
        </p:nvPicPr>
        <p:blipFill>
          <a:blip r:embed="rId4"/>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A798A00C-C729-E094-D24C-A3D8F7FACAC1}"/>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77038237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08A976-B761-1CDA-1F88-E96B672752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32F37-D19B-3787-2353-7B3342E011E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808E937-FAC4-4ADF-542D-1A4CFE7CE372}"/>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EF712DDC-0CF3-5E32-1C6A-6F4C6BCAA634}"/>
              </a:ext>
            </a:extLst>
          </p:cNvPr>
          <p:cNvPicPr>
            <a:picLocks noChangeAspect="1"/>
          </p:cNvPicPr>
          <p:nvPr/>
        </p:nvPicPr>
        <p:blipFill>
          <a:blip r:embed="rId3"/>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3B9A64A9-2FCC-6132-5322-D5DCEC4C308A}"/>
              </a:ext>
            </a:extLst>
          </p:cNvPr>
          <p:cNvSpPr txBox="1"/>
          <p:nvPr/>
        </p:nvSpPr>
        <p:spPr>
          <a:xfrm>
            <a:off x="5268252" y="3289327"/>
            <a:ext cx="8273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b="1"/>
              <a:t>student1</a:t>
            </a:r>
          </a:p>
        </p:txBody>
      </p:sp>
      <p:sp>
        <p:nvSpPr>
          <p:cNvPr id="6" name="TextBox 5">
            <a:extLst>
              <a:ext uri="{FF2B5EF4-FFF2-40B4-BE49-F238E27FC236}">
                <a16:creationId xmlns:a16="http://schemas.microsoft.com/office/drawing/2014/main" id="{275F8B8D-7444-2D2B-3A93-4AC76B41B109}"/>
              </a:ext>
            </a:extLst>
          </p:cNvPr>
          <p:cNvSpPr txBox="1"/>
          <p:nvPr/>
        </p:nvSpPr>
        <p:spPr>
          <a:xfrm>
            <a:off x="7588805" y="2966763"/>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Everyone's username and </a:t>
            </a:r>
            <a:r>
              <a:rPr lang="en-US">
                <a:solidFill>
                  <a:schemeClr val="accent6">
                    <a:lumMod val="60000"/>
                    <a:lumOff val="40000"/>
                  </a:schemeClr>
                </a:solidFill>
              </a:rPr>
              <a:t>password will be handed out and be student# where # is assigned to you </a:t>
            </a:r>
          </a:p>
        </p:txBody>
      </p:sp>
      <p:pic>
        <p:nvPicPr>
          <p:cNvPr id="8" name="Picture 7" descr="A blue and yellow logo&#10;&#10;AI-generated content may be incorrect.">
            <a:extLst>
              <a:ext uri="{FF2B5EF4-FFF2-40B4-BE49-F238E27FC236}">
                <a16:creationId xmlns:a16="http://schemas.microsoft.com/office/drawing/2014/main" id="{F322E4C2-A6CD-FCBC-1985-5A3104895896}"/>
              </a:ext>
            </a:extLst>
          </p:cNvPr>
          <p:cNvPicPr>
            <a:picLocks noChangeAspect="1"/>
          </p:cNvPicPr>
          <p:nvPr/>
        </p:nvPicPr>
        <p:blipFill>
          <a:blip r:embed="rId4"/>
          <a:stretch>
            <a:fillRect/>
          </a:stretch>
        </p:blipFill>
        <p:spPr>
          <a:xfrm>
            <a:off x="2721" y="6122079"/>
            <a:ext cx="2498272" cy="738869"/>
          </a:xfrm>
          <a:prstGeom prst="rect">
            <a:avLst/>
          </a:prstGeom>
        </p:spPr>
      </p:pic>
      <p:sp>
        <p:nvSpPr>
          <p:cNvPr id="9" name="TextBox 8">
            <a:extLst>
              <a:ext uri="{FF2B5EF4-FFF2-40B4-BE49-F238E27FC236}">
                <a16:creationId xmlns:a16="http://schemas.microsoft.com/office/drawing/2014/main" id="{BEF08D1E-1F85-5DF6-6D6E-F3E3413EFBFF}"/>
              </a:ext>
            </a:extLst>
          </p:cNvPr>
          <p:cNvSpPr txBox="1"/>
          <p:nvPr/>
        </p:nvSpPr>
        <p:spPr>
          <a:xfrm>
            <a:off x="11000073" y="6289017"/>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032237704"/>
      </p:ext>
    </p:extLst>
  </p:cSld>
  <p:clrMapOvr>
    <a:masterClrMapping/>
  </p:clrMapOvr>
  <p:extLst>
    <p:ext uri="{6950BFC3-D8DA-4A85-94F7-54DA5524770B}">
      <p188:commentRel xmlns:p188="http://schemas.microsoft.com/office/powerpoint/2018/8/main" r:id="rId2"/>
    </p:ext>
  </p:extLst>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8A0FC1-6B7F-6D03-1367-BA3F89794E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4DD50-0081-DDD3-CBEA-9C5FEE529D6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F5CF47E-D88E-D199-EA75-0C45B93E03A7}"/>
              </a:ext>
            </a:extLst>
          </p:cNvPr>
          <p:cNvSpPr>
            <a:spLocks noGrp="1"/>
          </p:cNvSpPr>
          <p:nvPr>
            <p:ph type="body" idx="1"/>
          </p:nvPr>
        </p:nvSpPr>
        <p:spPr/>
        <p:txBody>
          <a:bodyPr/>
          <a:lstStyle/>
          <a:p>
            <a:endParaRPr lang="en-US"/>
          </a:p>
        </p:txBody>
      </p:sp>
      <p:pic>
        <p:nvPicPr>
          <p:cNvPr id="4" name="Picture 3" descr="A screenshot of a computer&#10;&#10;AI-generated content may be incorrect.">
            <a:extLst>
              <a:ext uri="{FF2B5EF4-FFF2-40B4-BE49-F238E27FC236}">
                <a16:creationId xmlns:a16="http://schemas.microsoft.com/office/drawing/2014/main" id="{FC11C1A0-47DD-BB72-26F8-E082E460DC27}"/>
              </a:ext>
            </a:extLst>
          </p:cNvPr>
          <p:cNvPicPr>
            <a:picLocks noChangeAspect="1"/>
          </p:cNvPicPr>
          <p:nvPr/>
        </p:nvPicPr>
        <p:blipFill>
          <a:blip r:embed="rId4"/>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B999DB18-8FD1-A222-D38E-4C67CCE44F2E}"/>
              </a:ext>
            </a:extLst>
          </p:cNvPr>
          <p:cNvSpPr txBox="1"/>
          <p:nvPr/>
        </p:nvSpPr>
        <p:spPr>
          <a:xfrm>
            <a:off x="4060208" y="3002507"/>
            <a:ext cx="27432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6">
                    <a:lumMod val="60000"/>
                    <a:lumOff val="40000"/>
                  </a:schemeClr>
                </a:solidFill>
              </a:rPr>
              <a:t>Click on "tg-pve-0" on the left side once. Then, you </a:t>
            </a:r>
            <a:r>
              <a:rPr lang="en-US">
                <a:solidFill>
                  <a:schemeClr val="accent6">
                    <a:lumMod val="60000"/>
                    <a:lumOff val="40000"/>
                  </a:schemeClr>
                </a:solidFill>
              </a:rPr>
              <a:t>should see this.</a:t>
            </a:r>
          </a:p>
        </p:txBody>
      </p:sp>
      <p:pic>
        <p:nvPicPr>
          <p:cNvPr id="7" name="Picture 6" descr="A blue and yellow logo&#10;&#10;AI-generated content may be incorrect.">
            <a:extLst>
              <a:ext uri="{FF2B5EF4-FFF2-40B4-BE49-F238E27FC236}">
                <a16:creationId xmlns:a16="http://schemas.microsoft.com/office/drawing/2014/main" id="{0BF597FC-77AC-35FB-1E6B-355C0760C7B4}"/>
              </a:ext>
            </a:extLst>
          </p:cNvPr>
          <p:cNvPicPr>
            <a:picLocks noChangeAspect="1"/>
          </p:cNvPicPr>
          <p:nvPr/>
        </p:nvPicPr>
        <p:blipFill>
          <a:blip r:embed="rId5"/>
          <a:stretch>
            <a:fillRect/>
          </a:stretch>
        </p:blipFill>
        <p:spPr>
          <a:xfrm>
            <a:off x="2721" y="6122079"/>
            <a:ext cx="2498272" cy="738869"/>
          </a:xfrm>
          <a:prstGeom prst="rect">
            <a:avLst/>
          </a:prstGeom>
        </p:spPr>
      </p:pic>
      <p:sp>
        <p:nvSpPr>
          <p:cNvPr id="8" name="TextBox 7">
            <a:extLst>
              <a:ext uri="{FF2B5EF4-FFF2-40B4-BE49-F238E27FC236}">
                <a16:creationId xmlns:a16="http://schemas.microsoft.com/office/drawing/2014/main" id="{D5630ABA-E105-A140-2B7D-87A558421578}"/>
              </a:ext>
            </a:extLst>
          </p:cNvPr>
          <p:cNvSpPr txBox="1"/>
          <p:nvPr/>
        </p:nvSpPr>
        <p:spPr>
          <a:xfrm>
            <a:off x="11029102" y="6289016"/>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718450335"/>
      </p:ext>
    </p:extLst>
  </p:cSld>
  <p:clrMapOvr>
    <a:masterClrMapping/>
  </p:clrMapOvr>
  <p:extLst>
    <p:ext uri="{6950BFC3-D8DA-4A85-94F7-54DA5524770B}">
      <p188:commentRel xmlns:p188="http://schemas.microsoft.com/office/powerpoint/2018/8/main" r:id="rId3"/>
    </p:ext>
  </p:extLst>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868B27-0CB5-E8AF-5FD3-DB6CC84AAA8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41B808B-6FBD-3A83-5CA5-F07C61B428B0}"/>
              </a:ext>
            </a:extLst>
          </p:cNvPr>
          <p:cNvSpPr>
            <a:spLocks noGrp="1"/>
          </p:cNvSpPr>
          <p:nvPr>
            <p:ph type="body" idx="1"/>
          </p:nvPr>
        </p:nvSpPr>
        <p:spPr>
          <a:xfrm>
            <a:off x="-24493" y="5053920"/>
            <a:ext cx="11386457" cy="1463902"/>
          </a:xfrm>
        </p:spPr>
        <p:txBody>
          <a:bodyPr vert="horz" lIns="91440" tIns="45720" rIns="91440" bIns="45720" rtlCol="0" anchor="t">
            <a:normAutofit/>
          </a:bodyPr>
          <a:lstStyle/>
          <a:p>
            <a:r>
              <a:rPr lang="en-US" sz="3600" b="1" dirty="0">
                <a:solidFill>
                  <a:schemeClr val="accent6">
                    <a:lumMod val="60000"/>
                    <a:lumOff val="40000"/>
                  </a:schemeClr>
                </a:solidFill>
              </a:rPr>
              <a:t>We will pass out sheets with your </a:t>
            </a:r>
            <a:r>
              <a:rPr lang="en-US" sz="3600" b="1">
                <a:solidFill>
                  <a:schemeClr val="accent6">
                    <a:lumMod val="60000"/>
                    <a:lumOff val="40000"/>
                  </a:schemeClr>
                </a:solidFill>
              </a:rPr>
              <a:t>username, password, and VM for this part.</a:t>
            </a:r>
            <a:endParaRPr lang="en-US" dirty="0">
              <a:solidFill>
                <a:schemeClr val="accent6">
                  <a:lumMod val="60000"/>
                  <a:lumOff val="40000"/>
                </a:schemeClr>
              </a:solidFill>
            </a:endParaRPr>
          </a:p>
        </p:txBody>
      </p:sp>
      <p:graphicFrame>
        <p:nvGraphicFramePr>
          <p:cNvPr id="6" name="Table 5">
            <a:extLst>
              <a:ext uri="{FF2B5EF4-FFF2-40B4-BE49-F238E27FC236}">
                <a16:creationId xmlns:a16="http://schemas.microsoft.com/office/drawing/2014/main" id="{4A32D52E-3D7F-3C4B-4CB2-44FB39495A5F}"/>
              </a:ext>
            </a:extLst>
          </p:cNvPr>
          <p:cNvGraphicFramePr>
            <a:graphicFrameLocks noGrp="1"/>
          </p:cNvGraphicFramePr>
          <p:nvPr>
            <p:extLst>
              <p:ext uri="{D42A27DB-BD31-4B8C-83A1-F6EECF244321}">
                <p14:modId xmlns:p14="http://schemas.microsoft.com/office/powerpoint/2010/main" val="1056865850"/>
              </p:ext>
            </p:extLst>
          </p:nvPr>
        </p:nvGraphicFramePr>
        <p:xfrm>
          <a:off x="-27577" y="1898033"/>
          <a:ext cx="8168640" cy="296672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6302470"/>
                    </a:ext>
                  </a:extLst>
                </a:gridCol>
                <a:gridCol w="4084320">
                  <a:extLst>
                    <a:ext uri="{9D8B030D-6E8A-4147-A177-3AD203B41FA5}">
                      <a16:colId xmlns:a16="http://schemas.microsoft.com/office/drawing/2014/main" val="706118701"/>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1989211458"/>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205608548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4046780729"/>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12537492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261268162"/>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339171364"/>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605752031"/>
                  </a:ext>
                </a:extLst>
              </a:tr>
              <a:tr h="370840">
                <a:tc>
                  <a:txBody>
                    <a:bodyPr/>
                    <a:lstStyle/>
                    <a:p>
                      <a:pPr lvl="0" algn="l">
                        <a:lnSpc>
                          <a:spcPct val="100000"/>
                        </a:lnSpc>
                        <a:spcBef>
                          <a:spcPts val="0"/>
                        </a:spcBef>
                        <a:spcAft>
                          <a:spcPts val="0"/>
                        </a:spcAft>
                        <a:buNone/>
                      </a:pPr>
                      <a:r>
                        <a:rPr lang="en-US" sz="1800" b="0" i="0" u="none" strike="noStrike" noProof="0" dirty="0" err="1">
                          <a:solidFill>
                            <a:srgbClr val="000000"/>
                          </a:solidFill>
                          <a:latin typeface="Aptos"/>
                        </a:rPr>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354636698"/>
                  </a:ext>
                </a:extLst>
              </a:tr>
            </a:tbl>
          </a:graphicData>
        </a:graphic>
      </p:graphicFrame>
      <p:graphicFrame>
        <p:nvGraphicFramePr>
          <p:cNvPr id="8" name="Table 7">
            <a:extLst>
              <a:ext uri="{FF2B5EF4-FFF2-40B4-BE49-F238E27FC236}">
                <a16:creationId xmlns:a16="http://schemas.microsoft.com/office/drawing/2014/main" id="{C49758F9-17EF-951E-04F7-7885218205AC}"/>
              </a:ext>
            </a:extLst>
          </p:cNvPr>
          <p:cNvGraphicFramePr>
            <a:graphicFrameLocks noGrp="1"/>
          </p:cNvGraphicFramePr>
          <p:nvPr>
            <p:extLst>
              <p:ext uri="{D42A27DB-BD31-4B8C-83A1-F6EECF244321}">
                <p14:modId xmlns:p14="http://schemas.microsoft.com/office/powerpoint/2010/main" val="2359498577"/>
              </p:ext>
            </p:extLst>
          </p:nvPr>
        </p:nvGraphicFramePr>
        <p:xfrm>
          <a:off x="-27577" y="32947"/>
          <a:ext cx="8168640" cy="2225039"/>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328387232"/>
                    </a:ext>
                  </a:extLst>
                </a:gridCol>
                <a:gridCol w="4084320">
                  <a:extLst>
                    <a:ext uri="{9D8B030D-6E8A-4147-A177-3AD203B41FA5}">
                      <a16:colId xmlns:a16="http://schemas.microsoft.com/office/drawing/2014/main" val="669837372"/>
                    </a:ext>
                  </a:extLst>
                </a:gridCol>
              </a:tblGrid>
              <a:tr h="370840">
                <a:tc>
                  <a:txBody>
                    <a:bodyPr/>
                    <a:lstStyle/>
                    <a:p>
                      <a:r>
                        <a:rPr lang="en-US"/>
                        <a:t>Student</a:t>
                      </a:r>
                    </a:p>
                  </a:txBody>
                  <a:tcPr/>
                </a:tc>
                <a:tc>
                  <a:txBody>
                    <a:bodyPr/>
                    <a:lstStyle/>
                    <a:p>
                      <a:r>
                        <a:rPr lang="en-US"/>
                        <a:t>VM ID</a:t>
                      </a:r>
                    </a:p>
                  </a:txBody>
                  <a:tcPr/>
                </a:tc>
                <a:extLst>
                  <a:ext uri="{0D108BD9-81ED-4DB2-BD59-A6C34878D82A}">
                    <a16:rowId xmlns:a16="http://schemas.microsoft.com/office/drawing/2014/main" val="1158065527"/>
                  </a:ext>
                </a:extLst>
              </a:tr>
              <a:tr h="370839">
                <a:tc>
                  <a:txBody>
                    <a:bodyPr/>
                    <a:lstStyle/>
                    <a:p>
                      <a:r>
                        <a:rPr lang="en-US" dirty="0" err="1"/>
                        <a:t>StudentName</a:t>
                      </a:r>
                    </a:p>
                  </a:txBody>
                  <a:tcPr/>
                </a:tc>
                <a:tc>
                  <a:txBody>
                    <a:bodyPr/>
                    <a:lstStyle/>
                    <a:p>
                      <a:r>
                        <a:rPr lang="en-US"/>
                        <a:t>192.168.xx.xxx</a:t>
                      </a:r>
                      <a:endParaRPr lang="en-US" dirty="0"/>
                    </a:p>
                  </a:txBody>
                  <a:tcPr/>
                </a:tc>
                <a:extLst>
                  <a:ext uri="{0D108BD9-81ED-4DB2-BD59-A6C34878D82A}">
                    <a16:rowId xmlns:a16="http://schemas.microsoft.com/office/drawing/2014/main" val="3872719047"/>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467833407"/>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1053998084"/>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3940155608"/>
                  </a:ext>
                </a:extLst>
              </a:tr>
              <a:tr h="370840">
                <a:tc>
                  <a:txBody>
                    <a:bodyPr/>
                    <a:lstStyle/>
                    <a:p>
                      <a:pPr lvl="0">
                        <a:buNone/>
                      </a:pPr>
                      <a:r>
                        <a:rPr lang="en-US" dirty="0" err="1"/>
                        <a:t>StudentName</a:t>
                      </a:r>
                    </a:p>
                  </a:txBody>
                  <a:tcPr/>
                </a:tc>
                <a:tc>
                  <a:txBody>
                    <a:bodyPr/>
                    <a:lstStyle/>
                    <a:p>
                      <a:pPr lvl="0" algn="l">
                        <a:lnSpc>
                          <a:spcPct val="100000"/>
                        </a:lnSpc>
                        <a:spcBef>
                          <a:spcPts val="0"/>
                        </a:spcBef>
                        <a:spcAft>
                          <a:spcPts val="0"/>
                        </a:spcAft>
                        <a:buNone/>
                      </a:pPr>
                      <a:r>
                        <a:rPr lang="en-US" sz="1800" b="0" i="0" u="none" strike="noStrike" noProof="0">
                          <a:solidFill>
                            <a:srgbClr val="000000"/>
                          </a:solidFill>
                          <a:latin typeface="Aptos"/>
                        </a:rPr>
                        <a:t>192.168.xx.xxx</a:t>
                      </a:r>
                      <a:endParaRPr lang="en-US" sz="1800" b="0" i="0" u="none" strike="noStrike" noProof="0" dirty="0">
                        <a:solidFill>
                          <a:srgbClr val="000000"/>
                        </a:solidFill>
                        <a:latin typeface="Aptos"/>
                      </a:endParaRPr>
                    </a:p>
                  </a:txBody>
                  <a:tcPr/>
                </a:tc>
                <a:extLst>
                  <a:ext uri="{0D108BD9-81ED-4DB2-BD59-A6C34878D82A}">
                    <a16:rowId xmlns:a16="http://schemas.microsoft.com/office/drawing/2014/main" val="2286345971"/>
                  </a:ext>
                </a:extLst>
              </a:tr>
            </a:tbl>
          </a:graphicData>
        </a:graphic>
      </p:graphicFrame>
      <p:pic>
        <p:nvPicPr>
          <p:cNvPr id="9" name="Picture 8" descr="A blue and yellow logo&#10;&#10;AI-generated content may be incorrect.">
            <a:extLst>
              <a:ext uri="{FF2B5EF4-FFF2-40B4-BE49-F238E27FC236}">
                <a16:creationId xmlns:a16="http://schemas.microsoft.com/office/drawing/2014/main" id="{7DBF50E6-4774-1F63-B848-206AEFC7FB9A}"/>
              </a:ext>
            </a:extLst>
          </p:cNvPr>
          <p:cNvPicPr>
            <a:picLocks noChangeAspect="1"/>
          </p:cNvPicPr>
          <p:nvPr/>
        </p:nvPicPr>
        <p:blipFill>
          <a:blip r:embed="rId2"/>
          <a:stretch>
            <a:fillRect/>
          </a:stretch>
        </p:blipFill>
        <p:spPr>
          <a:xfrm>
            <a:off x="2721" y="6122079"/>
            <a:ext cx="2498272" cy="738869"/>
          </a:xfrm>
          <a:prstGeom prst="rect">
            <a:avLst/>
          </a:prstGeom>
        </p:spPr>
      </p:pic>
      <p:sp>
        <p:nvSpPr>
          <p:cNvPr id="4" name="TextBox 3">
            <a:extLst>
              <a:ext uri="{FF2B5EF4-FFF2-40B4-BE49-F238E27FC236}">
                <a16:creationId xmlns:a16="http://schemas.microsoft.com/office/drawing/2014/main" id="{450E8FFB-E0CC-CED8-22FB-3283DD44C8A3}"/>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1</a:t>
            </a:r>
          </a:p>
        </p:txBody>
      </p:sp>
    </p:spTree>
    <p:extLst>
      <p:ext uri="{BB962C8B-B14F-4D97-AF65-F5344CB8AC3E}">
        <p14:creationId xmlns:p14="http://schemas.microsoft.com/office/powerpoint/2010/main" val="351757694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1F955-1296-4DE5-6129-0F9FDF2DC5AA}"/>
              </a:ext>
            </a:extLst>
          </p:cNvPr>
          <p:cNvSpPr>
            <a:spLocks noGrp="1"/>
          </p:cNvSpPr>
          <p:nvPr>
            <p:ph type="title"/>
          </p:nvPr>
        </p:nvSpPr>
        <p:spPr/>
        <p:txBody>
          <a:bodyPr/>
          <a:lstStyle/>
          <a:p>
            <a:r>
              <a:rPr lang="en-US"/>
              <a:t>Challenge 1:</a:t>
            </a:r>
          </a:p>
        </p:txBody>
      </p:sp>
      <p:sp>
        <p:nvSpPr>
          <p:cNvPr id="3" name="Text Placeholder 2">
            <a:extLst>
              <a:ext uri="{FF2B5EF4-FFF2-40B4-BE49-F238E27FC236}">
                <a16:creationId xmlns:a16="http://schemas.microsoft.com/office/drawing/2014/main" id="{05D79022-0761-74AD-3B7F-196B24F1F8DC}"/>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In your groups, get </a:t>
            </a:r>
            <a:r>
              <a:rPr lang="en-US" b="1">
                <a:solidFill>
                  <a:schemeClr val="tx1"/>
                </a:solidFill>
                <a:ea typeface="+mn-lt"/>
                <a:cs typeface="+mn-lt"/>
              </a:rPr>
              <a:t>Teammate A</a:t>
            </a:r>
            <a:r>
              <a:rPr lang="en-US">
                <a:solidFill>
                  <a:schemeClr val="tx1"/>
                </a:solidFill>
                <a:ea typeface="+mn-lt"/>
                <a:cs typeface="+mn-lt"/>
              </a:rPr>
              <a:t> able to ping </a:t>
            </a:r>
            <a:r>
              <a:rPr lang="en-US" b="1">
                <a:solidFill>
                  <a:schemeClr val="tx1"/>
                </a:solidFill>
                <a:ea typeface="+mn-lt"/>
                <a:cs typeface="+mn-lt"/>
              </a:rPr>
              <a:t>Teammate B</a:t>
            </a:r>
            <a:r>
              <a:rPr lang="en-US">
                <a:solidFill>
                  <a:schemeClr val="tx1"/>
                </a:solidFill>
                <a:ea typeface="+mn-lt"/>
                <a:cs typeface="+mn-lt"/>
              </a:rPr>
              <a:t>. </a:t>
            </a:r>
            <a:r>
              <a:rPr lang="en-US" b="1">
                <a:solidFill>
                  <a:schemeClr val="tx1"/>
                </a:solidFill>
                <a:ea typeface="+mn-lt"/>
                <a:cs typeface="+mn-lt"/>
              </a:rPr>
              <a:t>Teammate B</a:t>
            </a:r>
            <a:r>
              <a:rPr lang="en-US" dirty="0">
                <a:solidFill>
                  <a:schemeClr val="tx1"/>
                </a:solidFill>
                <a:ea typeface="+mn-lt"/>
                <a:cs typeface="+mn-lt"/>
              </a:rPr>
              <a:t> </a:t>
            </a:r>
            <a:r>
              <a:rPr lang="en-US">
                <a:solidFill>
                  <a:schemeClr val="tx1"/>
                </a:solidFill>
                <a:ea typeface="+mn-lt"/>
                <a:cs typeface="+mn-lt"/>
              </a:rPr>
              <a:t>should still </a:t>
            </a:r>
            <a:r>
              <a:rPr lang="en-US" i="1">
                <a:solidFill>
                  <a:schemeClr val="tx1"/>
                </a:solidFill>
                <a:ea typeface="+mn-lt"/>
                <a:cs typeface="+mn-lt"/>
              </a:rPr>
              <a:t>not</a:t>
            </a:r>
            <a:r>
              <a:rPr lang="en-US">
                <a:solidFill>
                  <a:schemeClr val="tx1"/>
                </a:solidFill>
                <a:ea typeface="+mn-lt"/>
                <a:cs typeface="+mn-lt"/>
              </a:rPr>
              <a:t> be able to ping </a:t>
            </a:r>
            <a:r>
              <a:rPr lang="en-US" b="1">
                <a:solidFill>
                  <a:schemeClr val="tx1"/>
                </a:solidFill>
                <a:ea typeface="+mn-lt"/>
                <a:cs typeface="+mn-lt"/>
              </a:rPr>
              <a:t>Teammate A</a:t>
            </a:r>
            <a:r>
              <a:rPr lang="en-US">
                <a:solidFill>
                  <a:schemeClr val="tx1"/>
                </a:solidFill>
                <a:ea typeface="+mn-lt"/>
                <a:cs typeface="+mn-lt"/>
              </a:rPr>
              <a:t>.</a:t>
            </a:r>
            <a:endParaRPr lang="en-US">
              <a:solidFill>
                <a:schemeClr val="tx1"/>
              </a:solidFill>
            </a:endParaRPr>
          </a:p>
        </p:txBody>
      </p:sp>
      <p:sp>
        <p:nvSpPr>
          <p:cNvPr id="4" name="TextBox 3">
            <a:extLst>
              <a:ext uri="{FF2B5EF4-FFF2-40B4-BE49-F238E27FC236}">
                <a16:creationId xmlns:a16="http://schemas.microsoft.com/office/drawing/2014/main" id="{A432DB9B-B93B-B4BF-6629-FD3C212C0FF2}"/>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t>Note: all challenges only need you to edit the VLAN interfaces for your </a:t>
            </a:r>
            <a:r>
              <a:rPr lang="en-US" b="1" dirty="0" err="1"/>
              <a:t>OPNsense</a:t>
            </a:r>
            <a:r>
              <a:rPr lang="en-US" b="1" dirty="0"/>
              <a:t>. They will  only require you to work in your current groups</a:t>
            </a:r>
          </a:p>
        </p:txBody>
      </p:sp>
      <p:pic>
        <p:nvPicPr>
          <p:cNvPr id="6" name="Picture 5" descr="A blue and yellow logo&#10;&#10;AI-generated content may be incorrect.">
            <a:extLst>
              <a:ext uri="{FF2B5EF4-FFF2-40B4-BE49-F238E27FC236}">
                <a16:creationId xmlns:a16="http://schemas.microsoft.com/office/drawing/2014/main" id="{B6A68228-FB67-DD6A-1FF0-2407EBE2933B}"/>
              </a:ext>
            </a:extLst>
          </p:cNvPr>
          <p:cNvPicPr>
            <a:picLocks noChangeAspect="1"/>
          </p:cNvPicPr>
          <p:nvPr/>
        </p:nvPicPr>
        <p:blipFill>
          <a:blip r:embed="rId3"/>
          <a:stretch>
            <a:fillRect/>
          </a:stretch>
        </p:blipFill>
        <p:spPr>
          <a:xfrm>
            <a:off x="2721" y="6093050"/>
            <a:ext cx="2498272" cy="738869"/>
          </a:xfrm>
          <a:prstGeom prst="rect">
            <a:avLst/>
          </a:prstGeom>
        </p:spPr>
      </p:pic>
      <p:sp>
        <p:nvSpPr>
          <p:cNvPr id="7" name="TextBox 6">
            <a:extLst>
              <a:ext uri="{FF2B5EF4-FFF2-40B4-BE49-F238E27FC236}">
                <a16:creationId xmlns:a16="http://schemas.microsoft.com/office/drawing/2014/main" id="{1C198A4C-64D8-9DD5-1833-E7BAA247663B}"/>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5186043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CF19C-5791-973C-1383-421A3473F6C6}"/>
              </a:ext>
            </a:extLst>
          </p:cNvPr>
          <p:cNvSpPr>
            <a:spLocks noGrp="1"/>
          </p:cNvSpPr>
          <p:nvPr>
            <p:ph type="title"/>
          </p:nvPr>
        </p:nvSpPr>
        <p:spPr/>
        <p:txBody>
          <a:bodyPr/>
          <a:lstStyle/>
          <a:p>
            <a:r>
              <a:rPr lang="en-US"/>
              <a:t>Challenge 2:</a:t>
            </a:r>
          </a:p>
        </p:txBody>
      </p:sp>
      <p:sp>
        <p:nvSpPr>
          <p:cNvPr id="3" name="Text Placeholder 2">
            <a:extLst>
              <a:ext uri="{FF2B5EF4-FFF2-40B4-BE49-F238E27FC236}">
                <a16:creationId xmlns:a16="http://schemas.microsoft.com/office/drawing/2014/main" id="{8A721572-C635-EC5B-21BB-A7EE10D526D7}"/>
              </a:ext>
            </a:extLst>
          </p:cNvPr>
          <p:cNvSpPr>
            <a:spLocks noGrp="1"/>
          </p:cNvSpPr>
          <p:nvPr>
            <p:ph type="body" idx="1"/>
          </p:nvPr>
        </p:nvSpPr>
        <p:spPr/>
        <p:txBody>
          <a:bodyPr vert="horz" lIns="91440" tIns="45720" rIns="91440" bIns="45720" rtlCol="0" anchor="t">
            <a:normAutofit/>
          </a:bodyPr>
          <a:lstStyle/>
          <a:p>
            <a:r>
              <a:rPr lang="en-US" b="1">
                <a:solidFill>
                  <a:schemeClr val="tx1"/>
                </a:solidFill>
                <a:ea typeface="+mn-lt"/>
                <a:cs typeface="+mn-lt"/>
              </a:rPr>
              <a:t>Goal:</a:t>
            </a:r>
            <a:r>
              <a:rPr lang="en-US">
                <a:solidFill>
                  <a:schemeClr val="tx1"/>
                </a:solidFill>
                <a:ea typeface="+mn-lt"/>
                <a:cs typeface="+mn-lt"/>
              </a:rPr>
              <a:t> Make </a:t>
            </a:r>
            <a:r>
              <a:rPr lang="en-US" b="1">
                <a:solidFill>
                  <a:schemeClr val="tx1"/>
                </a:solidFill>
                <a:ea typeface="+mn-lt"/>
                <a:cs typeface="+mn-lt"/>
              </a:rPr>
              <a:t>Teammate B</a:t>
            </a:r>
            <a:r>
              <a:rPr lang="en-US">
                <a:solidFill>
                  <a:schemeClr val="tx1"/>
                </a:solidFill>
                <a:ea typeface="+mn-lt"/>
                <a:cs typeface="+mn-lt"/>
              </a:rPr>
              <a:t> and </a:t>
            </a:r>
            <a:r>
              <a:rPr lang="en-US" b="1">
                <a:solidFill>
                  <a:schemeClr val="tx1"/>
                </a:solidFill>
                <a:ea typeface="+mn-lt"/>
                <a:cs typeface="+mn-lt"/>
              </a:rPr>
              <a:t>Teammate C</a:t>
            </a:r>
            <a:r>
              <a:rPr lang="en-US">
                <a:solidFill>
                  <a:schemeClr val="tx1"/>
                </a:solidFill>
                <a:ea typeface="+mn-lt"/>
                <a:cs typeface="+mn-lt"/>
              </a:rPr>
              <a:t> able to ping each other, both directions. </a:t>
            </a:r>
            <a:r>
              <a:rPr lang="en-US" b="1">
                <a:solidFill>
                  <a:schemeClr val="tx1"/>
                </a:solidFill>
                <a:ea typeface="+mn-lt"/>
                <a:cs typeface="+mn-lt"/>
              </a:rPr>
              <a:t>Teammate A</a:t>
            </a:r>
            <a:r>
              <a:rPr lang="en-US">
                <a:solidFill>
                  <a:schemeClr val="tx1"/>
                </a:solidFill>
                <a:ea typeface="+mn-lt"/>
                <a:cs typeface="+mn-lt"/>
              </a:rPr>
              <a:t> should be unreachable by, and unable to reach, either of them.</a:t>
            </a:r>
          </a:p>
        </p:txBody>
      </p:sp>
      <p:pic>
        <p:nvPicPr>
          <p:cNvPr id="5" name="Picture 4" descr="A blue and yellow logo&#10;&#10;AI-generated content may be incorrect.">
            <a:extLst>
              <a:ext uri="{FF2B5EF4-FFF2-40B4-BE49-F238E27FC236}">
                <a16:creationId xmlns:a16="http://schemas.microsoft.com/office/drawing/2014/main" id="{4931F0FB-71A1-0DA4-EF6F-983AE3911479}"/>
              </a:ext>
            </a:extLst>
          </p:cNvPr>
          <p:cNvPicPr>
            <a:picLocks noChangeAspect="1"/>
          </p:cNvPicPr>
          <p:nvPr/>
        </p:nvPicPr>
        <p:blipFill>
          <a:blip r:embed="rId3"/>
          <a:stretch>
            <a:fillRect/>
          </a:stretch>
        </p:blipFill>
        <p:spPr>
          <a:xfrm>
            <a:off x="2721" y="6122079"/>
            <a:ext cx="2498272" cy="738869"/>
          </a:xfrm>
          <a:prstGeom prst="rect">
            <a:avLst/>
          </a:prstGeom>
        </p:spPr>
      </p:pic>
      <p:sp>
        <p:nvSpPr>
          <p:cNvPr id="6" name="TextBox 5">
            <a:extLst>
              <a:ext uri="{FF2B5EF4-FFF2-40B4-BE49-F238E27FC236}">
                <a16:creationId xmlns:a16="http://schemas.microsoft.com/office/drawing/2014/main" id="{D2001362-CFBD-6BC4-15E7-F2FB4C6530A7}"/>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t>Note: all challenges only need you to edit the VLAN interfaces for your </a:t>
            </a:r>
            <a:r>
              <a:rPr lang="en-US" b="1" dirty="0" err="1"/>
              <a:t>OPNsense</a:t>
            </a:r>
            <a:r>
              <a:rPr lang="en-US" b="1" dirty="0"/>
              <a:t>. They will  only require you to work in your current groups</a:t>
            </a:r>
          </a:p>
        </p:txBody>
      </p:sp>
      <p:sp>
        <p:nvSpPr>
          <p:cNvPr id="7" name="TextBox 6">
            <a:extLst>
              <a:ext uri="{FF2B5EF4-FFF2-40B4-BE49-F238E27FC236}">
                <a16:creationId xmlns:a16="http://schemas.microsoft.com/office/drawing/2014/main" id="{C09A4EB1-944C-05BA-5149-449A3C87E898}"/>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391689322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69324-CFE5-D9BA-23EC-0D5638B52809}"/>
              </a:ext>
            </a:extLst>
          </p:cNvPr>
          <p:cNvSpPr>
            <a:spLocks noGrp="1"/>
          </p:cNvSpPr>
          <p:nvPr>
            <p:ph type="title"/>
          </p:nvPr>
        </p:nvSpPr>
        <p:spPr/>
        <p:txBody>
          <a:bodyPr/>
          <a:lstStyle/>
          <a:p>
            <a:r>
              <a:rPr lang="en-US"/>
              <a:t>Challenge 3:</a:t>
            </a:r>
          </a:p>
        </p:txBody>
      </p:sp>
      <p:sp>
        <p:nvSpPr>
          <p:cNvPr id="3" name="Text Placeholder 2">
            <a:extLst>
              <a:ext uri="{FF2B5EF4-FFF2-40B4-BE49-F238E27FC236}">
                <a16:creationId xmlns:a16="http://schemas.microsoft.com/office/drawing/2014/main" id="{4DB71292-34DD-544E-820C-1953383075FB}"/>
              </a:ext>
            </a:extLst>
          </p:cNvPr>
          <p:cNvSpPr>
            <a:spLocks noGrp="1"/>
          </p:cNvSpPr>
          <p:nvPr>
            <p:ph type="body" idx="1"/>
          </p:nvPr>
        </p:nvSpPr>
        <p:spPr/>
        <p:txBody>
          <a:bodyPr vert="horz" lIns="91440" tIns="45720" rIns="91440" bIns="45720" rtlCol="0" anchor="t">
            <a:normAutofit/>
          </a:bodyPr>
          <a:lstStyle/>
          <a:p>
            <a:r>
              <a:rPr lang="en-US" b="1" dirty="0">
                <a:solidFill>
                  <a:schemeClr val="tx1"/>
                </a:solidFill>
                <a:ea typeface="+mn-lt"/>
                <a:cs typeface="+mn-lt"/>
              </a:rPr>
              <a:t>Goal:</a:t>
            </a:r>
            <a:r>
              <a:rPr lang="en-US" dirty="0">
                <a:solidFill>
                  <a:schemeClr val="tx1"/>
                </a:solidFill>
                <a:ea typeface="+mn-lt"/>
                <a:cs typeface="+mn-lt"/>
              </a:rPr>
              <a:t> A rule on </a:t>
            </a:r>
            <a:r>
              <a:rPr lang="en-US" b="1" dirty="0">
                <a:solidFill>
                  <a:schemeClr val="tx1"/>
                </a:solidFill>
                <a:ea typeface="+mn-lt"/>
                <a:cs typeface="+mn-lt"/>
              </a:rPr>
              <a:t>Teammate A's</a:t>
            </a:r>
            <a:r>
              <a:rPr lang="en-US" dirty="0">
                <a:solidFill>
                  <a:schemeClr val="tx1"/>
                </a:solidFill>
                <a:ea typeface="+mn-lt"/>
                <a:cs typeface="+mn-lt"/>
              </a:rPr>
              <a:t> tab is currently too generous, as it lets A reach </a:t>
            </a:r>
            <a:r>
              <a:rPr lang="en-US" b="1" dirty="0">
                <a:solidFill>
                  <a:schemeClr val="tx1"/>
                </a:solidFill>
                <a:ea typeface="+mn-lt"/>
                <a:cs typeface="+mn-lt"/>
              </a:rPr>
              <a:t>both</a:t>
            </a:r>
            <a:r>
              <a:rPr lang="en-US">
                <a:solidFill>
                  <a:schemeClr val="tx1"/>
                </a:solidFill>
                <a:ea typeface="+mn-lt"/>
                <a:cs typeface="+mn-lt"/>
              </a:rPr>
              <a:t> B and C. Create the "generous rule", then change it so only B is reachable from A.</a:t>
            </a:r>
            <a:endParaRPr lang="en-US" dirty="0">
              <a:solidFill>
                <a:schemeClr val="tx1"/>
              </a:solidFill>
              <a:ea typeface="+mn-lt"/>
              <a:cs typeface="+mn-lt"/>
            </a:endParaRPr>
          </a:p>
        </p:txBody>
      </p:sp>
      <p:pic>
        <p:nvPicPr>
          <p:cNvPr id="5" name="Picture 4" descr="A blue and yellow logo&#10;&#10;AI-generated content may be incorrect.">
            <a:extLst>
              <a:ext uri="{FF2B5EF4-FFF2-40B4-BE49-F238E27FC236}">
                <a16:creationId xmlns:a16="http://schemas.microsoft.com/office/drawing/2014/main" id="{1F645671-CADC-8592-2BAD-4F4AC02847D5}"/>
              </a:ext>
            </a:extLst>
          </p:cNvPr>
          <p:cNvPicPr>
            <a:picLocks noChangeAspect="1"/>
          </p:cNvPicPr>
          <p:nvPr/>
        </p:nvPicPr>
        <p:blipFill>
          <a:blip r:embed="rId3"/>
          <a:stretch>
            <a:fillRect/>
          </a:stretch>
        </p:blipFill>
        <p:spPr>
          <a:xfrm>
            <a:off x="2721" y="6093050"/>
            <a:ext cx="2498272" cy="738869"/>
          </a:xfrm>
          <a:prstGeom prst="rect">
            <a:avLst/>
          </a:prstGeom>
        </p:spPr>
      </p:pic>
      <p:sp>
        <p:nvSpPr>
          <p:cNvPr id="6" name="TextBox 5">
            <a:extLst>
              <a:ext uri="{FF2B5EF4-FFF2-40B4-BE49-F238E27FC236}">
                <a16:creationId xmlns:a16="http://schemas.microsoft.com/office/drawing/2014/main" id="{0727DE25-B451-473C-2210-FFD107A72D68}"/>
              </a:ext>
            </a:extLst>
          </p:cNvPr>
          <p:cNvSpPr txBox="1"/>
          <p:nvPr/>
        </p:nvSpPr>
        <p:spPr>
          <a:xfrm>
            <a:off x="438150" y="419100"/>
            <a:ext cx="274320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t>Note: all challenges only need you to edit the VLAN interfaces for your </a:t>
            </a:r>
            <a:r>
              <a:rPr lang="en-US" b="1" dirty="0" err="1"/>
              <a:t>OPNsense</a:t>
            </a:r>
            <a:r>
              <a:rPr lang="en-US" b="1" dirty="0"/>
              <a:t>. They will  only require you to work in your current groups</a:t>
            </a:r>
          </a:p>
        </p:txBody>
      </p:sp>
      <p:sp>
        <p:nvSpPr>
          <p:cNvPr id="7" name="TextBox 6">
            <a:extLst>
              <a:ext uri="{FF2B5EF4-FFF2-40B4-BE49-F238E27FC236}">
                <a16:creationId xmlns:a16="http://schemas.microsoft.com/office/drawing/2014/main" id="{627C8892-7BDE-069C-CC28-BBE90FB9BF12}"/>
              </a:ext>
            </a:extLst>
          </p:cNvPr>
          <p:cNvSpPr txBox="1"/>
          <p:nvPr/>
        </p:nvSpPr>
        <p:spPr>
          <a:xfrm>
            <a:off x="11050873" y="6455931"/>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a:t>Lesson 3</a:t>
            </a:r>
          </a:p>
        </p:txBody>
      </p:sp>
    </p:spTree>
    <p:extLst>
      <p:ext uri="{BB962C8B-B14F-4D97-AF65-F5344CB8AC3E}">
        <p14:creationId xmlns:p14="http://schemas.microsoft.com/office/powerpoint/2010/main" val="109059568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9677C4-19BD-99DC-55BE-578391CE9156}"/>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6600"/>
              <a:t>Feedback Form</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sX0" fmla="*/ 0 w 3291840"/>
              <a:gd name="csY0" fmla="*/ 0 h 18288"/>
              <a:gd name="csX1" fmla="*/ 658368 w 3291840"/>
              <a:gd name="csY1" fmla="*/ 0 h 18288"/>
              <a:gd name="csX2" fmla="*/ 1283818 w 3291840"/>
              <a:gd name="csY2" fmla="*/ 0 h 18288"/>
              <a:gd name="csX3" fmla="*/ 1909267 w 3291840"/>
              <a:gd name="csY3" fmla="*/ 0 h 18288"/>
              <a:gd name="csX4" fmla="*/ 2633472 w 3291840"/>
              <a:gd name="csY4" fmla="*/ 0 h 18288"/>
              <a:gd name="csX5" fmla="*/ 3291840 w 3291840"/>
              <a:gd name="csY5" fmla="*/ 0 h 18288"/>
              <a:gd name="csX6" fmla="*/ 3291840 w 3291840"/>
              <a:gd name="csY6" fmla="*/ 18288 h 18288"/>
              <a:gd name="csX7" fmla="*/ 2633472 w 3291840"/>
              <a:gd name="csY7" fmla="*/ 18288 h 18288"/>
              <a:gd name="csX8" fmla="*/ 2073859 w 3291840"/>
              <a:gd name="csY8" fmla="*/ 18288 h 18288"/>
              <a:gd name="csX9" fmla="*/ 1448410 w 3291840"/>
              <a:gd name="csY9" fmla="*/ 18288 h 18288"/>
              <a:gd name="csX10" fmla="*/ 822960 w 3291840"/>
              <a:gd name="csY10" fmla="*/ 18288 h 18288"/>
              <a:gd name="csX11" fmla="*/ 0 w 3291840"/>
              <a:gd name="csY11" fmla="*/ 18288 h 18288"/>
              <a:gd name="csX12" fmla="*/ 0 w 329184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qr code with a black background&#10;&#10;AI-generated content may be incorrect.">
            <a:extLst>
              <a:ext uri="{FF2B5EF4-FFF2-40B4-BE49-F238E27FC236}">
                <a16:creationId xmlns:a16="http://schemas.microsoft.com/office/drawing/2014/main" id="{C0EDFFCF-41F4-1E59-B5A4-807D31CF8611}"/>
              </a:ext>
            </a:extLst>
          </p:cNvPr>
          <p:cNvPicPr>
            <a:picLocks noChangeAspect="1"/>
          </p:cNvPicPr>
          <p:nvPr/>
        </p:nvPicPr>
        <p:blipFill>
          <a:blip r:embed="rId3"/>
          <a:stretch>
            <a:fillRect/>
          </a:stretch>
        </p:blipFill>
        <p:spPr>
          <a:xfrm>
            <a:off x="1324356" y="2642616"/>
            <a:ext cx="3605784" cy="3605784"/>
          </a:xfrm>
          <a:prstGeom prst="rect">
            <a:avLst/>
          </a:prstGeom>
        </p:spPr>
      </p:pic>
      <p:pic>
        <p:nvPicPr>
          <p:cNvPr id="4" name="Picture 3" descr="A blue and yellow logo&#10;&#10;AI-generated content may be incorrect.">
            <a:extLst>
              <a:ext uri="{FF2B5EF4-FFF2-40B4-BE49-F238E27FC236}">
                <a16:creationId xmlns:a16="http://schemas.microsoft.com/office/drawing/2014/main" id="{6B8ED9D7-8198-D898-889E-8522BE353781}"/>
              </a:ext>
            </a:extLst>
          </p:cNvPr>
          <p:cNvPicPr>
            <a:picLocks noChangeAspect="1"/>
          </p:cNvPicPr>
          <p:nvPr/>
        </p:nvPicPr>
        <p:blipFill>
          <a:blip r:embed="rId4"/>
          <a:stretch>
            <a:fillRect/>
          </a:stretch>
        </p:blipFill>
        <p:spPr>
          <a:xfrm>
            <a:off x="6254496" y="3624400"/>
            <a:ext cx="5614416" cy="1642216"/>
          </a:xfrm>
          <a:prstGeom prst="rect">
            <a:avLst/>
          </a:prstGeom>
        </p:spPr>
      </p:pic>
    </p:spTree>
    <p:extLst>
      <p:ext uri="{BB962C8B-B14F-4D97-AF65-F5344CB8AC3E}">
        <p14:creationId xmlns:p14="http://schemas.microsoft.com/office/powerpoint/2010/main" val="1545923301"/>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124</Slides>
  <Notes>57</Notes>
  <HiddenSlides>17</HiddenSlides>
  <MMClips>0</MMClips>
  <ScaleCrop>false</ScaleCrop>
  <HeadingPairs>
    <vt:vector size="4" baseType="variant">
      <vt:variant>
        <vt:lpstr>Theme</vt:lpstr>
      </vt:variant>
      <vt:variant>
        <vt:i4>1</vt:i4>
      </vt:variant>
      <vt:variant>
        <vt:lpstr>Slide Titles</vt:lpstr>
      </vt:variant>
      <vt:variant>
        <vt:i4>124</vt:i4>
      </vt:variant>
    </vt:vector>
  </HeadingPairs>
  <TitlesOfParts>
    <vt:vector size="125" baseType="lpstr">
      <vt:lpstr>office theme</vt:lpstr>
      <vt:lpstr>Question: If your computer had no desktop, no icons, and no mouse, could you still use it?</vt:lpstr>
      <vt:lpstr>Networking Training Modules</vt:lpstr>
      <vt:lpstr>Note: Have terminology sheets already out</vt:lpstr>
      <vt:lpstr>Module 1 Agenda: IPv4 Network Basics</vt:lpstr>
      <vt:lpstr>Wi-Fi Login</vt:lpstr>
      <vt:lpstr>Continued...</vt:lpstr>
      <vt:lpstr>Continued...</vt:lpstr>
      <vt:lpstr>Continued...</vt:lpstr>
      <vt:lpstr>What are terminal and Linux command line?</vt:lpstr>
      <vt:lpstr>PowerPoint Presentation</vt:lpstr>
      <vt:lpstr>PowerPoint Presentation</vt:lpstr>
      <vt:lpstr>PowerPoint Presentation</vt:lpstr>
      <vt:lpstr>PowerPoint Presentation</vt:lpstr>
      <vt:lpstr>PowerPoint Presentation</vt:lpstr>
      <vt:lpstr>PowerPoint Presentation</vt:lpstr>
      <vt:lpstr>Passing Out Your Linux Cheat Sheets</vt:lpstr>
      <vt:lpstr>Linux Command Line Practice</vt:lpstr>
      <vt:lpstr>What is binary?</vt:lpstr>
      <vt:lpstr>Decimal (Base 10s)</vt:lpstr>
      <vt:lpstr>Base 2 (Two) - Binary</vt:lpstr>
      <vt:lpstr>What number is 0bx0001 0101</vt:lpstr>
      <vt:lpstr>IPv4 (Internet Protocol)</vt:lpstr>
      <vt:lpstr>Example IP</vt:lpstr>
      <vt:lpstr>PowerPoint Presentation</vt:lpstr>
      <vt:lpstr>Information Transfer</vt:lpstr>
      <vt:lpstr>Which of these are valid IP addresses?</vt:lpstr>
      <vt:lpstr>Internal vs External IPs</vt:lpstr>
      <vt:lpstr>Broadcast Domain</vt:lpstr>
      <vt:lpstr>Gateway IPs</vt:lpstr>
      <vt:lpstr>Setting our own IPs statically </vt:lpstr>
      <vt:lpstr>PowerPoint Presentation</vt:lpstr>
      <vt:lpstr>PowerPoint Presentation</vt:lpstr>
      <vt:lpstr>DHCP (Dynamic Host Configuration Protocol)</vt:lpstr>
      <vt:lpstr>DHCP Ranges Visual - GLiNet</vt:lpstr>
      <vt:lpstr>Why may we want a DHCP address instead of statically assigning each device?  </vt:lpstr>
      <vt:lpstr>Changing back to a DHCP address  </vt:lpstr>
      <vt:lpstr>PowerPoint Presentation</vt:lpstr>
      <vt:lpstr>If DHCP randomly assigns an IP from within a range, why is it the same as before?</vt:lpstr>
      <vt:lpstr>Explanation...</vt:lpstr>
      <vt:lpstr>MAC (Media Access Control) Address</vt:lpstr>
      <vt:lpstr>What is hexadecimal?</vt:lpstr>
      <vt:lpstr>Base 16 - Hexadecimal</vt:lpstr>
      <vt:lpstr>What number is 0x004A</vt:lpstr>
      <vt:lpstr>Checking our MAC addresses </vt:lpstr>
      <vt:lpstr>DNS (Domain Name System)</vt:lpstr>
      <vt:lpstr>We can see the translation and the route being taken in real time</vt:lpstr>
      <vt:lpstr>We can see the translation and the route being taken in real time</vt:lpstr>
      <vt:lpstr>We can see the translation and the route being taken in real time</vt:lpstr>
      <vt:lpstr>We can see the translation and the route being taken in real time</vt:lpstr>
      <vt:lpstr>10 Minute Break</vt:lpstr>
      <vt:lpstr>NTP (Network Time Protocol)</vt:lpstr>
      <vt:lpstr>NTP (Network Time Protocol)</vt:lpstr>
      <vt:lpstr>Testing!</vt:lpstr>
      <vt:lpstr>Where is it getting this delayed time info from?</vt:lpstr>
      <vt:lpstr>LAN (Local Area Network)</vt:lpstr>
      <vt:lpstr>Handouts!</vt:lpstr>
      <vt:lpstr>PowerPoint Presentation</vt:lpstr>
      <vt:lpstr>Physical Training Ground "Tour"</vt:lpstr>
      <vt:lpstr>Network Segmentation</vt:lpstr>
      <vt:lpstr>Why is this a good idea?</vt:lpstr>
      <vt:lpstr>Benefits</vt:lpstr>
      <vt:lpstr>Activity Pt. 1</vt:lpstr>
      <vt:lpstr>Logging Into Different Subnets WSSH</vt:lpstr>
      <vt:lpstr>What are SSH (Secure Shell), WSSH?</vt:lpstr>
      <vt:lpstr>WSSH Login</vt:lpstr>
      <vt:lpstr>PowerPoint Presentation</vt:lpstr>
      <vt:lpstr>Login Directions</vt:lpstr>
      <vt:lpstr>Activity Pt. 2</vt:lpstr>
      <vt:lpstr>Diagram of Our Networks</vt:lpstr>
      <vt:lpstr>Ports/Services</vt:lpstr>
      <vt:lpstr>20 Minute Break</vt:lpstr>
      <vt:lpstr>Module 2 Agenda: Firewalls</vt:lpstr>
      <vt:lpstr>What Is A Firewall</vt:lpstr>
      <vt:lpstr>Showing Rule Changes </vt:lpstr>
      <vt:lpstr>Logging In</vt:lpstr>
      <vt:lpstr>PowerPoint Presentation</vt:lpstr>
      <vt:lpstr>PowerPoint Presentation</vt:lpstr>
      <vt:lpstr>Acess the Web User Interface</vt:lpstr>
      <vt:lpstr>PowerPoint Presentation</vt:lpstr>
      <vt:lpstr>10 Minute Break</vt:lpstr>
      <vt:lpstr>Configuring Services</vt:lpstr>
      <vt:lpstr>DHCP/DNS Config</vt:lpstr>
      <vt:lpstr>Example</vt:lpstr>
      <vt:lpstr>DHCP</vt:lpstr>
      <vt:lpstr>Setting DHCP/DNS</vt:lpstr>
      <vt:lpstr>Setting DHCP/DNS</vt:lpstr>
      <vt:lpstr>PowerPoint Presentation</vt:lpstr>
      <vt:lpstr>Client Ranges</vt:lpstr>
      <vt:lpstr>Client Ranges</vt:lpstr>
      <vt:lpstr>Client Ranges</vt:lpstr>
      <vt:lpstr>Return to Example</vt:lpstr>
      <vt:lpstr>DNS</vt:lpstr>
      <vt:lpstr>NTP Config</vt:lpstr>
      <vt:lpstr>Apparent Time Tracking Issue</vt:lpstr>
      <vt:lpstr>Setting NTP</vt:lpstr>
      <vt:lpstr>Setting NTP</vt:lpstr>
      <vt:lpstr>Setting NTP</vt:lpstr>
      <vt:lpstr>Returning to Testing!</vt:lpstr>
      <vt:lpstr>Firewall Rules Config</vt:lpstr>
      <vt:lpstr>Firewall Rules</vt:lpstr>
      <vt:lpstr>Practice – LAN Interface:</vt:lpstr>
      <vt:lpstr>Answers</vt:lpstr>
      <vt:lpstr>Practice:</vt:lpstr>
      <vt:lpstr>Answers</vt:lpstr>
      <vt:lpstr>Setting Up Some Baseline Rules</vt:lpstr>
      <vt:lpstr>It Will Be Blank</vt:lpstr>
      <vt:lpstr>First Rule</vt:lpstr>
      <vt:lpstr>First Rule</vt:lpstr>
      <vt:lpstr>Second Rule</vt:lpstr>
      <vt:lpstr>Second Rule</vt:lpstr>
      <vt:lpstr>Third Rule</vt:lpstr>
      <vt:lpstr>Third Rule</vt:lpstr>
      <vt:lpstr>Fourth Rule</vt:lpstr>
      <vt:lpstr>Fourth Rule</vt:lpstr>
      <vt:lpstr>Our Baseline For All 3 VLANs Is Set</vt:lpstr>
      <vt:lpstr>Testing!</vt:lpstr>
      <vt:lpstr>PowerPoint Presentation</vt:lpstr>
      <vt:lpstr>PowerPoint Presentation</vt:lpstr>
      <vt:lpstr>PowerPoint Presentation</vt:lpstr>
      <vt:lpstr>PowerPoint Presentation</vt:lpstr>
      <vt:lpstr>Challenge 1:</vt:lpstr>
      <vt:lpstr>Challenge 2:</vt:lpstr>
      <vt:lpstr>Challenge 3:</vt:lpstr>
      <vt:lpstr>Feedback Form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5174</cp:revision>
  <dcterms:created xsi:type="dcterms:W3CDTF">2026-07-01T18:08:45Z</dcterms:created>
  <dcterms:modified xsi:type="dcterms:W3CDTF">2026-07-27T20:58:34Z</dcterms:modified>
</cp:coreProperties>
</file>